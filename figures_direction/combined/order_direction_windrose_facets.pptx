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2251205" cy="22062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290210"/>
              <a:ext cx="2251205" cy="14590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88" y="69589"/>
              <a:ext cx="1885248" cy="22062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904546" y="99337"/>
              <a:ext cx="87133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Passeriformes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662824" y="196112"/>
              <a:ext cx="1354775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388, species = 222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691327" y="328167"/>
              <a:ext cx="1297770" cy="1297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340212" y="393056"/>
              <a:ext cx="0" cy="583996"/>
            </a:xfrm>
            <a:custGeom>
              <a:avLst/>
              <a:pathLst>
                <a:path w="0" h="583996">
                  <a:moveTo>
                    <a:pt x="0" y="583996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340212" y="564104"/>
              <a:ext cx="412948" cy="412948"/>
            </a:xfrm>
            <a:custGeom>
              <a:avLst/>
              <a:pathLst>
                <a:path w="412948" h="412948">
                  <a:moveTo>
                    <a:pt x="0" y="412948"/>
                  </a:moveTo>
                  <a:lnTo>
                    <a:pt x="41294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340212" y="977052"/>
              <a:ext cx="583996" cy="0"/>
            </a:xfrm>
            <a:custGeom>
              <a:avLst/>
              <a:pathLst>
                <a:path w="583996" h="0">
                  <a:moveTo>
                    <a:pt x="0" y="0"/>
                  </a:moveTo>
                  <a:lnTo>
                    <a:pt x="583996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340212" y="977052"/>
              <a:ext cx="412948" cy="412948"/>
            </a:xfrm>
            <a:custGeom>
              <a:avLst/>
              <a:pathLst>
                <a:path w="412948" h="412948">
                  <a:moveTo>
                    <a:pt x="0" y="0"/>
                  </a:moveTo>
                  <a:lnTo>
                    <a:pt x="412948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340212" y="977052"/>
              <a:ext cx="0" cy="583996"/>
            </a:xfrm>
            <a:custGeom>
              <a:avLst/>
              <a:pathLst>
                <a:path w="0" h="583996">
                  <a:moveTo>
                    <a:pt x="0" y="0"/>
                  </a:moveTo>
                  <a:lnTo>
                    <a:pt x="0" y="583996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27264" y="977052"/>
              <a:ext cx="412948" cy="412948"/>
            </a:xfrm>
            <a:custGeom>
              <a:avLst/>
              <a:pathLst>
                <a:path w="412948" h="412948">
                  <a:moveTo>
                    <a:pt x="412948" y="0"/>
                  </a:moveTo>
                  <a:lnTo>
                    <a:pt x="0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56215" y="977052"/>
              <a:ext cx="583996" cy="0"/>
            </a:xfrm>
            <a:custGeom>
              <a:avLst/>
              <a:pathLst>
                <a:path w="583996" h="0">
                  <a:moveTo>
                    <a:pt x="583996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27264" y="564104"/>
              <a:ext cx="412948" cy="412948"/>
            </a:xfrm>
            <a:custGeom>
              <a:avLst/>
              <a:pathLst>
                <a:path w="412948" h="412948">
                  <a:moveTo>
                    <a:pt x="412948" y="41294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080691" y="717498"/>
              <a:ext cx="519042" cy="518977"/>
            </a:xfrm>
            <a:custGeom>
              <a:avLst/>
              <a:pathLst>
                <a:path w="519042" h="518977">
                  <a:moveTo>
                    <a:pt x="259521" y="0"/>
                  </a:moveTo>
                  <a:lnTo>
                    <a:pt x="275983" y="522"/>
                  </a:lnTo>
                  <a:lnTo>
                    <a:pt x="292379" y="2088"/>
                  </a:lnTo>
                  <a:lnTo>
                    <a:pt x="308642" y="4690"/>
                  </a:lnTo>
                  <a:lnTo>
                    <a:pt x="324707" y="8319"/>
                  </a:lnTo>
                  <a:lnTo>
                    <a:pt x="340510" y="12959"/>
                  </a:lnTo>
                  <a:lnTo>
                    <a:pt x="355987" y="18592"/>
                  </a:lnTo>
                  <a:lnTo>
                    <a:pt x="371076" y="25195"/>
                  </a:lnTo>
                  <a:lnTo>
                    <a:pt x="385715" y="32742"/>
                  </a:lnTo>
                  <a:lnTo>
                    <a:pt x="399846" y="41203"/>
                  </a:lnTo>
                  <a:lnTo>
                    <a:pt x="413413" y="50542"/>
                  </a:lnTo>
                  <a:lnTo>
                    <a:pt x="426359" y="60724"/>
                  </a:lnTo>
                  <a:lnTo>
                    <a:pt x="438634" y="71705"/>
                  </a:lnTo>
                  <a:lnTo>
                    <a:pt x="450187" y="83444"/>
                  </a:lnTo>
                  <a:lnTo>
                    <a:pt x="460973" y="95891"/>
                  </a:lnTo>
                  <a:lnTo>
                    <a:pt x="470947" y="108997"/>
                  </a:lnTo>
                  <a:lnTo>
                    <a:pt x="480071" y="122710"/>
                  </a:lnTo>
                  <a:lnTo>
                    <a:pt x="488306" y="136974"/>
                  </a:lnTo>
                  <a:lnTo>
                    <a:pt x="495620" y="151731"/>
                  </a:lnTo>
                  <a:lnTo>
                    <a:pt x="501983" y="166922"/>
                  </a:lnTo>
                  <a:lnTo>
                    <a:pt x="507370" y="182487"/>
                  </a:lnTo>
                  <a:lnTo>
                    <a:pt x="511759" y="198361"/>
                  </a:lnTo>
                  <a:lnTo>
                    <a:pt x="515132" y="214483"/>
                  </a:lnTo>
                  <a:lnTo>
                    <a:pt x="517476" y="230785"/>
                  </a:lnTo>
                  <a:lnTo>
                    <a:pt x="518781" y="247204"/>
                  </a:lnTo>
                  <a:lnTo>
                    <a:pt x="519042" y="263672"/>
                  </a:lnTo>
                  <a:lnTo>
                    <a:pt x="518259" y="280123"/>
                  </a:lnTo>
                  <a:lnTo>
                    <a:pt x="516433" y="296492"/>
                  </a:lnTo>
                  <a:lnTo>
                    <a:pt x="513573" y="312712"/>
                  </a:lnTo>
                  <a:lnTo>
                    <a:pt x="509690" y="328718"/>
                  </a:lnTo>
                  <a:lnTo>
                    <a:pt x="504800" y="344445"/>
                  </a:lnTo>
                  <a:lnTo>
                    <a:pt x="498922" y="359831"/>
                  </a:lnTo>
                  <a:lnTo>
                    <a:pt x="492080" y="374813"/>
                  </a:lnTo>
                  <a:lnTo>
                    <a:pt x="484301" y="389331"/>
                  </a:lnTo>
                  <a:lnTo>
                    <a:pt x="475618" y="403326"/>
                  </a:lnTo>
                  <a:lnTo>
                    <a:pt x="466064" y="416742"/>
                  </a:lnTo>
                  <a:lnTo>
                    <a:pt x="455679" y="429525"/>
                  </a:lnTo>
                  <a:lnTo>
                    <a:pt x="444504" y="441624"/>
                  </a:lnTo>
                  <a:lnTo>
                    <a:pt x="432584" y="452990"/>
                  </a:lnTo>
                  <a:lnTo>
                    <a:pt x="419967" y="463577"/>
                  </a:lnTo>
                  <a:lnTo>
                    <a:pt x="406704" y="473342"/>
                  </a:lnTo>
                  <a:lnTo>
                    <a:pt x="392848" y="482247"/>
                  </a:lnTo>
                  <a:lnTo>
                    <a:pt x="378455" y="490254"/>
                  </a:lnTo>
                  <a:lnTo>
                    <a:pt x="363584" y="497333"/>
                  </a:lnTo>
                  <a:lnTo>
                    <a:pt x="348294" y="503455"/>
                  </a:lnTo>
                  <a:lnTo>
                    <a:pt x="332646" y="508594"/>
                  </a:lnTo>
                  <a:lnTo>
                    <a:pt x="316703" y="512730"/>
                  </a:lnTo>
                  <a:lnTo>
                    <a:pt x="300531" y="515847"/>
                  </a:lnTo>
                  <a:lnTo>
                    <a:pt x="284193" y="517932"/>
                  </a:lnTo>
                  <a:lnTo>
                    <a:pt x="267756" y="518977"/>
                  </a:lnTo>
                  <a:lnTo>
                    <a:pt x="251286" y="518977"/>
                  </a:lnTo>
                  <a:lnTo>
                    <a:pt x="234849" y="517932"/>
                  </a:lnTo>
                  <a:lnTo>
                    <a:pt x="218511" y="515847"/>
                  </a:lnTo>
                  <a:lnTo>
                    <a:pt x="202338" y="512730"/>
                  </a:lnTo>
                  <a:lnTo>
                    <a:pt x="186396" y="508594"/>
                  </a:lnTo>
                  <a:lnTo>
                    <a:pt x="170748" y="503455"/>
                  </a:lnTo>
                  <a:lnTo>
                    <a:pt x="155458" y="497333"/>
                  </a:lnTo>
                  <a:lnTo>
                    <a:pt x="140586" y="490254"/>
                  </a:lnTo>
                  <a:lnTo>
                    <a:pt x="126194" y="482247"/>
                  </a:lnTo>
                  <a:lnTo>
                    <a:pt x="112338" y="473342"/>
                  </a:lnTo>
                  <a:lnTo>
                    <a:pt x="99075" y="463577"/>
                  </a:lnTo>
                  <a:lnTo>
                    <a:pt x="86458" y="452990"/>
                  </a:lnTo>
                  <a:lnTo>
                    <a:pt x="74538" y="441624"/>
                  </a:lnTo>
                  <a:lnTo>
                    <a:pt x="63363" y="429525"/>
                  </a:lnTo>
                  <a:lnTo>
                    <a:pt x="52978" y="416742"/>
                  </a:lnTo>
                  <a:lnTo>
                    <a:pt x="43424" y="403326"/>
                  </a:lnTo>
                  <a:lnTo>
                    <a:pt x="34740" y="389331"/>
                  </a:lnTo>
                  <a:lnTo>
                    <a:pt x="26962" y="374813"/>
                  </a:lnTo>
                  <a:lnTo>
                    <a:pt x="20120" y="359831"/>
                  </a:lnTo>
                  <a:lnTo>
                    <a:pt x="14242" y="344445"/>
                  </a:lnTo>
                  <a:lnTo>
                    <a:pt x="9352" y="328718"/>
                  </a:lnTo>
                  <a:lnTo>
                    <a:pt x="5469" y="312712"/>
                  </a:lnTo>
                  <a:lnTo>
                    <a:pt x="2609" y="296492"/>
                  </a:lnTo>
                  <a:lnTo>
                    <a:pt x="783" y="280123"/>
                  </a:lnTo>
                  <a:lnTo>
                    <a:pt x="0" y="263672"/>
                  </a:lnTo>
                  <a:lnTo>
                    <a:pt x="261" y="247204"/>
                  </a:lnTo>
                  <a:lnTo>
                    <a:pt x="1566" y="230785"/>
                  </a:lnTo>
                  <a:lnTo>
                    <a:pt x="3910" y="214483"/>
                  </a:lnTo>
                  <a:lnTo>
                    <a:pt x="7283" y="198361"/>
                  </a:lnTo>
                  <a:lnTo>
                    <a:pt x="11672" y="182487"/>
                  </a:lnTo>
                  <a:lnTo>
                    <a:pt x="17059" y="166922"/>
                  </a:lnTo>
                  <a:lnTo>
                    <a:pt x="23422" y="151731"/>
                  </a:lnTo>
                  <a:lnTo>
                    <a:pt x="30736" y="136974"/>
                  </a:lnTo>
                  <a:lnTo>
                    <a:pt x="38971" y="122710"/>
                  </a:lnTo>
                  <a:lnTo>
                    <a:pt x="48094" y="108997"/>
                  </a:lnTo>
                  <a:lnTo>
                    <a:pt x="58069" y="95891"/>
                  </a:lnTo>
                  <a:lnTo>
                    <a:pt x="68855" y="83444"/>
                  </a:lnTo>
                  <a:lnTo>
                    <a:pt x="80408" y="71705"/>
                  </a:lnTo>
                  <a:lnTo>
                    <a:pt x="92683" y="60724"/>
                  </a:lnTo>
                  <a:lnTo>
                    <a:pt x="105629" y="50542"/>
                  </a:lnTo>
                  <a:lnTo>
                    <a:pt x="119195" y="41203"/>
                  </a:lnTo>
                  <a:lnTo>
                    <a:pt x="133327" y="32742"/>
                  </a:lnTo>
                  <a:lnTo>
                    <a:pt x="147966" y="25195"/>
                  </a:lnTo>
                  <a:lnTo>
                    <a:pt x="163054" y="18592"/>
                  </a:lnTo>
                  <a:lnTo>
                    <a:pt x="178531" y="12959"/>
                  </a:lnTo>
                  <a:lnTo>
                    <a:pt x="194334" y="8319"/>
                  </a:lnTo>
                  <a:lnTo>
                    <a:pt x="210400" y="4690"/>
                  </a:lnTo>
                  <a:lnTo>
                    <a:pt x="226663" y="2088"/>
                  </a:lnTo>
                  <a:lnTo>
                    <a:pt x="243059" y="522"/>
                  </a:lnTo>
                  <a:lnTo>
                    <a:pt x="25952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21169" y="457944"/>
              <a:ext cx="1038085" cy="1037955"/>
            </a:xfrm>
            <a:custGeom>
              <a:avLst/>
              <a:pathLst>
                <a:path w="1038085" h="1037955">
                  <a:moveTo>
                    <a:pt x="519042" y="0"/>
                  </a:moveTo>
                  <a:lnTo>
                    <a:pt x="551966" y="1045"/>
                  </a:lnTo>
                  <a:lnTo>
                    <a:pt x="584758" y="4176"/>
                  </a:lnTo>
                  <a:lnTo>
                    <a:pt x="617284" y="9380"/>
                  </a:lnTo>
                  <a:lnTo>
                    <a:pt x="649415" y="16638"/>
                  </a:lnTo>
                  <a:lnTo>
                    <a:pt x="681021" y="25918"/>
                  </a:lnTo>
                  <a:lnTo>
                    <a:pt x="711975" y="37184"/>
                  </a:lnTo>
                  <a:lnTo>
                    <a:pt x="742152" y="50391"/>
                  </a:lnTo>
                  <a:lnTo>
                    <a:pt x="771431" y="65485"/>
                  </a:lnTo>
                  <a:lnTo>
                    <a:pt x="799693" y="82406"/>
                  </a:lnTo>
                  <a:lnTo>
                    <a:pt x="826826" y="101085"/>
                  </a:lnTo>
                  <a:lnTo>
                    <a:pt x="852719" y="121448"/>
                  </a:lnTo>
                  <a:lnTo>
                    <a:pt x="877268" y="143411"/>
                  </a:lnTo>
                  <a:lnTo>
                    <a:pt x="900375" y="166888"/>
                  </a:lnTo>
                  <a:lnTo>
                    <a:pt x="921946" y="191783"/>
                  </a:lnTo>
                  <a:lnTo>
                    <a:pt x="941895" y="217995"/>
                  </a:lnTo>
                  <a:lnTo>
                    <a:pt x="960142" y="245421"/>
                  </a:lnTo>
                  <a:lnTo>
                    <a:pt x="976612" y="273948"/>
                  </a:lnTo>
                  <a:lnTo>
                    <a:pt x="991240" y="303462"/>
                  </a:lnTo>
                  <a:lnTo>
                    <a:pt x="1003966" y="333845"/>
                  </a:lnTo>
                  <a:lnTo>
                    <a:pt x="1014740" y="364974"/>
                  </a:lnTo>
                  <a:lnTo>
                    <a:pt x="1023518" y="396723"/>
                  </a:lnTo>
                  <a:lnTo>
                    <a:pt x="1030264" y="428966"/>
                  </a:lnTo>
                  <a:lnTo>
                    <a:pt x="1034952" y="461571"/>
                  </a:lnTo>
                  <a:lnTo>
                    <a:pt x="1037563" y="494408"/>
                  </a:lnTo>
                  <a:lnTo>
                    <a:pt x="1038085" y="527344"/>
                  </a:lnTo>
                  <a:lnTo>
                    <a:pt x="1036518" y="560247"/>
                  </a:lnTo>
                  <a:lnTo>
                    <a:pt x="1032867" y="592984"/>
                  </a:lnTo>
                  <a:lnTo>
                    <a:pt x="1027147" y="625425"/>
                  </a:lnTo>
                  <a:lnTo>
                    <a:pt x="1019381" y="657436"/>
                  </a:lnTo>
                  <a:lnTo>
                    <a:pt x="1009600" y="688891"/>
                  </a:lnTo>
                  <a:lnTo>
                    <a:pt x="997844" y="719663"/>
                  </a:lnTo>
                  <a:lnTo>
                    <a:pt x="984160" y="749626"/>
                  </a:lnTo>
                  <a:lnTo>
                    <a:pt x="968603" y="778662"/>
                  </a:lnTo>
                  <a:lnTo>
                    <a:pt x="951236" y="806652"/>
                  </a:lnTo>
                  <a:lnTo>
                    <a:pt x="932129" y="833485"/>
                  </a:lnTo>
                  <a:lnTo>
                    <a:pt x="911358" y="859051"/>
                  </a:lnTo>
                  <a:lnTo>
                    <a:pt x="889008" y="883249"/>
                  </a:lnTo>
                  <a:lnTo>
                    <a:pt x="865168" y="905981"/>
                  </a:lnTo>
                  <a:lnTo>
                    <a:pt x="839934" y="927154"/>
                  </a:lnTo>
                  <a:lnTo>
                    <a:pt x="813408" y="946685"/>
                  </a:lnTo>
                  <a:lnTo>
                    <a:pt x="785696" y="964494"/>
                  </a:lnTo>
                  <a:lnTo>
                    <a:pt x="756911" y="980509"/>
                  </a:lnTo>
                  <a:lnTo>
                    <a:pt x="727169" y="994667"/>
                  </a:lnTo>
                  <a:lnTo>
                    <a:pt x="696588" y="1006910"/>
                  </a:lnTo>
                  <a:lnTo>
                    <a:pt x="665292" y="1017188"/>
                  </a:lnTo>
                  <a:lnTo>
                    <a:pt x="633407" y="1025461"/>
                  </a:lnTo>
                  <a:lnTo>
                    <a:pt x="601062" y="1031695"/>
                  </a:lnTo>
                  <a:lnTo>
                    <a:pt x="568387" y="1035865"/>
                  </a:lnTo>
                  <a:lnTo>
                    <a:pt x="535513" y="1037955"/>
                  </a:lnTo>
                  <a:lnTo>
                    <a:pt x="502572" y="1037955"/>
                  </a:lnTo>
                  <a:lnTo>
                    <a:pt x="469698" y="1035865"/>
                  </a:lnTo>
                  <a:lnTo>
                    <a:pt x="437023" y="1031695"/>
                  </a:lnTo>
                  <a:lnTo>
                    <a:pt x="404677" y="1025461"/>
                  </a:lnTo>
                  <a:lnTo>
                    <a:pt x="372793" y="1017188"/>
                  </a:lnTo>
                  <a:lnTo>
                    <a:pt x="341497" y="1006910"/>
                  </a:lnTo>
                  <a:lnTo>
                    <a:pt x="310916" y="994667"/>
                  </a:lnTo>
                  <a:lnTo>
                    <a:pt x="281173" y="980509"/>
                  </a:lnTo>
                  <a:lnTo>
                    <a:pt x="252388" y="964494"/>
                  </a:lnTo>
                  <a:lnTo>
                    <a:pt x="224677" y="946685"/>
                  </a:lnTo>
                  <a:lnTo>
                    <a:pt x="198151" y="927154"/>
                  </a:lnTo>
                  <a:lnTo>
                    <a:pt x="172917" y="905981"/>
                  </a:lnTo>
                  <a:lnTo>
                    <a:pt x="149077" y="883249"/>
                  </a:lnTo>
                  <a:lnTo>
                    <a:pt x="126727" y="859051"/>
                  </a:lnTo>
                  <a:lnTo>
                    <a:pt x="105956" y="833485"/>
                  </a:lnTo>
                  <a:lnTo>
                    <a:pt x="86849" y="806652"/>
                  </a:lnTo>
                  <a:lnTo>
                    <a:pt x="69481" y="778662"/>
                  </a:lnTo>
                  <a:lnTo>
                    <a:pt x="53925" y="749626"/>
                  </a:lnTo>
                  <a:lnTo>
                    <a:pt x="40241" y="719663"/>
                  </a:lnTo>
                  <a:lnTo>
                    <a:pt x="28485" y="688891"/>
                  </a:lnTo>
                  <a:lnTo>
                    <a:pt x="18704" y="657436"/>
                  </a:lnTo>
                  <a:lnTo>
                    <a:pt x="10938" y="625425"/>
                  </a:lnTo>
                  <a:lnTo>
                    <a:pt x="5218" y="592984"/>
                  </a:lnTo>
                  <a:lnTo>
                    <a:pt x="1567" y="560247"/>
                  </a:lnTo>
                  <a:lnTo>
                    <a:pt x="0" y="527344"/>
                  </a:lnTo>
                  <a:lnTo>
                    <a:pt x="522" y="494408"/>
                  </a:lnTo>
                  <a:lnTo>
                    <a:pt x="3133" y="461571"/>
                  </a:lnTo>
                  <a:lnTo>
                    <a:pt x="7821" y="428966"/>
                  </a:lnTo>
                  <a:lnTo>
                    <a:pt x="14567" y="396723"/>
                  </a:lnTo>
                  <a:lnTo>
                    <a:pt x="23345" y="364974"/>
                  </a:lnTo>
                  <a:lnTo>
                    <a:pt x="34119" y="333845"/>
                  </a:lnTo>
                  <a:lnTo>
                    <a:pt x="46845" y="303462"/>
                  </a:lnTo>
                  <a:lnTo>
                    <a:pt x="61473" y="273948"/>
                  </a:lnTo>
                  <a:lnTo>
                    <a:pt x="77943" y="245421"/>
                  </a:lnTo>
                  <a:lnTo>
                    <a:pt x="96189" y="217995"/>
                  </a:lnTo>
                  <a:lnTo>
                    <a:pt x="116138" y="191783"/>
                  </a:lnTo>
                  <a:lnTo>
                    <a:pt x="137710" y="166888"/>
                  </a:lnTo>
                  <a:lnTo>
                    <a:pt x="160817" y="143411"/>
                  </a:lnTo>
                  <a:lnTo>
                    <a:pt x="185366" y="121448"/>
                  </a:lnTo>
                  <a:lnTo>
                    <a:pt x="211259" y="101085"/>
                  </a:lnTo>
                  <a:lnTo>
                    <a:pt x="238391" y="82406"/>
                  </a:lnTo>
                  <a:lnTo>
                    <a:pt x="266654" y="65485"/>
                  </a:lnTo>
                  <a:lnTo>
                    <a:pt x="295932" y="50391"/>
                  </a:lnTo>
                  <a:lnTo>
                    <a:pt x="326109" y="37184"/>
                  </a:lnTo>
                  <a:lnTo>
                    <a:pt x="357063" y="25918"/>
                  </a:lnTo>
                  <a:lnTo>
                    <a:pt x="388669" y="16638"/>
                  </a:lnTo>
                  <a:lnTo>
                    <a:pt x="420800" y="9380"/>
                  </a:lnTo>
                  <a:lnTo>
                    <a:pt x="453327" y="4176"/>
                  </a:lnTo>
                  <a:lnTo>
                    <a:pt x="486118" y="1045"/>
                  </a:lnTo>
                  <a:lnTo>
                    <a:pt x="51904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56289" y="393056"/>
              <a:ext cx="1167846" cy="1167699"/>
            </a:xfrm>
            <a:custGeom>
              <a:avLst/>
              <a:pathLst>
                <a:path w="1167846" h="1167699">
                  <a:moveTo>
                    <a:pt x="583923" y="0"/>
                  </a:moveTo>
                  <a:lnTo>
                    <a:pt x="620962" y="1175"/>
                  </a:lnTo>
                  <a:lnTo>
                    <a:pt x="657852" y="4698"/>
                  </a:lnTo>
                  <a:lnTo>
                    <a:pt x="694445" y="10553"/>
                  </a:lnTo>
                  <a:lnTo>
                    <a:pt x="730592" y="18717"/>
                  </a:lnTo>
                  <a:lnTo>
                    <a:pt x="766149" y="29158"/>
                  </a:lnTo>
                  <a:lnTo>
                    <a:pt x="800972" y="41832"/>
                  </a:lnTo>
                  <a:lnTo>
                    <a:pt x="834922" y="56690"/>
                  </a:lnTo>
                  <a:lnTo>
                    <a:pt x="867860" y="73671"/>
                  </a:lnTo>
                  <a:lnTo>
                    <a:pt x="899655" y="92707"/>
                  </a:lnTo>
                  <a:lnTo>
                    <a:pt x="930179" y="113721"/>
                  </a:lnTo>
                  <a:lnTo>
                    <a:pt x="959309" y="136629"/>
                  </a:lnTo>
                  <a:lnTo>
                    <a:pt x="986927" y="161338"/>
                  </a:lnTo>
                  <a:lnTo>
                    <a:pt x="1012922" y="187749"/>
                  </a:lnTo>
                  <a:lnTo>
                    <a:pt x="1037190" y="215756"/>
                  </a:lnTo>
                  <a:lnTo>
                    <a:pt x="1059632" y="245245"/>
                  </a:lnTo>
                  <a:lnTo>
                    <a:pt x="1080160" y="276098"/>
                  </a:lnTo>
                  <a:lnTo>
                    <a:pt x="1098689" y="308191"/>
                  </a:lnTo>
                  <a:lnTo>
                    <a:pt x="1115145" y="341395"/>
                  </a:lnTo>
                  <a:lnTo>
                    <a:pt x="1129462" y="375576"/>
                  </a:lnTo>
                  <a:lnTo>
                    <a:pt x="1141582" y="410596"/>
                  </a:lnTo>
                  <a:lnTo>
                    <a:pt x="1151457" y="446314"/>
                  </a:lnTo>
                  <a:lnTo>
                    <a:pt x="1159047" y="482586"/>
                  </a:lnTo>
                  <a:lnTo>
                    <a:pt x="1164321" y="519267"/>
                  </a:lnTo>
                  <a:lnTo>
                    <a:pt x="1167258" y="556209"/>
                  </a:lnTo>
                  <a:lnTo>
                    <a:pt x="1167846" y="593262"/>
                  </a:lnTo>
                  <a:lnTo>
                    <a:pt x="1166083" y="630278"/>
                  </a:lnTo>
                  <a:lnTo>
                    <a:pt x="1161975" y="667108"/>
                  </a:lnTo>
                  <a:lnTo>
                    <a:pt x="1155540" y="703603"/>
                  </a:lnTo>
                  <a:lnTo>
                    <a:pt x="1146803" y="739616"/>
                  </a:lnTo>
                  <a:lnTo>
                    <a:pt x="1135800" y="775003"/>
                  </a:lnTo>
                  <a:lnTo>
                    <a:pt x="1122575" y="809621"/>
                  </a:lnTo>
                  <a:lnTo>
                    <a:pt x="1107180" y="843330"/>
                  </a:lnTo>
                  <a:lnTo>
                    <a:pt x="1089679" y="875995"/>
                  </a:lnTo>
                  <a:lnTo>
                    <a:pt x="1070141" y="907484"/>
                  </a:lnTo>
                  <a:lnTo>
                    <a:pt x="1048645" y="937670"/>
                  </a:lnTo>
                  <a:lnTo>
                    <a:pt x="1025278" y="966433"/>
                  </a:lnTo>
                  <a:lnTo>
                    <a:pt x="1000134" y="993655"/>
                  </a:lnTo>
                  <a:lnTo>
                    <a:pt x="973314" y="1019228"/>
                  </a:lnTo>
                  <a:lnTo>
                    <a:pt x="944926" y="1043049"/>
                  </a:lnTo>
                  <a:lnTo>
                    <a:pt x="915084" y="1065021"/>
                  </a:lnTo>
                  <a:lnTo>
                    <a:pt x="883909" y="1085056"/>
                  </a:lnTo>
                  <a:lnTo>
                    <a:pt x="851525" y="1103073"/>
                  </a:lnTo>
                  <a:lnTo>
                    <a:pt x="818065" y="1119001"/>
                  </a:lnTo>
                  <a:lnTo>
                    <a:pt x="783661" y="1132774"/>
                  </a:lnTo>
                  <a:lnTo>
                    <a:pt x="748454" y="1144337"/>
                  </a:lnTo>
                  <a:lnTo>
                    <a:pt x="712583" y="1153644"/>
                  </a:lnTo>
                  <a:lnTo>
                    <a:pt x="676195" y="1160657"/>
                  </a:lnTo>
                  <a:lnTo>
                    <a:pt x="639435" y="1165349"/>
                  </a:lnTo>
                  <a:lnTo>
                    <a:pt x="602452" y="1167699"/>
                  </a:lnTo>
                  <a:lnTo>
                    <a:pt x="565394" y="1167699"/>
                  </a:lnTo>
                  <a:lnTo>
                    <a:pt x="528410" y="1165349"/>
                  </a:lnTo>
                  <a:lnTo>
                    <a:pt x="491650" y="1160657"/>
                  </a:lnTo>
                  <a:lnTo>
                    <a:pt x="455262" y="1153644"/>
                  </a:lnTo>
                  <a:lnTo>
                    <a:pt x="419392" y="1144337"/>
                  </a:lnTo>
                  <a:lnTo>
                    <a:pt x="384184" y="1132774"/>
                  </a:lnTo>
                  <a:lnTo>
                    <a:pt x="349781" y="1119001"/>
                  </a:lnTo>
                  <a:lnTo>
                    <a:pt x="316320" y="1103073"/>
                  </a:lnTo>
                  <a:lnTo>
                    <a:pt x="283937" y="1085056"/>
                  </a:lnTo>
                  <a:lnTo>
                    <a:pt x="252762" y="1065021"/>
                  </a:lnTo>
                  <a:lnTo>
                    <a:pt x="222920" y="1043049"/>
                  </a:lnTo>
                  <a:lnTo>
                    <a:pt x="194532" y="1019228"/>
                  </a:lnTo>
                  <a:lnTo>
                    <a:pt x="167712" y="993655"/>
                  </a:lnTo>
                  <a:lnTo>
                    <a:pt x="142567" y="966433"/>
                  </a:lnTo>
                  <a:lnTo>
                    <a:pt x="119200" y="937670"/>
                  </a:lnTo>
                  <a:lnTo>
                    <a:pt x="97705" y="907484"/>
                  </a:lnTo>
                  <a:lnTo>
                    <a:pt x="78167" y="875995"/>
                  </a:lnTo>
                  <a:lnTo>
                    <a:pt x="60665" y="843330"/>
                  </a:lnTo>
                  <a:lnTo>
                    <a:pt x="45271" y="809621"/>
                  </a:lnTo>
                  <a:lnTo>
                    <a:pt x="32045" y="775003"/>
                  </a:lnTo>
                  <a:lnTo>
                    <a:pt x="21042" y="739616"/>
                  </a:lnTo>
                  <a:lnTo>
                    <a:pt x="12305" y="703603"/>
                  </a:lnTo>
                  <a:lnTo>
                    <a:pt x="5870" y="667108"/>
                  </a:lnTo>
                  <a:lnTo>
                    <a:pt x="1763" y="630278"/>
                  </a:lnTo>
                  <a:lnTo>
                    <a:pt x="0" y="593262"/>
                  </a:lnTo>
                  <a:lnTo>
                    <a:pt x="587" y="556209"/>
                  </a:lnTo>
                  <a:lnTo>
                    <a:pt x="3524" y="519267"/>
                  </a:lnTo>
                  <a:lnTo>
                    <a:pt x="8798" y="482586"/>
                  </a:lnTo>
                  <a:lnTo>
                    <a:pt x="16388" y="446314"/>
                  </a:lnTo>
                  <a:lnTo>
                    <a:pt x="26263" y="410596"/>
                  </a:lnTo>
                  <a:lnTo>
                    <a:pt x="38383" y="375576"/>
                  </a:lnTo>
                  <a:lnTo>
                    <a:pt x="52701" y="341395"/>
                  </a:lnTo>
                  <a:lnTo>
                    <a:pt x="69157" y="308191"/>
                  </a:lnTo>
                  <a:lnTo>
                    <a:pt x="87686" y="276098"/>
                  </a:lnTo>
                  <a:lnTo>
                    <a:pt x="108213" y="245245"/>
                  </a:lnTo>
                  <a:lnTo>
                    <a:pt x="130656" y="215756"/>
                  </a:lnTo>
                  <a:lnTo>
                    <a:pt x="154924" y="187749"/>
                  </a:lnTo>
                  <a:lnTo>
                    <a:pt x="180919" y="161338"/>
                  </a:lnTo>
                  <a:lnTo>
                    <a:pt x="208537" y="136629"/>
                  </a:lnTo>
                  <a:lnTo>
                    <a:pt x="237666" y="113721"/>
                  </a:lnTo>
                  <a:lnTo>
                    <a:pt x="268190" y="92707"/>
                  </a:lnTo>
                  <a:lnTo>
                    <a:pt x="299985" y="73671"/>
                  </a:lnTo>
                  <a:lnTo>
                    <a:pt x="332924" y="56690"/>
                  </a:lnTo>
                  <a:lnTo>
                    <a:pt x="366873" y="41832"/>
                  </a:lnTo>
                  <a:lnTo>
                    <a:pt x="401696" y="29158"/>
                  </a:lnTo>
                  <a:lnTo>
                    <a:pt x="437253" y="18717"/>
                  </a:lnTo>
                  <a:lnTo>
                    <a:pt x="473401" y="10553"/>
                  </a:lnTo>
                  <a:lnTo>
                    <a:pt x="509993" y="4698"/>
                  </a:lnTo>
                  <a:lnTo>
                    <a:pt x="546883" y="1175"/>
                  </a:lnTo>
                  <a:lnTo>
                    <a:pt x="58392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253276" y="730714"/>
              <a:ext cx="606044" cy="368514"/>
            </a:xfrm>
            <a:custGeom>
              <a:avLst/>
              <a:pathLst>
                <a:path w="606044" h="368514">
                  <a:moveTo>
                    <a:pt x="86936" y="154128"/>
                  </a:moveTo>
                  <a:lnTo>
                    <a:pt x="91579" y="139999"/>
                  </a:lnTo>
                  <a:lnTo>
                    <a:pt x="97453" y="126127"/>
                  </a:lnTo>
                  <a:lnTo>
                    <a:pt x="104544" y="112592"/>
                  </a:lnTo>
                  <a:lnTo>
                    <a:pt x="112832" y="99474"/>
                  </a:lnTo>
                  <a:lnTo>
                    <a:pt x="122293" y="86850"/>
                  </a:lnTo>
                  <a:lnTo>
                    <a:pt x="132900" y="74799"/>
                  </a:lnTo>
                  <a:lnTo>
                    <a:pt x="144617" y="63396"/>
                  </a:lnTo>
                  <a:lnTo>
                    <a:pt x="157409" y="52715"/>
                  </a:lnTo>
                  <a:lnTo>
                    <a:pt x="171233" y="42826"/>
                  </a:lnTo>
                  <a:lnTo>
                    <a:pt x="186044" y="33800"/>
                  </a:lnTo>
                  <a:lnTo>
                    <a:pt x="201791" y="25703"/>
                  </a:lnTo>
                  <a:lnTo>
                    <a:pt x="218421" y="18600"/>
                  </a:lnTo>
                  <a:lnTo>
                    <a:pt x="235875" y="12550"/>
                  </a:lnTo>
                  <a:lnTo>
                    <a:pt x="254093" y="7613"/>
                  </a:lnTo>
                  <a:lnTo>
                    <a:pt x="273009" y="3842"/>
                  </a:lnTo>
                  <a:lnTo>
                    <a:pt x="292557" y="1289"/>
                  </a:lnTo>
                  <a:lnTo>
                    <a:pt x="312663" y="0"/>
                  </a:lnTo>
                  <a:lnTo>
                    <a:pt x="333256" y="18"/>
                  </a:lnTo>
                  <a:lnTo>
                    <a:pt x="348254" y="3870"/>
                  </a:lnTo>
                  <a:lnTo>
                    <a:pt x="363301" y="8506"/>
                  </a:lnTo>
                  <a:lnTo>
                    <a:pt x="378358" y="13936"/>
                  </a:lnTo>
                  <a:lnTo>
                    <a:pt x="393387" y="20167"/>
                  </a:lnTo>
                  <a:lnTo>
                    <a:pt x="408348" y="27203"/>
                  </a:lnTo>
                  <a:lnTo>
                    <a:pt x="423202" y="35048"/>
                  </a:lnTo>
                  <a:lnTo>
                    <a:pt x="437909" y="43704"/>
                  </a:lnTo>
                  <a:lnTo>
                    <a:pt x="452429" y="53169"/>
                  </a:lnTo>
                  <a:lnTo>
                    <a:pt x="466723" y="63442"/>
                  </a:lnTo>
                  <a:lnTo>
                    <a:pt x="480749" y="74519"/>
                  </a:lnTo>
                  <a:lnTo>
                    <a:pt x="494467" y="86394"/>
                  </a:lnTo>
                  <a:lnTo>
                    <a:pt x="507838" y="99058"/>
                  </a:lnTo>
                  <a:lnTo>
                    <a:pt x="520820" y="112502"/>
                  </a:lnTo>
                  <a:lnTo>
                    <a:pt x="533376" y="126715"/>
                  </a:lnTo>
                  <a:lnTo>
                    <a:pt x="545464" y="141682"/>
                  </a:lnTo>
                  <a:lnTo>
                    <a:pt x="557046" y="157388"/>
                  </a:lnTo>
                  <a:lnTo>
                    <a:pt x="568084" y="173816"/>
                  </a:lnTo>
                  <a:lnTo>
                    <a:pt x="578539" y="190947"/>
                  </a:lnTo>
                  <a:lnTo>
                    <a:pt x="588375" y="208760"/>
                  </a:lnTo>
                  <a:lnTo>
                    <a:pt x="597555" y="227232"/>
                  </a:lnTo>
                  <a:lnTo>
                    <a:pt x="606044" y="246338"/>
                  </a:lnTo>
                  <a:lnTo>
                    <a:pt x="589130" y="262120"/>
                  </a:lnTo>
                  <a:lnTo>
                    <a:pt x="571753" y="276840"/>
                  </a:lnTo>
                  <a:lnTo>
                    <a:pt x="553964" y="290485"/>
                  </a:lnTo>
                  <a:lnTo>
                    <a:pt x="535812" y="303044"/>
                  </a:lnTo>
                  <a:lnTo>
                    <a:pt x="517348" y="314508"/>
                  </a:lnTo>
                  <a:lnTo>
                    <a:pt x="498624" y="324872"/>
                  </a:lnTo>
                  <a:lnTo>
                    <a:pt x="479689" y="334129"/>
                  </a:lnTo>
                  <a:lnTo>
                    <a:pt x="460595" y="342277"/>
                  </a:lnTo>
                  <a:lnTo>
                    <a:pt x="441393" y="349317"/>
                  </a:lnTo>
                  <a:lnTo>
                    <a:pt x="422133" y="355250"/>
                  </a:lnTo>
                  <a:lnTo>
                    <a:pt x="402866" y="360080"/>
                  </a:lnTo>
                  <a:lnTo>
                    <a:pt x="383641" y="363812"/>
                  </a:lnTo>
                  <a:lnTo>
                    <a:pt x="364510" y="366455"/>
                  </a:lnTo>
                  <a:lnTo>
                    <a:pt x="345520" y="368018"/>
                  </a:lnTo>
                  <a:lnTo>
                    <a:pt x="326721" y="368514"/>
                  </a:lnTo>
                  <a:lnTo>
                    <a:pt x="308160" y="367957"/>
                  </a:lnTo>
                  <a:lnTo>
                    <a:pt x="289885" y="366362"/>
                  </a:lnTo>
                  <a:lnTo>
                    <a:pt x="271944" y="363747"/>
                  </a:lnTo>
                  <a:lnTo>
                    <a:pt x="254380" y="360133"/>
                  </a:lnTo>
                  <a:lnTo>
                    <a:pt x="237240" y="355540"/>
                  </a:lnTo>
                  <a:lnTo>
                    <a:pt x="220567" y="349993"/>
                  </a:lnTo>
                  <a:lnTo>
                    <a:pt x="204404" y="343516"/>
                  </a:lnTo>
                  <a:lnTo>
                    <a:pt x="188792" y="336136"/>
                  </a:lnTo>
                  <a:lnTo>
                    <a:pt x="173772" y="327882"/>
                  </a:lnTo>
                  <a:lnTo>
                    <a:pt x="159383" y="318785"/>
                  </a:lnTo>
                  <a:lnTo>
                    <a:pt x="143070" y="319493"/>
                  </a:lnTo>
                  <a:lnTo>
                    <a:pt x="127918" y="317321"/>
                  </a:lnTo>
                  <a:lnTo>
                    <a:pt x="114382" y="312597"/>
                  </a:lnTo>
                  <a:lnTo>
                    <a:pt x="102846" y="305717"/>
                  </a:lnTo>
                  <a:lnTo>
                    <a:pt x="93622" y="297127"/>
                  </a:lnTo>
                  <a:lnTo>
                    <a:pt x="86936" y="287320"/>
                  </a:lnTo>
                  <a:lnTo>
                    <a:pt x="81915" y="297319"/>
                  </a:lnTo>
                  <a:lnTo>
                    <a:pt x="74943" y="306630"/>
                  </a:lnTo>
                  <a:lnTo>
                    <a:pt x="66117" y="314969"/>
                  </a:lnTo>
                  <a:lnTo>
                    <a:pt x="55569" y="322063"/>
                  </a:lnTo>
                  <a:lnTo>
                    <a:pt x="43468" y="327660"/>
                  </a:lnTo>
                  <a:lnTo>
                    <a:pt x="30015" y="331527"/>
                  </a:lnTo>
                  <a:lnTo>
                    <a:pt x="15439" y="333457"/>
                  </a:lnTo>
                  <a:lnTo>
                    <a:pt x="0" y="333274"/>
                  </a:lnTo>
                  <a:lnTo>
                    <a:pt x="1137" y="316751"/>
                  </a:lnTo>
                  <a:lnTo>
                    <a:pt x="4587" y="301362"/>
                  </a:lnTo>
                  <a:lnTo>
                    <a:pt x="10132" y="287390"/>
                  </a:lnTo>
                  <a:lnTo>
                    <a:pt x="17521" y="275090"/>
                  </a:lnTo>
                  <a:lnTo>
                    <a:pt x="26476" y="264678"/>
                  </a:lnTo>
                  <a:lnTo>
                    <a:pt x="36692" y="256332"/>
                  </a:lnTo>
                  <a:lnTo>
                    <a:pt x="47850" y="250187"/>
                  </a:lnTo>
                  <a:lnTo>
                    <a:pt x="59614" y="246338"/>
                  </a:lnTo>
                  <a:lnTo>
                    <a:pt x="51181" y="240675"/>
                  </a:lnTo>
                  <a:lnTo>
                    <a:pt x="44062" y="232407"/>
                  </a:lnTo>
                  <a:lnTo>
                    <a:pt x="38857" y="221841"/>
                  </a:lnTo>
                  <a:lnTo>
                    <a:pt x="36098" y="209402"/>
                  </a:lnTo>
                  <a:lnTo>
                    <a:pt x="36223" y="195625"/>
                  </a:lnTo>
                  <a:lnTo>
                    <a:pt x="29345" y="202742"/>
                  </a:lnTo>
                  <a:lnTo>
                    <a:pt x="23468" y="210794"/>
                  </a:lnTo>
                  <a:lnTo>
                    <a:pt x="18719" y="219638"/>
                  </a:lnTo>
                  <a:lnTo>
                    <a:pt x="15206" y="229117"/>
                  </a:lnTo>
                  <a:lnTo>
                    <a:pt x="13013" y="239057"/>
                  </a:lnTo>
                  <a:lnTo>
                    <a:pt x="12201" y="249274"/>
                  </a:lnTo>
                  <a:lnTo>
                    <a:pt x="12804" y="259576"/>
                  </a:lnTo>
                  <a:lnTo>
                    <a:pt x="14830" y="269767"/>
                  </a:lnTo>
                  <a:lnTo>
                    <a:pt x="18259" y="279649"/>
                  </a:lnTo>
                  <a:lnTo>
                    <a:pt x="23044" y="289029"/>
                  </a:lnTo>
                  <a:lnTo>
                    <a:pt x="29113" y="297720"/>
                  </a:lnTo>
                  <a:lnTo>
                    <a:pt x="36366" y="305548"/>
                  </a:lnTo>
                  <a:lnTo>
                    <a:pt x="44679" y="312350"/>
                  </a:lnTo>
                  <a:lnTo>
                    <a:pt x="53908" y="317982"/>
                  </a:lnTo>
                  <a:lnTo>
                    <a:pt x="63886" y="322322"/>
                  </a:lnTo>
                  <a:lnTo>
                    <a:pt x="74434" y="325269"/>
                  </a:lnTo>
                  <a:lnTo>
                    <a:pt x="85357" y="326750"/>
                  </a:lnTo>
                  <a:lnTo>
                    <a:pt x="96449" y="326717"/>
                  </a:lnTo>
                  <a:lnTo>
                    <a:pt x="107502" y="325151"/>
                  </a:lnTo>
                  <a:lnTo>
                    <a:pt x="118302" y="322063"/>
                  </a:lnTo>
                  <a:lnTo>
                    <a:pt x="128641" y="317493"/>
                  </a:lnTo>
                  <a:lnTo>
                    <a:pt x="138314" y="311511"/>
                  </a:lnTo>
                  <a:lnTo>
                    <a:pt x="147128" y="304212"/>
                  </a:lnTo>
                  <a:lnTo>
                    <a:pt x="154904" y="295720"/>
                  </a:lnTo>
                  <a:lnTo>
                    <a:pt x="161481" y="286183"/>
                  </a:lnTo>
                  <a:lnTo>
                    <a:pt x="166718" y="275771"/>
                  </a:lnTo>
                  <a:lnTo>
                    <a:pt x="170499" y="264672"/>
                  </a:lnTo>
                  <a:lnTo>
                    <a:pt x="172733" y="253090"/>
                  </a:lnTo>
                  <a:lnTo>
                    <a:pt x="173361" y="241241"/>
                  </a:lnTo>
                  <a:lnTo>
                    <a:pt x="172350" y="229348"/>
                  </a:lnTo>
                  <a:lnTo>
                    <a:pt x="169700" y="217638"/>
                  </a:lnTo>
                  <a:lnTo>
                    <a:pt x="165444" y="206336"/>
                  </a:lnTo>
                  <a:lnTo>
                    <a:pt x="159643" y="195664"/>
                  </a:lnTo>
                  <a:lnTo>
                    <a:pt x="152391" y="185832"/>
                  </a:lnTo>
                  <a:lnTo>
                    <a:pt x="143808" y="177039"/>
                  </a:lnTo>
                  <a:lnTo>
                    <a:pt x="134045" y="169463"/>
                  </a:lnTo>
                  <a:lnTo>
                    <a:pt x="123273" y="163264"/>
                  </a:lnTo>
                  <a:lnTo>
                    <a:pt x="111687" y="158576"/>
                  </a:lnTo>
                  <a:lnTo>
                    <a:pt x="99500" y="155505"/>
                  </a:lnTo>
                  <a:close/>
                </a:path>
              </a:pathLst>
            </a:custGeom>
            <a:solidFill>
              <a:srgbClr val="00BFC4">
                <a:alpha val="25882"/>
              </a:srgbClr>
            </a:solidFill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53276" y="730714"/>
              <a:ext cx="606044" cy="368514"/>
            </a:xfrm>
            <a:custGeom>
              <a:avLst/>
              <a:pathLst>
                <a:path w="606044" h="368514">
                  <a:moveTo>
                    <a:pt x="86936" y="154128"/>
                  </a:moveTo>
                  <a:lnTo>
                    <a:pt x="91579" y="139999"/>
                  </a:lnTo>
                  <a:lnTo>
                    <a:pt x="97453" y="126127"/>
                  </a:lnTo>
                  <a:lnTo>
                    <a:pt x="104544" y="112592"/>
                  </a:lnTo>
                  <a:lnTo>
                    <a:pt x="112832" y="99474"/>
                  </a:lnTo>
                  <a:lnTo>
                    <a:pt x="122293" y="86850"/>
                  </a:lnTo>
                  <a:lnTo>
                    <a:pt x="132900" y="74799"/>
                  </a:lnTo>
                  <a:lnTo>
                    <a:pt x="144617" y="63396"/>
                  </a:lnTo>
                  <a:lnTo>
                    <a:pt x="157409" y="52715"/>
                  </a:lnTo>
                  <a:lnTo>
                    <a:pt x="171233" y="42826"/>
                  </a:lnTo>
                  <a:lnTo>
                    <a:pt x="186044" y="33800"/>
                  </a:lnTo>
                  <a:lnTo>
                    <a:pt x="201791" y="25703"/>
                  </a:lnTo>
                  <a:lnTo>
                    <a:pt x="218421" y="18600"/>
                  </a:lnTo>
                  <a:lnTo>
                    <a:pt x="235875" y="12550"/>
                  </a:lnTo>
                  <a:lnTo>
                    <a:pt x="254093" y="7613"/>
                  </a:lnTo>
                  <a:lnTo>
                    <a:pt x="273009" y="3842"/>
                  </a:lnTo>
                  <a:lnTo>
                    <a:pt x="292557" y="1289"/>
                  </a:lnTo>
                  <a:lnTo>
                    <a:pt x="312663" y="0"/>
                  </a:lnTo>
                  <a:lnTo>
                    <a:pt x="333256" y="18"/>
                  </a:lnTo>
                  <a:lnTo>
                    <a:pt x="348254" y="3870"/>
                  </a:lnTo>
                  <a:lnTo>
                    <a:pt x="363301" y="8506"/>
                  </a:lnTo>
                  <a:lnTo>
                    <a:pt x="378358" y="13936"/>
                  </a:lnTo>
                  <a:lnTo>
                    <a:pt x="393387" y="20167"/>
                  </a:lnTo>
                  <a:lnTo>
                    <a:pt x="408348" y="27203"/>
                  </a:lnTo>
                  <a:lnTo>
                    <a:pt x="423202" y="35048"/>
                  </a:lnTo>
                  <a:lnTo>
                    <a:pt x="437909" y="43704"/>
                  </a:lnTo>
                  <a:lnTo>
                    <a:pt x="452429" y="53169"/>
                  </a:lnTo>
                  <a:lnTo>
                    <a:pt x="466723" y="63442"/>
                  </a:lnTo>
                  <a:lnTo>
                    <a:pt x="480749" y="74519"/>
                  </a:lnTo>
                  <a:lnTo>
                    <a:pt x="494467" y="86394"/>
                  </a:lnTo>
                  <a:lnTo>
                    <a:pt x="507838" y="99058"/>
                  </a:lnTo>
                  <a:lnTo>
                    <a:pt x="520820" y="112502"/>
                  </a:lnTo>
                  <a:lnTo>
                    <a:pt x="533376" y="126715"/>
                  </a:lnTo>
                  <a:lnTo>
                    <a:pt x="545464" y="141682"/>
                  </a:lnTo>
                  <a:lnTo>
                    <a:pt x="557046" y="157388"/>
                  </a:lnTo>
                  <a:lnTo>
                    <a:pt x="568084" y="173816"/>
                  </a:lnTo>
                  <a:lnTo>
                    <a:pt x="578539" y="190947"/>
                  </a:lnTo>
                  <a:lnTo>
                    <a:pt x="588375" y="208760"/>
                  </a:lnTo>
                  <a:lnTo>
                    <a:pt x="597555" y="227232"/>
                  </a:lnTo>
                  <a:lnTo>
                    <a:pt x="606044" y="246338"/>
                  </a:lnTo>
                  <a:lnTo>
                    <a:pt x="589130" y="262120"/>
                  </a:lnTo>
                  <a:lnTo>
                    <a:pt x="571753" y="276840"/>
                  </a:lnTo>
                  <a:lnTo>
                    <a:pt x="553964" y="290485"/>
                  </a:lnTo>
                  <a:lnTo>
                    <a:pt x="535812" y="303044"/>
                  </a:lnTo>
                  <a:lnTo>
                    <a:pt x="517348" y="314508"/>
                  </a:lnTo>
                  <a:lnTo>
                    <a:pt x="498624" y="324872"/>
                  </a:lnTo>
                  <a:lnTo>
                    <a:pt x="479689" y="334129"/>
                  </a:lnTo>
                  <a:lnTo>
                    <a:pt x="460595" y="342277"/>
                  </a:lnTo>
                  <a:lnTo>
                    <a:pt x="441393" y="349317"/>
                  </a:lnTo>
                  <a:lnTo>
                    <a:pt x="422133" y="355250"/>
                  </a:lnTo>
                  <a:lnTo>
                    <a:pt x="402866" y="360080"/>
                  </a:lnTo>
                  <a:lnTo>
                    <a:pt x="383641" y="363812"/>
                  </a:lnTo>
                  <a:lnTo>
                    <a:pt x="364510" y="366455"/>
                  </a:lnTo>
                  <a:lnTo>
                    <a:pt x="345520" y="368018"/>
                  </a:lnTo>
                  <a:lnTo>
                    <a:pt x="326721" y="368514"/>
                  </a:lnTo>
                  <a:lnTo>
                    <a:pt x="308160" y="367957"/>
                  </a:lnTo>
                  <a:lnTo>
                    <a:pt x="289885" y="366362"/>
                  </a:lnTo>
                  <a:lnTo>
                    <a:pt x="271944" y="363747"/>
                  </a:lnTo>
                  <a:lnTo>
                    <a:pt x="254380" y="360133"/>
                  </a:lnTo>
                  <a:lnTo>
                    <a:pt x="237240" y="355540"/>
                  </a:lnTo>
                  <a:lnTo>
                    <a:pt x="220567" y="349993"/>
                  </a:lnTo>
                  <a:lnTo>
                    <a:pt x="204404" y="343516"/>
                  </a:lnTo>
                  <a:lnTo>
                    <a:pt x="188792" y="336136"/>
                  </a:lnTo>
                  <a:lnTo>
                    <a:pt x="173772" y="327882"/>
                  </a:lnTo>
                  <a:lnTo>
                    <a:pt x="159383" y="318785"/>
                  </a:lnTo>
                  <a:lnTo>
                    <a:pt x="143070" y="319493"/>
                  </a:lnTo>
                  <a:lnTo>
                    <a:pt x="127918" y="317321"/>
                  </a:lnTo>
                  <a:lnTo>
                    <a:pt x="114382" y="312597"/>
                  </a:lnTo>
                  <a:lnTo>
                    <a:pt x="102846" y="305717"/>
                  </a:lnTo>
                  <a:lnTo>
                    <a:pt x="93622" y="297127"/>
                  </a:lnTo>
                  <a:lnTo>
                    <a:pt x="86936" y="287320"/>
                  </a:lnTo>
                  <a:lnTo>
                    <a:pt x="81915" y="297319"/>
                  </a:lnTo>
                  <a:lnTo>
                    <a:pt x="74943" y="306630"/>
                  </a:lnTo>
                  <a:lnTo>
                    <a:pt x="66117" y="314969"/>
                  </a:lnTo>
                  <a:lnTo>
                    <a:pt x="55569" y="322063"/>
                  </a:lnTo>
                  <a:lnTo>
                    <a:pt x="43468" y="327660"/>
                  </a:lnTo>
                  <a:lnTo>
                    <a:pt x="30015" y="331527"/>
                  </a:lnTo>
                  <a:lnTo>
                    <a:pt x="15439" y="333457"/>
                  </a:lnTo>
                  <a:lnTo>
                    <a:pt x="0" y="333274"/>
                  </a:lnTo>
                  <a:lnTo>
                    <a:pt x="1137" y="316751"/>
                  </a:lnTo>
                  <a:lnTo>
                    <a:pt x="4587" y="301362"/>
                  </a:lnTo>
                  <a:lnTo>
                    <a:pt x="10132" y="287390"/>
                  </a:lnTo>
                  <a:lnTo>
                    <a:pt x="17521" y="275090"/>
                  </a:lnTo>
                  <a:lnTo>
                    <a:pt x="26476" y="264678"/>
                  </a:lnTo>
                  <a:lnTo>
                    <a:pt x="36692" y="256332"/>
                  </a:lnTo>
                  <a:lnTo>
                    <a:pt x="47850" y="250187"/>
                  </a:lnTo>
                  <a:lnTo>
                    <a:pt x="59614" y="246338"/>
                  </a:lnTo>
                  <a:lnTo>
                    <a:pt x="51181" y="240675"/>
                  </a:lnTo>
                  <a:lnTo>
                    <a:pt x="44062" y="232407"/>
                  </a:lnTo>
                  <a:lnTo>
                    <a:pt x="38857" y="221841"/>
                  </a:lnTo>
                  <a:lnTo>
                    <a:pt x="36098" y="209402"/>
                  </a:lnTo>
                  <a:lnTo>
                    <a:pt x="36223" y="195625"/>
                  </a:lnTo>
                </a:path>
              </a:pathLst>
            </a:custGeom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1308611" y="853241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554931" y="699131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827719" y="945451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381058" y="1017898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308611" y="986433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221674" y="1032388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1281289" y="945451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1257898" y="894738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340212" y="457944"/>
              <a:ext cx="0" cy="519108"/>
            </a:xfrm>
            <a:custGeom>
              <a:avLst/>
              <a:pathLst>
                <a:path w="0" h="519108">
                  <a:moveTo>
                    <a:pt x="0" y="519108"/>
                  </a:moveTo>
                  <a:lnTo>
                    <a:pt x="0" y="501207"/>
                  </a:lnTo>
                  <a:lnTo>
                    <a:pt x="0" y="483307"/>
                  </a:lnTo>
                  <a:lnTo>
                    <a:pt x="0" y="465407"/>
                  </a:lnTo>
                  <a:lnTo>
                    <a:pt x="0" y="447507"/>
                  </a:lnTo>
                  <a:lnTo>
                    <a:pt x="0" y="429606"/>
                  </a:lnTo>
                  <a:lnTo>
                    <a:pt x="0" y="411706"/>
                  </a:lnTo>
                  <a:lnTo>
                    <a:pt x="0" y="393806"/>
                  </a:lnTo>
                  <a:lnTo>
                    <a:pt x="0" y="375905"/>
                  </a:lnTo>
                  <a:lnTo>
                    <a:pt x="0" y="358005"/>
                  </a:lnTo>
                  <a:lnTo>
                    <a:pt x="0" y="340105"/>
                  </a:lnTo>
                  <a:lnTo>
                    <a:pt x="0" y="322205"/>
                  </a:lnTo>
                  <a:lnTo>
                    <a:pt x="0" y="304304"/>
                  </a:lnTo>
                  <a:lnTo>
                    <a:pt x="0" y="286404"/>
                  </a:lnTo>
                  <a:lnTo>
                    <a:pt x="0" y="268504"/>
                  </a:lnTo>
                  <a:lnTo>
                    <a:pt x="0" y="250603"/>
                  </a:lnTo>
                  <a:lnTo>
                    <a:pt x="0" y="232703"/>
                  </a:lnTo>
                  <a:lnTo>
                    <a:pt x="0" y="214803"/>
                  </a:lnTo>
                  <a:lnTo>
                    <a:pt x="0" y="196903"/>
                  </a:lnTo>
                  <a:lnTo>
                    <a:pt x="0" y="179002"/>
                  </a:lnTo>
                  <a:lnTo>
                    <a:pt x="0" y="161102"/>
                  </a:lnTo>
                  <a:lnTo>
                    <a:pt x="0" y="143202"/>
                  </a:lnTo>
                  <a:lnTo>
                    <a:pt x="0" y="125301"/>
                  </a:lnTo>
                  <a:lnTo>
                    <a:pt x="0" y="107401"/>
                  </a:lnTo>
                  <a:lnTo>
                    <a:pt x="0" y="89501"/>
                  </a:lnTo>
                  <a:lnTo>
                    <a:pt x="0" y="71601"/>
                  </a:lnTo>
                  <a:lnTo>
                    <a:pt x="0" y="53700"/>
                  </a:lnTo>
                  <a:lnTo>
                    <a:pt x="0" y="35800"/>
                  </a:lnTo>
                  <a:lnTo>
                    <a:pt x="0" y="1790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340212" y="609987"/>
              <a:ext cx="367064" cy="367064"/>
            </a:xfrm>
            <a:custGeom>
              <a:avLst/>
              <a:pathLst>
                <a:path w="367064" h="367064">
                  <a:moveTo>
                    <a:pt x="0" y="367064"/>
                  </a:moveTo>
                  <a:lnTo>
                    <a:pt x="12657" y="354407"/>
                  </a:lnTo>
                  <a:lnTo>
                    <a:pt x="25314" y="341750"/>
                  </a:lnTo>
                  <a:lnTo>
                    <a:pt x="37972" y="329092"/>
                  </a:lnTo>
                  <a:lnTo>
                    <a:pt x="50629" y="316435"/>
                  </a:lnTo>
                  <a:lnTo>
                    <a:pt x="63287" y="303777"/>
                  </a:lnTo>
                  <a:lnTo>
                    <a:pt x="75944" y="291120"/>
                  </a:lnTo>
                  <a:lnTo>
                    <a:pt x="88601" y="278463"/>
                  </a:lnTo>
                  <a:lnTo>
                    <a:pt x="101259" y="265805"/>
                  </a:lnTo>
                  <a:lnTo>
                    <a:pt x="113916" y="253148"/>
                  </a:lnTo>
                  <a:lnTo>
                    <a:pt x="126574" y="240490"/>
                  </a:lnTo>
                  <a:lnTo>
                    <a:pt x="139231" y="227833"/>
                  </a:lnTo>
                  <a:lnTo>
                    <a:pt x="151888" y="215175"/>
                  </a:lnTo>
                  <a:lnTo>
                    <a:pt x="164546" y="202518"/>
                  </a:lnTo>
                  <a:lnTo>
                    <a:pt x="177203" y="189861"/>
                  </a:lnTo>
                  <a:lnTo>
                    <a:pt x="189861" y="177203"/>
                  </a:lnTo>
                  <a:lnTo>
                    <a:pt x="202518" y="164546"/>
                  </a:lnTo>
                  <a:lnTo>
                    <a:pt x="215175" y="151888"/>
                  </a:lnTo>
                  <a:lnTo>
                    <a:pt x="227833" y="139231"/>
                  </a:lnTo>
                  <a:lnTo>
                    <a:pt x="240490" y="126574"/>
                  </a:lnTo>
                  <a:lnTo>
                    <a:pt x="253148" y="113916"/>
                  </a:lnTo>
                  <a:lnTo>
                    <a:pt x="265805" y="101259"/>
                  </a:lnTo>
                  <a:lnTo>
                    <a:pt x="278463" y="88601"/>
                  </a:lnTo>
                  <a:lnTo>
                    <a:pt x="291120" y="75944"/>
                  </a:lnTo>
                  <a:lnTo>
                    <a:pt x="303777" y="63287"/>
                  </a:lnTo>
                  <a:lnTo>
                    <a:pt x="316435" y="50629"/>
                  </a:lnTo>
                  <a:lnTo>
                    <a:pt x="329092" y="37972"/>
                  </a:lnTo>
                  <a:lnTo>
                    <a:pt x="341750" y="25314"/>
                  </a:lnTo>
                  <a:lnTo>
                    <a:pt x="354407" y="12657"/>
                  </a:lnTo>
                  <a:lnTo>
                    <a:pt x="367064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340212" y="977052"/>
              <a:ext cx="519108" cy="0"/>
            </a:xfrm>
            <a:custGeom>
              <a:avLst/>
              <a:pathLst>
                <a:path w="519108" h="0">
                  <a:moveTo>
                    <a:pt x="0" y="0"/>
                  </a:moveTo>
                  <a:lnTo>
                    <a:pt x="17900" y="0"/>
                  </a:lnTo>
                  <a:lnTo>
                    <a:pt x="35800" y="0"/>
                  </a:lnTo>
                  <a:lnTo>
                    <a:pt x="53700" y="0"/>
                  </a:lnTo>
                  <a:lnTo>
                    <a:pt x="71601" y="0"/>
                  </a:lnTo>
                  <a:lnTo>
                    <a:pt x="89501" y="0"/>
                  </a:lnTo>
                  <a:lnTo>
                    <a:pt x="107401" y="0"/>
                  </a:lnTo>
                  <a:lnTo>
                    <a:pt x="125301" y="0"/>
                  </a:lnTo>
                  <a:lnTo>
                    <a:pt x="143202" y="0"/>
                  </a:lnTo>
                  <a:lnTo>
                    <a:pt x="161102" y="0"/>
                  </a:lnTo>
                  <a:lnTo>
                    <a:pt x="179002" y="0"/>
                  </a:lnTo>
                  <a:lnTo>
                    <a:pt x="196903" y="0"/>
                  </a:lnTo>
                  <a:lnTo>
                    <a:pt x="214803" y="0"/>
                  </a:lnTo>
                  <a:lnTo>
                    <a:pt x="232703" y="0"/>
                  </a:lnTo>
                  <a:lnTo>
                    <a:pt x="250603" y="0"/>
                  </a:lnTo>
                  <a:lnTo>
                    <a:pt x="268504" y="0"/>
                  </a:lnTo>
                  <a:lnTo>
                    <a:pt x="286404" y="0"/>
                  </a:lnTo>
                  <a:lnTo>
                    <a:pt x="304304" y="0"/>
                  </a:lnTo>
                  <a:lnTo>
                    <a:pt x="322205" y="0"/>
                  </a:lnTo>
                  <a:lnTo>
                    <a:pt x="340105" y="0"/>
                  </a:lnTo>
                  <a:lnTo>
                    <a:pt x="358005" y="0"/>
                  </a:lnTo>
                  <a:lnTo>
                    <a:pt x="375905" y="0"/>
                  </a:lnTo>
                  <a:lnTo>
                    <a:pt x="393806" y="0"/>
                  </a:lnTo>
                  <a:lnTo>
                    <a:pt x="411706" y="0"/>
                  </a:lnTo>
                  <a:lnTo>
                    <a:pt x="429606" y="0"/>
                  </a:lnTo>
                  <a:lnTo>
                    <a:pt x="447507" y="0"/>
                  </a:lnTo>
                  <a:lnTo>
                    <a:pt x="465407" y="0"/>
                  </a:lnTo>
                  <a:lnTo>
                    <a:pt x="483307" y="0"/>
                  </a:lnTo>
                  <a:lnTo>
                    <a:pt x="501207" y="0"/>
                  </a:lnTo>
                  <a:lnTo>
                    <a:pt x="519108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340212" y="977052"/>
              <a:ext cx="367064" cy="367064"/>
            </a:xfrm>
            <a:custGeom>
              <a:avLst/>
              <a:pathLst>
                <a:path w="367064" h="367064">
                  <a:moveTo>
                    <a:pt x="0" y="0"/>
                  </a:moveTo>
                  <a:lnTo>
                    <a:pt x="12657" y="12657"/>
                  </a:lnTo>
                  <a:lnTo>
                    <a:pt x="25314" y="25314"/>
                  </a:lnTo>
                  <a:lnTo>
                    <a:pt x="37972" y="37972"/>
                  </a:lnTo>
                  <a:lnTo>
                    <a:pt x="50629" y="50629"/>
                  </a:lnTo>
                  <a:lnTo>
                    <a:pt x="63287" y="63287"/>
                  </a:lnTo>
                  <a:lnTo>
                    <a:pt x="75944" y="75944"/>
                  </a:lnTo>
                  <a:lnTo>
                    <a:pt x="88601" y="88601"/>
                  </a:lnTo>
                  <a:lnTo>
                    <a:pt x="101259" y="101259"/>
                  </a:lnTo>
                  <a:lnTo>
                    <a:pt x="113916" y="113916"/>
                  </a:lnTo>
                  <a:lnTo>
                    <a:pt x="126574" y="126574"/>
                  </a:lnTo>
                  <a:lnTo>
                    <a:pt x="139231" y="139231"/>
                  </a:lnTo>
                  <a:lnTo>
                    <a:pt x="151888" y="151888"/>
                  </a:lnTo>
                  <a:lnTo>
                    <a:pt x="164546" y="164546"/>
                  </a:lnTo>
                  <a:lnTo>
                    <a:pt x="177203" y="177203"/>
                  </a:lnTo>
                  <a:lnTo>
                    <a:pt x="189861" y="189861"/>
                  </a:lnTo>
                  <a:lnTo>
                    <a:pt x="202518" y="202518"/>
                  </a:lnTo>
                  <a:lnTo>
                    <a:pt x="215175" y="215175"/>
                  </a:lnTo>
                  <a:lnTo>
                    <a:pt x="227833" y="227833"/>
                  </a:lnTo>
                  <a:lnTo>
                    <a:pt x="240490" y="240490"/>
                  </a:lnTo>
                  <a:lnTo>
                    <a:pt x="253148" y="253148"/>
                  </a:lnTo>
                  <a:lnTo>
                    <a:pt x="265805" y="265805"/>
                  </a:lnTo>
                  <a:lnTo>
                    <a:pt x="278463" y="278463"/>
                  </a:lnTo>
                  <a:lnTo>
                    <a:pt x="291120" y="291120"/>
                  </a:lnTo>
                  <a:lnTo>
                    <a:pt x="303777" y="303777"/>
                  </a:lnTo>
                  <a:lnTo>
                    <a:pt x="316435" y="316435"/>
                  </a:lnTo>
                  <a:lnTo>
                    <a:pt x="329092" y="329092"/>
                  </a:lnTo>
                  <a:lnTo>
                    <a:pt x="341750" y="341750"/>
                  </a:lnTo>
                  <a:lnTo>
                    <a:pt x="354407" y="354407"/>
                  </a:lnTo>
                  <a:lnTo>
                    <a:pt x="367064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340212" y="977052"/>
              <a:ext cx="0" cy="519108"/>
            </a:xfrm>
            <a:custGeom>
              <a:avLst/>
              <a:pathLst>
                <a:path w="0" h="519108">
                  <a:moveTo>
                    <a:pt x="0" y="0"/>
                  </a:moveTo>
                  <a:lnTo>
                    <a:pt x="0" y="17900"/>
                  </a:lnTo>
                  <a:lnTo>
                    <a:pt x="0" y="35800"/>
                  </a:lnTo>
                  <a:lnTo>
                    <a:pt x="0" y="53700"/>
                  </a:lnTo>
                  <a:lnTo>
                    <a:pt x="0" y="71601"/>
                  </a:lnTo>
                  <a:lnTo>
                    <a:pt x="0" y="89501"/>
                  </a:lnTo>
                  <a:lnTo>
                    <a:pt x="0" y="107401"/>
                  </a:lnTo>
                  <a:lnTo>
                    <a:pt x="0" y="125301"/>
                  </a:lnTo>
                  <a:lnTo>
                    <a:pt x="0" y="143202"/>
                  </a:lnTo>
                  <a:lnTo>
                    <a:pt x="0" y="161102"/>
                  </a:lnTo>
                  <a:lnTo>
                    <a:pt x="0" y="179002"/>
                  </a:lnTo>
                  <a:lnTo>
                    <a:pt x="0" y="196903"/>
                  </a:lnTo>
                  <a:lnTo>
                    <a:pt x="0" y="214803"/>
                  </a:lnTo>
                  <a:lnTo>
                    <a:pt x="0" y="232703"/>
                  </a:lnTo>
                  <a:lnTo>
                    <a:pt x="0" y="250603"/>
                  </a:lnTo>
                  <a:lnTo>
                    <a:pt x="0" y="268504"/>
                  </a:lnTo>
                  <a:lnTo>
                    <a:pt x="0" y="286404"/>
                  </a:lnTo>
                  <a:lnTo>
                    <a:pt x="0" y="304304"/>
                  </a:lnTo>
                  <a:lnTo>
                    <a:pt x="0" y="322205"/>
                  </a:lnTo>
                  <a:lnTo>
                    <a:pt x="0" y="340105"/>
                  </a:lnTo>
                  <a:lnTo>
                    <a:pt x="0" y="358005"/>
                  </a:lnTo>
                  <a:lnTo>
                    <a:pt x="0" y="375905"/>
                  </a:lnTo>
                  <a:lnTo>
                    <a:pt x="0" y="393806"/>
                  </a:lnTo>
                  <a:lnTo>
                    <a:pt x="0" y="411706"/>
                  </a:lnTo>
                  <a:lnTo>
                    <a:pt x="0" y="429606"/>
                  </a:lnTo>
                  <a:lnTo>
                    <a:pt x="0" y="447507"/>
                  </a:lnTo>
                  <a:lnTo>
                    <a:pt x="0" y="465407"/>
                  </a:lnTo>
                  <a:lnTo>
                    <a:pt x="0" y="483307"/>
                  </a:lnTo>
                  <a:lnTo>
                    <a:pt x="0" y="501207"/>
                  </a:lnTo>
                  <a:lnTo>
                    <a:pt x="0" y="519108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73147" y="977052"/>
              <a:ext cx="367064" cy="367064"/>
            </a:xfrm>
            <a:custGeom>
              <a:avLst/>
              <a:pathLst>
                <a:path w="367064" h="367064">
                  <a:moveTo>
                    <a:pt x="367064" y="0"/>
                  </a:moveTo>
                  <a:lnTo>
                    <a:pt x="354407" y="12657"/>
                  </a:lnTo>
                  <a:lnTo>
                    <a:pt x="341750" y="25314"/>
                  </a:lnTo>
                  <a:lnTo>
                    <a:pt x="329092" y="37972"/>
                  </a:lnTo>
                  <a:lnTo>
                    <a:pt x="316435" y="50629"/>
                  </a:lnTo>
                  <a:lnTo>
                    <a:pt x="303777" y="63287"/>
                  </a:lnTo>
                  <a:lnTo>
                    <a:pt x="291120" y="75944"/>
                  </a:lnTo>
                  <a:lnTo>
                    <a:pt x="278463" y="88601"/>
                  </a:lnTo>
                  <a:lnTo>
                    <a:pt x="265805" y="101259"/>
                  </a:lnTo>
                  <a:lnTo>
                    <a:pt x="253148" y="113916"/>
                  </a:lnTo>
                  <a:lnTo>
                    <a:pt x="240490" y="126574"/>
                  </a:lnTo>
                  <a:lnTo>
                    <a:pt x="227833" y="139231"/>
                  </a:lnTo>
                  <a:lnTo>
                    <a:pt x="215175" y="151888"/>
                  </a:lnTo>
                  <a:lnTo>
                    <a:pt x="202518" y="164546"/>
                  </a:lnTo>
                  <a:lnTo>
                    <a:pt x="189861" y="177203"/>
                  </a:lnTo>
                  <a:lnTo>
                    <a:pt x="177203" y="189861"/>
                  </a:lnTo>
                  <a:lnTo>
                    <a:pt x="164546" y="202518"/>
                  </a:lnTo>
                  <a:lnTo>
                    <a:pt x="151888" y="215175"/>
                  </a:lnTo>
                  <a:lnTo>
                    <a:pt x="139231" y="227833"/>
                  </a:lnTo>
                  <a:lnTo>
                    <a:pt x="126574" y="240490"/>
                  </a:lnTo>
                  <a:lnTo>
                    <a:pt x="113916" y="253148"/>
                  </a:lnTo>
                  <a:lnTo>
                    <a:pt x="101259" y="265805"/>
                  </a:lnTo>
                  <a:lnTo>
                    <a:pt x="88601" y="278463"/>
                  </a:lnTo>
                  <a:lnTo>
                    <a:pt x="75944" y="291120"/>
                  </a:lnTo>
                  <a:lnTo>
                    <a:pt x="63287" y="303777"/>
                  </a:lnTo>
                  <a:lnTo>
                    <a:pt x="50629" y="316435"/>
                  </a:lnTo>
                  <a:lnTo>
                    <a:pt x="37972" y="329092"/>
                  </a:lnTo>
                  <a:lnTo>
                    <a:pt x="25314" y="341750"/>
                  </a:lnTo>
                  <a:lnTo>
                    <a:pt x="12657" y="354407"/>
                  </a:lnTo>
                  <a:lnTo>
                    <a:pt x="0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821104" y="977052"/>
              <a:ext cx="519108" cy="0"/>
            </a:xfrm>
            <a:custGeom>
              <a:avLst/>
              <a:pathLst>
                <a:path w="519108" h="0">
                  <a:moveTo>
                    <a:pt x="519108" y="0"/>
                  </a:moveTo>
                  <a:lnTo>
                    <a:pt x="501207" y="0"/>
                  </a:lnTo>
                  <a:lnTo>
                    <a:pt x="483307" y="0"/>
                  </a:lnTo>
                  <a:lnTo>
                    <a:pt x="465407" y="0"/>
                  </a:lnTo>
                  <a:lnTo>
                    <a:pt x="447507" y="0"/>
                  </a:lnTo>
                  <a:lnTo>
                    <a:pt x="429606" y="0"/>
                  </a:lnTo>
                  <a:lnTo>
                    <a:pt x="411706" y="0"/>
                  </a:lnTo>
                  <a:lnTo>
                    <a:pt x="393806" y="0"/>
                  </a:lnTo>
                  <a:lnTo>
                    <a:pt x="375905" y="0"/>
                  </a:lnTo>
                  <a:lnTo>
                    <a:pt x="358005" y="0"/>
                  </a:lnTo>
                  <a:lnTo>
                    <a:pt x="340105" y="0"/>
                  </a:lnTo>
                  <a:lnTo>
                    <a:pt x="322205" y="0"/>
                  </a:lnTo>
                  <a:lnTo>
                    <a:pt x="304304" y="0"/>
                  </a:lnTo>
                  <a:lnTo>
                    <a:pt x="286404" y="0"/>
                  </a:lnTo>
                  <a:lnTo>
                    <a:pt x="268504" y="0"/>
                  </a:lnTo>
                  <a:lnTo>
                    <a:pt x="250603" y="0"/>
                  </a:lnTo>
                  <a:lnTo>
                    <a:pt x="232703" y="0"/>
                  </a:lnTo>
                  <a:lnTo>
                    <a:pt x="214803" y="0"/>
                  </a:lnTo>
                  <a:lnTo>
                    <a:pt x="196903" y="0"/>
                  </a:lnTo>
                  <a:lnTo>
                    <a:pt x="179002" y="0"/>
                  </a:lnTo>
                  <a:lnTo>
                    <a:pt x="161102" y="0"/>
                  </a:lnTo>
                  <a:lnTo>
                    <a:pt x="143202" y="0"/>
                  </a:lnTo>
                  <a:lnTo>
                    <a:pt x="125301" y="0"/>
                  </a:lnTo>
                  <a:lnTo>
                    <a:pt x="107401" y="0"/>
                  </a:lnTo>
                  <a:lnTo>
                    <a:pt x="89501" y="0"/>
                  </a:lnTo>
                  <a:lnTo>
                    <a:pt x="71601" y="0"/>
                  </a:lnTo>
                  <a:lnTo>
                    <a:pt x="53700" y="0"/>
                  </a:lnTo>
                  <a:lnTo>
                    <a:pt x="35800" y="0"/>
                  </a:lnTo>
                  <a:lnTo>
                    <a:pt x="17900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73147" y="609987"/>
              <a:ext cx="367064" cy="367064"/>
            </a:xfrm>
            <a:custGeom>
              <a:avLst/>
              <a:pathLst>
                <a:path w="367064" h="367064">
                  <a:moveTo>
                    <a:pt x="367064" y="367064"/>
                  </a:moveTo>
                  <a:lnTo>
                    <a:pt x="354407" y="354407"/>
                  </a:lnTo>
                  <a:lnTo>
                    <a:pt x="341750" y="341750"/>
                  </a:lnTo>
                  <a:lnTo>
                    <a:pt x="329092" y="329092"/>
                  </a:lnTo>
                  <a:lnTo>
                    <a:pt x="316435" y="316435"/>
                  </a:lnTo>
                  <a:lnTo>
                    <a:pt x="303777" y="303777"/>
                  </a:lnTo>
                  <a:lnTo>
                    <a:pt x="291120" y="291120"/>
                  </a:lnTo>
                  <a:lnTo>
                    <a:pt x="278463" y="278463"/>
                  </a:lnTo>
                  <a:lnTo>
                    <a:pt x="265805" y="265805"/>
                  </a:lnTo>
                  <a:lnTo>
                    <a:pt x="253148" y="253148"/>
                  </a:lnTo>
                  <a:lnTo>
                    <a:pt x="240490" y="240490"/>
                  </a:lnTo>
                  <a:lnTo>
                    <a:pt x="227833" y="227833"/>
                  </a:lnTo>
                  <a:lnTo>
                    <a:pt x="215175" y="215175"/>
                  </a:lnTo>
                  <a:lnTo>
                    <a:pt x="202518" y="202518"/>
                  </a:lnTo>
                  <a:lnTo>
                    <a:pt x="189861" y="189861"/>
                  </a:lnTo>
                  <a:lnTo>
                    <a:pt x="177203" y="177203"/>
                  </a:lnTo>
                  <a:lnTo>
                    <a:pt x="164546" y="164546"/>
                  </a:lnTo>
                  <a:lnTo>
                    <a:pt x="151888" y="151888"/>
                  </a:lnTo>
                  <a:lnTo>
                    <a:pt x="139231" y="139231"/>
                  </a:lnTo>
                  <a:lnTo>
                    <a:pt x="126574" y="126574"/>
                  </a:lnTo>
                  <a:lnTo>
                    <a:pt x="113916" y="113916"/>
                  </a:lnTo>
                  <a:lnTo>
                    <a:pt x="101259" y="101259"/>
                  </a:lnTo>
                  <a:lnTo>
                    <a:pt x="88601" y="88601"/>
                  </a:lnTo>
                  <a:lnTo>
                    <a:pt x="75944" y="75944"/>
                  </a:lnTo>
                  <a:lnTo>
                    <a:pt x="63287" y="63287"/>
                  </a:lnTo>
                  <a:lnTo>
                    <a:pt x="50629" y="50629"/>
                  </a:lnTo>
                  <a:lnTo>
                    <a:pt x="37972" y="37972"/>
                  </a:lnTo>
                  <a:lnTo>
                    <a:pt x="25314" y="25314"/>
                  </a:lnTo>
                  <a:lnTo>
                    <a:pt x="12657" y="1265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1208173" y="354377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19028" y="525425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816127" y="93837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509930" y="1351321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199074" y="1522370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75072" y="1351321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34143" y="93837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4171" y="525425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50754" y="685677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01285" y="426123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2320794" y="69589"/>
              <a:ext cx="2251205" cy="22062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2320794" y="290210"/>
              <a:ext cx="2251205" cy="14590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2648793" y="69589"/>
              <a:ext cx="1885248" cy="22062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3127862" y="99337"/>
              <a:ext cx="927110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Accipitriformes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964231" y="196112"/>
              <a:ext cx="12543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55, species = 22</a:t>
              </a:r>
            </a:p>
          </p:txBody>
        </p:sp>
        <p:sp>
          <p:nvSpPr>
            <p:cNvPr id="55" name="rc55"/>
            <p:cNvSpPr/>
            <p:nvPr/>
          </p:nvSpPr>
          <p:spPr>
            <a:xfrm>
              <a:off x="2942532" y="328167"/>
              <a:ext cx="1297770" cy="1297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591417" y="393056"/>
              <a:ext cx="0" cy="583996"/>
            </a:xfrm>
            <a:custGeom>
              <a:avLst/>
              <a:pathLst>
                <a:path w="0" h="583996">
                  <a:moveTo>
                    <a:pt x="0" y="583996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591417" y="564104"/>
              <a:ext cx="412948" cy="412948"/>
            </a:xfrm>
            <a:custGeom>
              <a:avLst/>
              <a:pathLst>
                <a:path w="412948" h="412948">
                  <a:moveTo>
                    <a:pt x="0" y="412948"/>
                  </a:moveTo>
                  <a:lnTo>
                    <a:pt x="41294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591417" y="977052"/>
              <a:ext cx="583996" cy="0"/>
            </a:xfrm>
            <a:custGeom>
              <a:avLst/>
              <a:pathLst>
                <a:path w="583996" h="0">
                  <a:moveTo>
                    <a:pt x="0" y="0"/>
                  </a:moveTo>
                  <a:lnTo>
                    <a:pt x="583996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591417" y="977052"/>
              <a:ext cx="412948" cy="412948"/>
            </a:xfrm>
            <a:custGeom>
              <a:avLst/>
              <a:pathLst>
                <a:path w="412948" h="412948">
                  <a:moveTo>
                    <a:pt x="0" y="0"/>
                  </a:moveTo>
                  <a:lnTo>
                    <a:pt x="412948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591417" y="977052"/>
              <a:ext cx="0" cy="583996"/>
            </a:xfrm>
            <a:custGeom>
              <a:avLst/>
              <a:pathLst>
                <a:path w="0" h="583996">
                  <a:moveTo>
                    <a:pt x="0" y="0"/>
                  </a:moveTo>
                  <a:lnTo>
                    <a:pt x="0" y="583996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78469" y="977052"/>
              <a:ext cx="412948" cy="412948"/>
            </a:xfrm>
            <a:custGeom>
              <a:avLst/>
              <a:pathLst>
                <a:path w="412948" h="412948">
                  <a:moveTo>
                    <a:pt x="412948" y="0"/>
                  </a:moveTo>
                  <a:lnTo>
                    <a:pt x="0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007421" y="977052"/>
              <a:ext cx="583996" cy="0"/>
            </a:xfrm>
            <a:custGeom>
              <a:avLst/>
              <a:pathLst>
                <a:path w="583996" h="0">
                  <a:moveTo>
                    <a:pt x="583996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78469" y="564104"/>
              <a:ext cx="412948" cy="412948"/>
            </a:xfrm>
            <a:custGeom>
              <a:avLst/>
              <a:pathLst>
                <a:path w="412948" h="412948">
                  <a:moveTo>
                    <a:pt x="412948" y="41294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31896" y="717498"/>
              <a:ext cx="519042" cy="518977"/>
            </a:xfrm>
            <a:custGeom>
              <a:avLst/>
              <a:pathLst>
                <a:path w="519042" h="518977">
                  <a:moveTo>
                    <a:pt x="259521" y="0"/>
                  </a:moveTo>
                  <a:lnTo>
                    <a:pt x="275983" y="522"/>
                  </a:lnTo>
                  <a:lnTo>
                    <a:pt x="292379" y="2088"/>
                  </a:lnTo>
                  <a:lnTo>
                    <a:pt x="308642" y="4690"/>
                  </a:lnTo>
                  <a:lnTo>
                    <a:pt x="324707" y="8319"/>
                  </a:lnTo>
                  <a:lnTo>
                    <a:pt x="340510" y="12959"/>
                  </a:lnTo>
                  <a:lnTo>
                    <a:pt x="355987" y="18592"/>
                  </a:lnTo>
                  <a:lnTo>
                    <a:pt x="371076" y="25195"/>
                  </a:lnTo>
                  <a:lnTo>
                    <a:pt x="385715" y="32742"/>
                  </a:lnTo>
                  <a:lnTo>
                    <a:pt x="399846" y="41203"/>
                  </a:lnTo>
                  <a:lnTo>
                    <a:pt x="413413" y="50542"/>
                  </a:lnTo>
                  <a:lnTo>
                    <a:pt x="426359" y="60724"/>
                  </a:lnTo>
                  <a:lnTo>
                    <a:pt x="438634" y="71705"/>
                  </a:lnTo>
                  <a:lnTo>
                    <a:pt x="450187" y="83444"/>
                  </a:lnTo>
                  <a:lnTo>
                    <a:pt x="460973" y="95891"/>
                  </a:lnTo>
                  <a:lnTo>
                    <a:pt x="470947" y="108997"/>
                  </a:lnTo>
                  <a:lnTo>
                    <a:pt x="480071" y="122710"/>
                  </a:lnTo>
                  <a:lnTo>
                    <a:pt x="488306" y="136974"/>
                  </a:lnTo>
                  <a:lnTo>
                    <a:pt x="495620" y="151731"/>
                  </a:lnTo>
                  <a:lnTo>
                    <a:pt x="501983" y="166922"/>
                  </a:lnTo>
                  <a:lnTo>
                    <a:pt x="507370" y="182487"/>
                  </a:lnTo>
                  <a:lnTo>
                    <a:pt x="511759" y="198361"/>
                  </a:lnTo>
                  <a:lnTo>
                    <a:pt x="515132" y="214483"/>
                  </a:lnTo>
                  <a:lnTo>
                    <a:pt x="517476" y="230785"/>
                  </a:lnTo>
                  <a:lnTo>
                    <a:pt x="518781" y="247204"/>
                  </a:lnTo>
                  <a:lnTo>
                    <a:pt x="519042" y="263672"/>
                  </a:lnTo>
                  <a:lnTo>
                    <a:pt x="518259" y="280123"/>
                  </a:lnTo>
                  <a:lnTo>
                    <a:pt x="516433" y="296492"/>
                  </a:lnTo>
                  <a:lnTo>
                    <a:pt x="513573" y="312712"/>
                  </a:lnTo>
                  <a:lnTo>
                    <a:pt x="509690" y="328718"/>
                  </a:lnTo>
                  <a:lnTo>
                    <a:pt x="504800" y="344445"/>
                  </a:lnTo>
                  <a:lnTo>
                    <a:pt x="498922" y="359831"/>
                  </a:lnTo>
                  <a:lnTo>
                    <a:pt x="492080" y="374813"/>
                  </a:lnTo>
                  <a:lnTo>
                    <a:pt x="484301" y="389331"/>
                  </a:lnTo>
                  <a:lnTo>
                    <a:pt x="475618" y="403326"/>
                  </a:lnTo>
                  <a:lnTo>
                    <a:pt x="466064" y="416742"/>
                  </a:lnTo>
                  <a:lnTo>
                    <a:pt x="455679" y="429525"/>
                  </a:lnTo>
                  <a:lnTo>
                    <a:pt x="444504" y="441624"/>
                  </a:lnTo>
                  <a:lnTo>
                    <a:pt x="432584" y="452990"/>
                  </a:lnTo>
                  <a:lnTo>
                    <a:pt x="419967" y="463577"/>
                  </a:lnTo>
                  <a:lnTo>
                    <a:pt x="406704" y="473342"/>
                  </a:lnTo>
                  <a:lnTo>
                    <a:pt x="392848" y="482247"/>
                  </a:lnTo>
                  <a:lnTo>
                    <a:pt x="378455" y="490254"/>
                  </a:lnTo>
                  <a:lnTo>
                    <a:pt x="363584" y="497333"/>
                  </a:lnTo>
                  <a:lnTo>
                    <a:pt x="348294" y="503455"/>
                  </a:lnTo>
                  <a:lnTo>
                    <a:pt x="332646" y="508594"/>
                  </a:lnTo>
                  <a:lnTo>
                    <a:pt x="316703" y="512730"/>
                  </a:lnTo>
                  <a:lnTo>
                    <a:pt x="300531" y="515847"/>
                  </a:lnTo>
                  <a:lnTo>
                    <a:pt x="284193" y="517932"/>
                  </a:lnTo>
                  <a:lnTo>
                    <a:pt x="267756" y="518977"/>
                  </a:lnTo>
                  <a:lnTo>
                    <a:pt x="251286" y="518977"/>
                  </a:lnTo>
                  <a:lnTo>
                    <a:pt x="234849" y="517932"/>
                  </a:lnTo>
                  <a:lnTo>
                    <a:pt x="218511" y="515847"/>
                  </a:lnTo>
                  <a:lnTo>
                    <a:pt x="202338" y="512730"/>
                  </a:lnTo>
                  <a:lnTo>
                    <a:pt x="186396" y="508594"/>
                  </a:lnTo>
                  <a:lnTo>
                    <a:pt x="170748" y="503455"/>
                  </a:lnTo>
                  <a:lnTo>
                    <a:pt x="155458" y="497333"/>
                  </a:lnTo>
                  <a:lnTo>
                    <a:pt x="140586" y="490254"/>
                  </a:lnTo>
                  <a:lnTo>
                    <a:pt x="126194" y="482247"/>
                  </a:lnTo>
                  <a:lnTo>
                    <a:pt x="112338" y="473342"/>
                  </a:lnTo>
                  <a:lnTo>
                    <a:pt x="99075" y="463577"/>
                  </a:lnTo>
                  <a:lnTo>
                    <a:pt x="86458" y="452990"/>
                  </a:lnTo>
                  <a:lnTo>
                    <a:pt x="74538" y="441624"/>
                  </a:lnTo>
                  <a:lnTo>
                    <a:pt x="63363" y="429525"/>
                  </a:lnTo>
                  <a:lnTo>
                    <a:pt x="52978" y="416742"/>
                  </a:lnTo>
                  <a:lnTo>
                    <a:pt x="43424" y="403326"/>
                  </a:lnTo>
                  <a:lnTo>
                    <a:pt x="34740" y="389331"/>
                  </a:lnTo>
                  <a:lnTo>
                    <a:pt x="26962" y="374813"/>
                  </a:lnTo>
                  <a:lnTo>
                    <a:pt x="20120" y="359831"/>
                  </a:lnTo>
                  <a:lnTo>
                    <a:pt x="14242" y="344445"/>
                  </a:lnTo>
                  <a:lnTo>
                    <a:pt x="9352" y="328718"/>
                  </a:lnTo>
                  <a:lnTo>
                    <a:pt x="5469" y="312712"/>
                  </a:lnTo>
                  <a:lnTo>
                    <a:pt x="2609" y="296492"/>
                  </a:lnTo>
                  <a:lnTo>
                    <a:pt x="783" y="280123"/>
                  </a:lnTo>
                  <a:lnTo>
                    <a:pt x="0" y="263672"/>
                  </a:lnTo>
                  <a:lnTo>
                    <a:pt x="261" y="247204"/>
                  </a:lnTo>
                  <a:lnTo>
                    <a:pt x="1566" y="230785"/>
                  </a:lnTo>
                  <a:lnTo>
                    <a:pt x="3910" y="214483"/>
                  </a:lnTo>
                  <a:lnTo>
                    <a:pt x="7283" y="198361"/>
                  </a:lnTo>
                  <a:lnTo>
                    <a:pt x="11672" y="182487"/>
                  </a:lnTo>
                  <a:lnTo>
                    <a:pt x="17059" y="166922"/>
                  </a:lnTo>
                  <a:lnTo>
                    <a:pt x="23422" y="151731"/>
                  </a:lnTo>
                  <a:lnTo>
                    <a:pt x="30736" y="136974"/>
                  </a:lnTo>
                  <a:lnTo>
                    <a:pt x="38971" y="122710"/>
                  </a:lnTo>
                  <a:lnTo>
                    <a:pt x="48094" y="108997"/>
                  </a:lnTo>
                  <a:lnTo>
                    <a:pt x="58069" y="95891"/>
                  </a:lnTo>
                  <a:lnTo>
                    <a:pt x="68855" y="83444"/>
                  </a:lnTo>
                  <a:lnTo>
                    <a:pt x="80408" y="71705"/>
                  </a:lnTo>
                  <a:lnTo>
                    <a:pt x="92683" y="60724"/>
                  </a:lnTo>
                  <a:lnTo>
                    <a:pt x="105629" y="50542"/>
                  </a:lnTo>
                  <a:lnTo>
                    <a:pt x="119195" y="41203"/>
                  </a:lnTo>
                  <a:lnTo>
                    <a:pt x="133327" y="32742"/>
                  </a:lnTo>
                  <a:lnTo>
                    <a:pt x="147966" y="25195"/>
                  </a:lnTo>
                  <a:lnTo>
                    <a:pt x="163054" y="18592"/>
                  </a:lnTo>
                  <a:lnTo>
                    <a:pt x="178531" y="12959"/>
                  </a:lnTo>
                  <a:lnTo>
                    <a:pt x="194334" y="8319"/>
                  </a:lnTo>
                  <a:lnTo>
                    <a:pt x="210400" y="4690"/>
                  </a:lnTo>
                  <a:lnTo>
                    <a:pt x="226663" y="2088"/>
                  </a:lnTo>
                  <a:lnTo>
                    <a:pt x="243059" y="522"/>
                  </a:lnTo>
                  <a:lnTo>
                    <a:pt x="25952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072375" y="457944"/>
              <a:ext cx="1038085" cy="1037955"/>
            </a:xfrm>
            <a:custGeom>
              <a:avLst/>
              <a:pathLst>
                <a:path w="1038085" h="1037955">
                  <a:moveTo>
                    <a:pt x="519042" y="0"/>
                  </a:moveTo>
                  <a:lnTo>
                    <a:pt x="551966" y="1045"/>
                  </a:lnTo>
                  <a:lnTo>
                    <a:pt x="584758" y="4176"/>
                  </a:lnTo>
                  <a:lnTo>
                    <a:pt x="617284" y="9380"/>
                  </a:lnTo>
                  <a:lnTo>
                    <a:pt x="649415" y="16638"/>
                  </a:lnTo>
                  <a:lnTo>
                    <a:pt x="681021" y="25918"/>
                  </a:lnTo>
                  <a:lnTo>
                    <a:pt x="711975" y="37184"/>
                  </a:lnTo>
                  <a:lnTo>
                    <a:pt x="742152" y="50391"/>
                  </a:lnTo>
                  <a:lnTo>
                    <a:pt x="771431" y="65485"/>
                  </a:lnTo>
                  <a:lnTo>
                    <a:pt x="799693" y="82406"/>
                  </a:lnTo>
                  <a:lnTo>
                    <a:pt x="826826" y="101085"/>
                  </a:lnTo>
                  <a:lnTo>
                    <a:pt x="852719" y="121448"/>
                  </a:lnTo>
                  <a:lnTo>
                    <a:pt x="877268" y="143411"/>
                  </a:lnTo>
                  <a:lnTo>
                    <a:pt x="900375" y="166888"/>
                  </a:lnTo>
                  <a:lnTo>
                    <a:pt x="921946" y="191783"/>
                  </a:lnTo>
                  <a:lnTo>
                    <a:pt x="941895" y="217995"/>
                  </a:lnTo>
                  <a:lnTo>
                    <a:pt x="960142" y="245421"/>
                  </a:lnTo>
                  <a:lnTo>
                    <a:pt x="976612" y="273948"/>
                  </a:lnTo>
                  <a:lnTo>
                    <a:pt x="991240" y="303462"/>
                  </a:lnTo>
                  <a:lnTo>
                    <a:pt x="1003966" y="333845"/>
                  </a:lnTo>
                  <a:lnTo>
                    <a:pt x="1014740" y="364974"/>
                  </a:lnTo>
                  <a:lnTo>
                    <a:pt x="1023518" y="396723"/>
                  </a:lnTo>
                  <a:lnTo>
                    <a:pt x="1030264" y="428966"/>
                  </a:lnTo>
                  <a:lnTo>
                    <a:pt x="1034952" y="461571"/>
                  </a:lnTo>
                  <a:lnTo>
                    <a:pt x="1037563" y="494408"/>
                  </a:lnTo>
                  <a:lnTo>
                    <a:pt x="1038085" y="527344"/>
                  </a:lnTo>
                  <a:lnTo>
                    <a:pt x="1036518" y="560247"/>
                  </a:lnTo>
                  <a:lnTo>
                    <a:pt x="1032867" y="592984"/>
                  </a:lnTo>
                  <a:lnTo>
                    <a:pt x="1027147" y="625425"/>
                  </a:lnTo>
                  <a:lnTo>
                    <a:pt x="1019381" y="657436"/>
                  </a:lnTo>
                  <a:lnTo>
                    <a:pt x="1009600" y="688891"/>
                  </a:lnTo>
                  <a:lnTo>
                    <a:pt x="997844" y="719663"/>
                  </a:lnTo>
                  <a:lnTo>
                    <a:pt x="984160" y="749626"/>
                  </a:lnTo>
                  <a:lnTo>
                    <a:pt x="968603" y="778662"/>
                  </a:lnTo>
                  <a:lnTo>
                    <a:pt x="951236" y="806652"/>
                  </a:lnTo>
                  <a:lnTo>
                    <a:pt x="932129" y="833485"/>
                  </a:lnTo>
                  <a:lnTo>
                    <a:pt x="911358" y="859051"/>
                  </a:lnTo>
                  <a:lnTo>
                    <a:pt x="889008" y="883249"/>
                  </a:lnTo>
                  <a:lnTo>
                    <a:pt x="865168" y="905981"/>
                  </a:lnTo>
                  <a:lnTo>
                    <a:pt x="839934" y="927154"/>
                  </a:lnTo>
                  <a:lnTo>
                    <a:pt x="813408" y="946685"/>
                  </a:lnTo>
                  <a:lnTo>
                    <a:pt x="785696" y="964494"/>
                  </a:lnTo>
                  <a:lnTo>
                    <a:pt x="756911" y="980509"/>
                  </a:lnTo>
                  <a:lnTo>
                    <a:pt x="727169" y="994667"/>
                  </a:lnTo>
                  <a:lnTo>
                    <a:pt x="696588" y="1006910"/>
                  </a:lnTo>
                  <a:lnTo>
                    <a:pt x="665292" y="1017188"/>
                  </a:lnTo>
                  <a:lnTo>
                    <a:pt x="633407" y="1025461"/>
                  </a:lnTo>
                  <a:lnTo>
                    <a:pt x="601062" y="1031695"/>
                  </a:lnTo>
                  <a:lnTo>
                    <a:pt x="568387" y="1035865"/>
                  </a:lnTo>
                  <a:lnTo>
                    <a:pt x="535513" y="1037955"/>
                  </a:lnTo>
                  <a:lnTo>
                    <a:pt x="502572" y="1037955"/>
                  </a:lnTo>
                  <a:lnTo>
                    <a:pt x="469698" y="1035865"/>
                  </a:lnTo>
                  <a:lnTo>
                    <a:pt x="437023" y="1031695"/>
                  </a:lnTo>
                  <a:lnTo>
                    <a:pt x="404677" y="1025461"/>
                  </a:lnTo>
                  <a:lnTo>
                    <a:pt x="372793" y="1017188"/>
                  </a:lnTo>
                  <a:lnTo>
                    <a:pt x="341497" y="1006910"/>
                  </a:lnTo>
                  <a:lnTo>
                    <a:pt x="310916" y="994667"/>
                  </a:lnTo>
                  <a:lnTo>
                    <a:pt x="281173" y="980509"/>
                  </a:lnTo>
                  <a:lnTo>
                    <a:pt x="252388" y="964494"/>
                  </a:lnTo>
                  <a:lnTo>
                    <a:pt x="224677" y="946685"/>
                  </a:lnTo>
                  <a:lnTo>
                    <a:pt x="198151" y="927154"/>
                  </a:lnTo>
                  <a:lnTo>
                    <a:pt x="172917" y="905981"/>
                  </a:lnTo>
                  <a:lnTo>
                    <a:pt x="149077" y="883249"/>
                  </a:lnTo>
                  <a:lnTo>
                    <a:pt x="126727" y="859051"/>
                  </a:lnTo>
                  <a:lnTo>
                    <a:pt x="105956" y="833485"/>
                  </a:lnTo>
                  <a:lnTo>
                    <a:pt x="86849" y="806652"/>
                  </a:lnTo>
                  <a:lnTo>
                    <a:pt x="69481" y="778662"/>
                  </a:lnTo>
                  <a:lnTo>
                    <a:pt x="53925" y="749626"/>
                  </a:lnTo>
                  <a:lnTo>
                    <a:pt x="40241" y="719663"/>
                  </a:lnTo>
                  <a:lnTo>
                    <a:pt x="28485" y="688891"/>
                  </a:lnTo>
                  <a:lnTo>
                    <a:pt x="18704" y="657436"/>
                  </a:lnTo>
                  <a:lnTo>
                    <a:pt x="10938" y="625425"/>
                  </a:lnTo>
                  <a:lnTo>
                    <a:pt x="5218" y="592984"/>
                  </a:lnTo>
                  <a:lnTo>
                    <a:pt x="1567" y="560247"/>
                  </a:lnTo>
                  <a:lnTo>
                    <a:pt x="0" y="527344"/>
                  </a:lnTo>
                  <a:lnTo>
                    <a:pt x="522" y="494408"/>
                  </a:lnTo>
                  <a:lnTo>
                    <a:pt x="3133" y="461571"/>
                  </a:lnTo>
                  <a:lnTo>
                    <a:pt x="7821" y="428966"/>
                  </a:lnTo>
                  <a:lnTo>
                    <a:pt x="14567" y="396723"/>
                  </a:lnTo>
                  <a:lnTo>
                    <a:pt x="23345" y="364974"/>
                  </a:lnTo>
                  <a:lnTo>
                    <a:pt x="34119" y="333845"/>
                  </a:lnTo>
                  <a:lnTo>
                    <a:pt x="46845" y="303462"/>
                  </a:lnTo>
                  <a:lnTo>
                    <a:pt x="61473" y="273948"/>
                  </a:lnTo>
                  <a:lnTo>
                    <a:pt x="77943" y="245421"/>
                  </a:lnTo>
                  <a:lnTo>
                    <a:pt x="96189" y="217995"/>
                  </a:lnTo>
                  <a:lnTo>
                    <a:pt x="116138" y="191783"/>
                  </a:lnTo>
                  <a:lnTo>
                    <a:pt x="137710" y="166888"/>
                  </a:lnTo>
                  <a:lnTo>
                    <a:pt x="160817" y="143411"/>
                  </a:lnTo>
                  <a:lnTo>
                    <a:pt x="185366" y="121448"/>
                  </a:lnTo>
                  <a:lnTo>
                    <a:pt x="211259" y="101085"/>
                  </a:lnTo>
                  <a:lnTo>
                    <a:pt x="238391" y="82406"/>
                  </a:lnTo>
                  <a:lnTo>
                    <a:pt x="266654" y="65485"/>
                  </a:lnTo>
                  <a:lnTo>
                    <a:pt x="295932" y="50391"/>
                  </a:lnTo>
                  <a:lnTo>
                    <a:pt x="326109" y="37184"/>
                  </a:lnTo>
                  <a:lnTo>
                    <a:pt x="357063" y="25918"/>
                  </a:lnTo>
                  <a:lnTo>
                    <a:pt x="388669" y="16638"/>
                  </a:lnTo>
                  <a:lnTo>
                    <a:pt x="420800" y="9380"/>
                  </a:lnTo>
                  <a:lnTo>
                    <a:pt x="453327" y="4176"/>
                  </a:lnTo>
                  <a:lnTo>
                    <a:pt x="486118" y="1045"/>
                  </a:lnTo>
                  <a:lnTo>
                    <a:pt x="51904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007494" y="393056"/>
              <a:ext cx="1167846" cy="1167699"/>
            </a:xfrm>
            <a:custGeom>
              <a:avLst/>
              <a:pathLst>
                <a:path w="1167846" h="1167699">
                  <a:moveTo>
                    <a:pt x="583923" y="0"/>
                  </a:moveTo>
                  <a:lnTo>
                    <a:pt x="620962" y="1175"/>
                  </a:lnTo>
                  <a:lnTo>
                    <a:pt x="657852" y="4698"/>
                  </a:lnTo>
                  <a:lnTo>
                    <a:pt x="694445" y="10553"/>
                  </a:lnTo>
                  <a:lnTo>
                    <a:pt x="730592" y="18717"/>
                  </a:lnTo>
                  <a:lnTo>
                    <a:pt x="766149" y="29158"/>
                  </a:lnTo>
                  <a:lnTo>
                    <a:pt x="800972" y="41832"/>
                  </a:lnTo>
                  <a:lnTo>
                    <a:pt x="834922" y="56690"/>
                  </a:lnTo>
                  <a:lnTo>
                    <a:pt x="867860" y="73671"/>
                  </a:lnTo>
                  <a:lnTo>
                    <a:pt x="899655" y="92707"/>
                  </a:lnTo>
                  <a:lnTo>
                    <a:pt x="930179" y="113721"/>
                  </a:lnTo>
                  <a:lnTo>
                    <a:pt x="959309" y="136629"/>
                  </a:lnTo>
                  <a:lnTo>
                    <a:pt x="986927" y="161338"/>
                  </a:lnTo>
                  <a:lnTo>
                    <a:pt x="1012922" y="187749"/>
                  </a:lnTo>
                  <a:lnTo>
                    <a:pt x="1037190" y="215756"/>
                  </a:lnTo>
                  <a:lnTo>
                    <a:pt x="1059632" y="245245"/>
                  </a:lnTo>
                  <a:lnTo>
                    <a:pt x="1080160" y="276098"/>
                  </a:lnTo>
                  <a:lnTo>
                    <a:pt x="1098689" y="308191"/>
                  </a:lnTo>
                  <a:lnTo>
                    <a:pt x="1115145" y="341395"/>
                  </a:lnTo>
                  <a:lnTo>
                    <a:pt x="1129462" y="375576"/>
                  </a:lnTo>
                  <a:lnTo>
                    <a:pt x="1141582" y="410596"/>
                  </a:lnTo>
                  <a:lnTo>
                    <a:pt x="1151457" y="446314"/>
                  </a:lnTo>
                  <a:lnTo>
                    <a:pt x="1159047" y="482586"/>
                  </a:lnTo>
                  <a:lnTo>
                    <a:pt x="1164321" y="519267"/>
                  </a:lnTo>
                  <a:lnTo>
                    <a:pt x="1167258" y="556209"/>
                  </a:lnTo>
                  <a:lnTo>
                    <a:pt x="1167846" y="593262"/>
                  </a:lnTo>
                  <a:lnTo>
                    <a:pt x="1166083" y="630278"/>
                  </a:lnTo>
                  <a:lnTo>
                    <a:pt x="1161975" y="667108"/>
                  </a:lnTo>
                  <a:lnTo>
                    <a:pt x="1155540" y="703603"/>
                  </a:lnTo>
                  <a:lnTo>
                    <a:pt x="1146803" y="739616"/>
                  </a:lnTo>
                  <a:lnTo>
                    <a:pt x="1135800" y="775003"/>
                  </a:lnTo>
                  <a:lnTo>
                    <a:pt x="1122575" y="809621"/>
                  </a:lnTo>
                  <a:lnTo>
                    <a:pt x="1107180" y="843330"/>
                  </a:lnTo>
                  <a:lnTo>
                    <a:pt x="1089679" y="875995"/>
                  </a:lnTo>
                  <a:lnTo>
                    <a:pt x="1070141" y="907484"/>
                  </a:lnTo>
                  <a:lnTo>
                    <a:pt x="1048645" y="937670"/>
                  </a:lnTo>
                  <a:lnTo>
                    <a:pt x="1025278" y="966433"/>
                  </a:lnTo>
                  <a:lnTo>
                    <a:pt x="1000134" y="993655"/>
                  </a:lnTo>
                  <a:lnTo>
                    <a:pt x="973314" y="1019228"/>
                  </a:lnTo>
                  <a:lnTo>
                    <a:pt x="944926" y="1043049"/>
                  </a:lnTo>
                  <a:lnTo>
                    <a:pt x="915084" y="1065021"/>
                  </a:lnTo>
                  <a:lnTo>
                    <a:pt x="883909" y="1085056"/>
                  </a:lnTo>
                  <a:lnTo>
                    <a:pt x="851525" y="1103073"/>
                  </a:lnTo>
                  <a:lnTo>
                    <a:pt x="818065" y="1119001"/>
                  </a:lnTo>
                  <a:lnTo>
                    <a:pt x="783661" y="1132774"/>
                  </a:lnTo>
                  <a:lnTo>
                    <a:pt x="748454" y="1144337"/>
                  </a:lnTo>
                  <a:lnTo>
                    <a:pt x="712583" y="1153644"/>
                  </a:lnTo>
                  <a:lnTo>
                    <a:pt x="676195" y="1160657"/>
                  </a:lnTo>
                  <a:lnTo>
                    <a:pt x="639435" y="1165349"/>
                  </a:lnTo>
                  <a:lnTo>
                    <a:pt x="602452" y="1167699"/>
                  </a:lnTo>
                  <a:lnTo>
                    <a:pt x="565394" y="1167699"/>
                  </a:lnTo>
                  <a:lnTo>
                    <a:pt x="528410" y="1165349"/>
                  </a:lnTo>
                  <a:lnTo>
                    <a:pt x="491650" y="1160657"/>
                  </a:lnTo>
                  <a:lnTo>
                    <a:pt x="455262" y="1153644"/>
                  </a:lnTo>
                  <a:lnTo>
                    <a:pt x="419392" y="1144337"/>
                  </a:lnTo>
                  <a:lnTo>
                    <a:pt x="384184" y="1132774"/>
                  </a:lnTo>
                  <a:lnTo>
                    <a:pt x="349781" y="1119001"/>
                  </a:lnTo>
                  <a:lnTo>
                    <a:pt x="316320" y="1103073"/>
                  </a:lnTo>
                  <a:lnTo>
                    <a:pt x="283937" y="1085056"/>
                  </a:lnTo>
                  <a:lnTo>
                    <a:pt x="252762" y="1065021"/>
                  </a:lnTo>
                  <a:lnTo>
                    <a:pt x="222920" y="1043049"/>
                  </a:lnTo>
                  <a:lnTo>
                    <a:pt x="194532" y="1019228"/>
                  </a:lnTo>
                  <a:lnTo>
                    <a:pt x="167712" y="993655"/>
                  </a:lnTo>
                  <a:lnTo>
                    <a:pt x="142567" y="966433"/>
                  </a:lnTo>
                  <a:lnTo>
                    <a:pt x="119200" y="937670"/>
                  </a:lnTo>
                  <a:lnTo>
                    <a:pt x="97705" y="907484"/>
                  </a:lnTo>
                  <a:lnTo>
                    <a:pt x="78167" y="875995"/>
                  </a:lnTo>
                  <a:lnTo>
                    <a:pt x="60665" y="843330"/>
                  </a:lnTo>
                  <a:lnTo>
                    <a:pt x="45271" y="809621"/>
                  </a:lnTo>
                  <a:lnTo>
                    <a:pt x="32045" y="775003"/>
                  </a:lnTo>
                  <a:lnTo>
                    <a:pt x="21042" y="739616"/>
                  </a:lnTo>
                  <a:lnTo>
                    <a:pt x="12305" y="703603"/>
                  </a:lnTo>
                  <a:lnTo>
                    <a:pt x="5870" y="667108"/>
                  </a:lnTo>
                  <a:lnTo>
                    <a:pt x="1763" y="630278"/>
                  </a:lnTo>
                  <a:lnTo>
                    <a:pt x="0" y="593262"/>
                  </a:lnTo>
                  <a:lnTo>
                    <a:pt x="587" y="556209"/>
                  </a:lnTo>
                  <a:lnTo>
                    <a:pt x="3524" y="519267"/>
                  </a:lnTo>
                  <a:lnTo>
                    <a:pt x="8798" y="482586"/>
                  </a:lnTo>
                  <a:lnTo>
                    <a:pt x="16388" y="446314"/>
                  </a:lnTo>
                  <a:lnTo>
                    <a:pt x="26263" y="410596"/>
                  </a:lnTo>
                  <a:lnTo>
                    <a:pt x="38383" y="375576"/>
                  </a:lnTo>
                  <a:lnTo>
                    <a:pt x="52701" y="341395"/>
                  </a:lnTo>
                  <a:lnTo>
                    <a:pt x="69157" y="308191"/>
                  </a:lnTo>
                  <a:lnTo>
                    <a:pt x="87686" y="276098"/>
                  </a:lnTo>
                  <a:lnTo>
                    <a:pt x="108213" y="245245"/>
                  </a:lnTo>
                  <a:lnTo>
                    <a:pt x="130656" y="215756"/>
                  </a:lnTo>
                  <a:lnTo>
                    <a:pt x="154924" y="187749"/>
                  </a:lnTo>
                  <a:lnTo>
                    <a:pt x="180919" y="161338"/>
                  </a:lnTo>
                  <a:lnTo>
                    <a:pt x="208537" y="136629"/>
                  </a:lnTo>
                  <a:lnTo>
                    <a:pt x="237666" y="113721"/>
                  </a:lnTo>
                  <a:lnTo>
                    <a:pt x="268190" y="92707"/>
                  </a:lnTo>
                  <a:lnTo>
                    <a:pt x="299985" y="73671"/>
                  </a:lnTo>
                  <a:lnTo>
                    <a:pt x="332924" y="56690"/>
                  </a:lnTo>
                  <a:lnTo>
                    <a:pt x="366873" y="41832"/>
                  </a:lnTo>
                  <a:lnTo>
                    <a:pt x="401696" y="29158"/>
                  </a:lnTo>
                  <a:lnTo>
                    <a:pt x="437253" y="18717"/>
                  </a:lnTo>
                  <a:lnTo>
                    <a:pt x="473401" y="10553"/>
                  </a:lnTo>
                  <a:lnTo>
                    <a:pt x="509993" y="4698"/>
                  </a:lnTo>
                  <a:lnTo>
                    <a:pt x="546883" y="1175"/>
                  </a:lnTo>
                  <a:lnTo>
                    <a:pt x="58392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3509118" y="606472"/>
              <a:ext cx="601407" cy="505164"/>
            </a:xfrm>
            <a:custGeom>
              <a:avLst/>
              <a:pathLst>
                <a:path w="601407" h="505164">
                  <a:moveTo>
                    <a:pt x="82299" y="168705"/>
                  </a:moveTo>
                  <a:lnTo>
                    <a:pt x="89662" y="155038"/>
                  </a:lnTo>
                  <a:lnTo>
                    <a:pt x="97958" y="141654"/>
                  </a:lnTo>
                  <a:lnTo>
                    <a:pt x="107175" y="128602"/>
                  </a:lnTo>
                  <a:lnTo>
                    <a:pt x="117300" y="115928"/>
                  </a:lnTo>
                  <a:lnTo>
                    <a:pt x="128318" y="103679"/>
                  </a:lnTo>
                  <a:lnTo>
                    <a:pt x="140209" y="91902"/>
                  </a:lnTo>
                  <a:lnTo>
                    <a:pt x="152956" y="80641"/>
                  </a:lnTo>
                  <a:lnTo>
                    <a:pt x="166534" y="69941"/>
                  </a:lnTo>
                  <a:lnTo>
                    <a:pt x="180922" y="59845"/>
                  </a:lnTo>
                  <a:lnTo>
                    <a:pt x="196092" y="50397"/>
                  </a:lnTo>
                  <a:lnTo>
                    <a:pt x="212017" y="41638"/>
                  </a:lnTo>
                  <a:lnTo>
                    <a:pt x="228667" y="33607"/>
                  </a:lnTo>
                  <a:lnTo>
                    <a:pt x="246010" y="26345"/>
                  </a:lnTo>
                  <a:lnTo>
                    <a:pt x="264013" y="19889"/>
                  </a:lnTo>
                  <a:lnTo>
                    <a:pt x="282640" y="14275"/>
                  </a:lnTo>
                  <a:lnTo>
                    <a:pt x="301854" y="9537"/>
                  </a:lnTo>
                  <a:lnTo>
                    <a:pt x="321617" y="5710"/>
                  </a:lnTo>
                  <a:lnTo>
                    <a:pt x="341889" y="2826"/>
                  </a:lnTo>
                  <a:lnTo>
                    <a:pt x="362627" y="912"/>
                  </a:lnTo>
                  <a:lnTo>
                    <a:pt x="383789" y="0"/>
                  </a:lnTo>
                  <a:lnTo>
                    <a:pt x="405330" y="113"/>
                  </a:lnTo>
                  <a:lnTo>
                    <a:pt x="427204" y="1277"/>
                  </a:lnTo>
                  <a:lnTo>
                    <a:pt x="449364" y="3515"/>
                  </a:lnTo>
                  <a:lnTo>
                    <a:pt x="461682" y="16261"/>
                  </a:lnTo>
                  <a:lnTo>
                    <a:pt x="473558" y="29420"/>
                  </a:lnTo>
                  <a:lnTo>
                    <a:pt x="484977" y="42977"/>
                  </a:lnTo>
                  <a:lnTo>
                    <a:pt x="495927" y="56916"/>
                  </a:lnTo>
                  <a:lnTo>
                    <a:pt x="506395" y="71221"/>
                  </a:lnTo>
                  <a:lnTo>
                    <a:pt x="516368" y="85874"/>
                  </a:lnTo>
                  <a:lnTo>
                    <a:pt x="525835" y="100860"/>
                  </a:lnTo>
                  <a:lnTo>
                    <a:pt x="534785" y="116160"/>
                  </a:lnTo>
                  <a:lnTo>
                    <a:pt x="543208" y="131757"/>
                  </a:lnTo>
                  <a:lnTo>
                    <a:pt x="551093" y="147632"/>
                  </a:lnTo>
                  <a:lnTo>
                    <a:pt x="558431" y="163767"/>
                  </a:lnTo>
                  <a:lnTo>
                    <a:pt x="565214" y="180143"/>
                  </a:lnTo>
                  <a:lnTo>
                    <a:pt x="571435" y="196741"/>
                  </a:lnTo>
                  <a:lnTo>
                    <a:pt x="577085" y="213542"/>
                  </a:lnTo>
                  <a:lnTo>
                    <a:pt x="582158" y="230526"/>
                  </a:lnTo>
                  <a:lnTo>
                    <a:pt x="586648" y="247674"/>
                  </a:lnTo>
                  <a:lnTo>
                    <a:pt x="590550" y="264964"/>
                  </a:lnTo>
                  <a:lnTo>
                    <a:pt x="593859" y="282378"/>
                  </a:lnTo>
                  <a:lnTo>
                    <a:pt x="596572" y="299895"/>
                  </a:lnTo>
                  <a:lnTo>
                    <a:pt x="598686" y="317494"/>
                  </a:lnTo>
                  <a:lnTo>
                    <a:pt x="600197" y="335155"/>
                  </a:lnTo>
                  <a:lnTo>
                    <a:pt x="601105" y="352857"/>
                  </a:lnTo>
                  <a:lnTo>
                    <a:pt x="601407" y="370580"/>
                  </a:lnTo>
                  <a:lnTo>
                    <a:pt x="585517" y="387054"/>
                  </a:lnTo>
                  <a:lnTo>
                    <a:pt x="569120" y="402488"/>
                  </a:lnTo>
                  <a:lnTo>
                    <a:pt x="552270" y="416868"/>
                  </a:lnTo>
                  <a:lnTo>
                    <a:pt x="535016" y="430181"/>
                  </a:lnTo>
                  <a:lnTo>
                    <a:pt x="517411" y="442417"/>
                  </a:lnTo>
                  <a:lnTo>
                    <a:pt x="499506" y="453568"/>
                  </a:lnTo>
                  <a:lnTo>
                    <a:pt x="481354" y="463627"/>
                  </a:lnTo>
                  <a:lnTo>
                    <a:pt x="463007" y="472590"/>
                  </a:lnTo>
                  <a:lnTo>
                    <a:pt x="444517" y="480458"/>
                  </a:lnTo>
                  <a:lnTo>
                    <a:pt x="425936" y="487229"/>
                  </a:lnTo>
                  <a:lnTo>
                    <a:pt x="407315" y="492907"/>
                  </a:lnTo>
                  <a:lnTo>
                    <a:pt x="388706" y="497498"/>
                  </a:lnTo>
                  <a:lnTo>
                    <a:pt x="370161" y="501008"/>
                  </a:lnTo>
                  <a:lnTo>
                    <a:pt x="351729" y="503448"/>
                  </a:lnTo>
                  <a:lnTo>
                    <a:pt x="333460" y="504828"/>
                  </a:lnTo>
                  <a:lnTo>
                    <a:pt x="315405" y="505164"/>
                  </a:lnTo>
                  <a:lnTo>
                    <a:pt x="297611" y="504469"/>
                  </a:lnTo>
                  <a:lnTo>
                    <a:pt x="280126" y="502764"/>
                  </a:lnTo>
                  <a:lnTo>
                    <a:pt x="262998" y="500067"/>
                  </a:lnTo>
                  <a:lnTo>
                    <a:pt x="246271" y="496400"/>
                  </a:lnTo>
                  <a:lnTo>
                    <a:pt x="229991" y="491788"/>
                  </a:lnTo>
                  <a:lnTo>
                    <a:pt x="214202" y="486255"/>
                  </a:lnTo>
                  <a:lnTo>
                    <a:pt x="198945" y="479830"/>
                  </a:lnTo>
                  <a:lnTo>
                    <a:pt x="184262" y="472543"/>
                  </a:lnTo>
                  <a:lnTo>
                    <a:pt x="169452" y="469958"/>
                  </a:lnTo>
                  <a:lnTo>
                    <a:pt x="155450" y="465913"/>
                  </a:lnTo>
                  <a:lnTo>
                    <a:pt x="142383" y="460501"/>
                  </a:lnTo>
                  <a:lnTo>
                    <a:pt x="130365" y="453832"/>
                  </a:lnTo>
                  <a:lnTo>
                    <a:pt x="119502" y="446020"/>
                  </a:lnTo>
                  <a:lnTo>
                    <a:pt x="109890" y="437190"/>
                  </a:lnTo>
                  <a:lnTo>
                    <a:pt x="101612" y="427473"/>
                  </a:lnTo>
                  <a:lnTo>
                    <a:pt x="94740" y="417008"/>
                  </a:lnTo>
                  <a:lnTo>
                    <a:pt x="89332" y="405937"/>
                  </a:lnTo>
                  <a:lnTo>
                    <a:pt x="85436" y="394407"/>
                  </a:lnTo>
                  <a:lnTo>
                    <a:pt x="83085" y="382571"/>
                  </a:lnTo>
                  <a:lnTo>
                    <a:pt x="82299" y="370580"/>
                  </a:lnTo>
                  <a:lnTo>
                    <a:pt x="81239" y="381343"/>
                  </a:lnTo>
                  <a:lnTo>
                    <a:pt x="78080" y="391794"/>
                  </a:lnTo>
                  <a:lnTo>
                    <a:pt x="72881" y="401627"/>
                  </a:lnTo>
                  <a:lnTo>
                    <a:pt x="65745" y="410546"/>
                  </a:lnTo>
                  <a:lnTo>
                    <a:pt x="56809" y="418269"/>
                  </a:lnTo>
                  <a:lnTo>
                    <a:pt x="46249" y="424533"/>
                  </a:lnTo>
                  <a:lnTo>
                    <a:pt x="34274" y="429099"/>
                  </a:lnTo>
                  <a:lnTo>
                    <a:pt x="21122" y="431758"/>
                  </a:lnTo>
                  <a:lnTo>
                    <a:pt x="16971" y="418044"/>
                  </a:lnTo>
                  <a:lnTo>
                    <a:pt x="15490" y="404621"/>
                  </a:lnTo>
                  <a:lnTo>
                    <a:pt x="16472" y="391968"/>
                  </a:lnTo>
                  <a:lnTo>
                    <a:pt x="19634" y="380505"/>
                  </a:lnTo>
                  <a:lnTo>
                    <a:pt x="24621" y="370580"/>
                  </a:lnTo>
                  <a:lnTo>
                    <a:pt x="25729" y="359328"/>
                  </a:lnTo>
                  <a:lnTo>
                    <a:pt x="29011" y="348507"/>
                  </a:lnTo>
                  <a:lnTo>
                    <a:pt x="34341" y="338535"/>
                  </a:lnTo>
                  <a:lnTo>
                    <a:pt x="41514" y="329795"/>
                  </a:lnTo>
                  <a:lnTo>
                    <a:pt x="35723" y="332356"/>
                  </a:lnTo>
                  <a:lnTo>
                    <a:pt x="30059" y="335674"/>
                  </a:lnTo>
                  <a:lnTo>
                    <a:pt x="24619" y="339749"/>
                  </a:lnTo>
                  <a:lnTo>
                    <a:pt x="19495" y="344566"/>
                  </a:lnTo>
                  <a:lnTo>
                    <a:pt x="14784" y="350099"/>
                  </a:lnTo>
                  <a:lnTo>
                    <a:pt x="10576" y="356313"/>
                  </a:lnTo>
                  <a:lnTo>
                    <a:pt x="6961" y="363160"/>
                  </a:lnTo>
                  <a:lnTo>
                    <a:pt x="4021" y="370580"/>
                  </a:lnTo>
                  <a:lnTo>
                    <a:pt x="1835" y="378505"/>
                  </a:lnTo>
                  <a:lnTo>
                    <a:pt x="474" y="386856"/>
                  </a:lnTo>
                  <a:lnTo>
                    <a:pt x="0" y="395545"/>
                  </a:lnTo>
                  <a:lnTo>
                    <a:pt x="464" y="404477"/>
                  </a:lnTo>
                  <a:lnTo>
                    <a:pt x="1910" y="413549"/>
                  </a:lnTo>
                  <a:lnTo>
                    <a:pt x="4367" y="422652"/>
                  </a:lnTo>
                  <a:lnTo>
                    <a:pt x="7856" y="431674"/>
                  </a:lnTo>
                  <a:lnTo>
                    <a:pt x="12382" y="440497"/>
                  </a:lnTo>
                  <a:lnTo>
                    <a:pt x="17938" y="449004"/>
                  </a:lnTo>
                  <a:lnTo>
                    <a:pt x="24505" y="457076"/>
                  </a:lnTo>
                  <a:lnTo>
                    <a:pt x="32047" y="464595"/>
                  </a:lnTo>
                  <a:lnTo>
                    <a:pt x="40519" y="471447"/>
                  </a:lnTo>
                  <a:lnTo>
                    <a:pt x="49859" y="477520"/>
                  </a:lnTo>
                  <a:lnTo>
                    <a:pt x="59995" y="482711"/>
                  </a:lnTo>
                  <a:lnTo>
                    <a:pt x="70841" y="486919"/>
                  </a:lnTo>
                  <a:lnTo>
                    <a:pt x="82299" y="490057"/>
                  </a:lnTo>
                  <a:lnTo>
                    <a:pt x="94262" y="492045"/>
                  </a:lnTo>
                  <a:lnTo>
                    <a:pt x="106613" y="492813"/>
                  </a:lnTo>
                  <a:lnTo>
                    <a:pt x="119224" y="492305"/>
                  </a:lnTo>
                  <a:lnTo>
                    <a:pt x="131963" y="490478"/>
                  </a:lnTo>
                  <a:lnTo>
                    <a:pt x="144690" y="487304"/>
                  </a:lnTo>
                  <a:lnTo>
                    <a:pt x="157261" y="482768"/>
                  </a:lnTo>
                  <a:lnTo>
                    <a:pt x="169530" y="476870"/>
                  </a:lnTo>
                  <a:lnTo>
                    <a:pt x="181349" y="469629"/>
                  </a:lnTo>
                  <a:lnTo>
                    <a:pt x="192571" y="461077"/>
                  </a:lnTo>
                  <a:lnTo>
                    <a:pt x="203051" y="451264"/>
                  </a:lnTo>
                  <a:lnTo>
                    <a:pt x="212649" y="440253"/>
                  </a:lnTo>
                  <a:lnTo>
                    <a:pt x="221229" y="428127"/>
                  </a:lnTo>
                  <a:lnTo>
                    <a:pt x="228665" y="414980"/>
                  </a:lnTo>
                  <a:lnTo>
                    <a:pt x="234837" y="400922"/>
                  </a:lnTo>
                  <a:lnTo>
                    <a:pt x="239639" y="386077"/>
                  </a:lnTo>
                  <a:lnTo>
                    <a:pt x="242976" y="370580"/>
                  </a:lnTo>
                  <a:lnTo>
                    <a:pt x="244764" y="354579"/>
                  </a:lnTo>
                  <a:lnTo>
                    <a:pt x="244939" y="338229"/>
                  </a:lnTo>
                  <a:lnTo>
                    <a:pt x="243449" y="321696"/>
                  </a:lnTo>
                  <a:lnTo>
                    <a:pt x="240261" y="305150"/>
                  </a:lnTo>
                  <a:lnTo>
                    <a:pt x="235358" y="288769"/>
                  </a:lnTo>
                  <a:lnTo>
                    <a:pt x="228743" y="272730"/>
                  </a:lnTo>
                  <a:lnTo>
                    <a:pt x="220437" y="257213"/>
                  </a:lnTo>
                  <a:lnTo>
                    <a:pt x="210481" y="242399"/>
                  </a:lnTo>
                  <a:lnTo>
                    <a:pt x="198933" y="228461"/>
                  </a:lnTo>
                  <a:lnTo>
                    <a:pt x="185872" y="215573"/>
                  </a:lnTo>
                  <a:lnTo>
                    <a:pt x="171394" y="203896"/>
                  </a:lnTo>
                  <a:lnTo>
                    <a:pt x="155612" y="193587"/>
                  </a:lnTo>
                  <a:lnTo>
                    <a:pt x="138658" y="184790"/>
                  </a:lnTo>
                  <a:lnTo>
                    <a:pt x="120679" y="177635"/>
                  </a:lnTo>
                  <a:lnTo>
                    <a:pt x="101834" y="172239"/>
                  </a:lnTo>
                  <a:close/>
                </a:path>
              </a:pathLst>
            </a:custGeom>
            <a:solidFill>
              <a:srgbClr val="BE84DB">
                <a:alpha val="25882"/>
              </a:srgbClr>
            </a:solidFill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524608" y="606472"/>
              <a:ext cx="585917" cy="505164"/>
            </a:xfrm>
            <a:custGeom>
              <a:avLst/>
              <a:pathLst>
                <a:path w="585917" h="505164">
                  <a:moveTo>
                    <a:pt x="66809" y="168705"/>
                  </a:moveTo>
                  <a:lnTo>
                    <a:pt x="74172" y="155038"/>
                  </a:lnTo>
                  <a:lnTo>
                    <a:pt x="82468" y="141654"/>
                  </a:lnTo>
                  <a:lnTo>
                    <a:pt x="91685" y="128602"/>
                  </a:lnTo>
                  <a:lnTo>
                    <a:pt x="101810" y="115928"/>
                  </a:lnTo>
                  <a:lnTo>
                    <a:pt x="112828" y="103679"/>
                  </a:lnTo>
                  <a:lnTo>
                    <a:pt x="124719" y="91902"/>
                  </a:lnTo>
                  <a:lnTo>
                    <a:pt x="137466" y="80641"/>
                  </a:lnTo>
                  <a:lnTo>
                    <a:pt x="151044" y="69941"/>
                  </a:lnTo>
                  <a:lnTo>
                    <a:pt x="165432" y="59845"/>
                  </a:lnTo>
                  <a:lnTo>
                    <a:pt x="180602" y="50397"/>
                  </a:lnTo>
                  <a:lnTo>
                    <a:pt x="196527" y="41638"/>
                  </a:lnTo>
                  <a:lnTo>
                    <a:pt x="213177" y="33607"/>
                  </a:lnTo>
                  <a:lnTo>
                    <a:pt x="230520" y="26345"/>
                  </a:lnTo>
                  <a:lnTo>
                    <a:pt x="248523" y="19889"/>
                  </a:lnTo>
                  <a:lnTo>
                    <a:pt x="267150" y="14275"/>
                  </a:lnTo>
                  <a:lnTo>
                    <a:pt x="286364" y="9537"/>
                  </a:lnTo>
                  <a:lnTo>
                    <a:pt x="306127" y="5710"/>
                  </a:lnTo>
                  <a:lnTo>
                    <a:pt x="326399" y="2826"/>
                  </a:lnTo>
                  <a:lnTo>
                    <a:pt x="347137" y="912"/>
                  </a:lnTo>
                  <a:lnTo>
                    <a:pt x="368299" y="0"/>
                  </a:lnTo>
                  <a:lnTo>
                    <a:pt x="389840" y="113"/>
                  </a:lnTo>
                  <a:lnTo>
                    <a:pt x="411714" y="1277"/>
                  </a:lnTo>
                  <a:lnTo>
                    <a:pt x="433874" y="3515"/>
                  </a:lnTo>
                  <a:lnTo>
                    <a:pt x="446192" y="16261"/>
                  </a:lnTo>
                  <a:lnTo>
                    <a:pt x="458068" y="29420"/>
                  </a:lnTo>
                  <a:lnTo>
                    <a:pt x="469487" y="42977"/>
                  </a:lnTo>
                  <a:lnTo>
                    <a:pt x="480437" y="56916"/>
                  </a:lnTo>
                  <a:lnTo>
                    <a:pt x="490905" y="71221"/>
                  </a:lnTo>
                  <a:lnTo>
                    <a:pt x="500878" y="85874"/>
                  </a:lnTo>
                  <a:lnTo>
                    <a:pt x="510345" y="100860"/>
                  </a:lnTo>
                  <a:lnTo>
                    <a:pt x="519295" y="116160"/>
                  </a:lnTo>
                  <a:lnTo>
                    <a:pt x="527718" y="131757"/>
                  </a:lnTo>
                  <a:lnTo>
                    <a:pt x="535603" y="147632"/>
                  </a:lnTo>
                  <a:lnTo>
                    <a:pt x="542941" y="163767"/>
                  </a:lnTo>
                  <a:lnTo>
                    <a:pt x="549724" y="180143"/>
                  </a:lnTo>
                  <a:lnTo>
                    <a:pt x="555945" y="196741"/>
                  </a:lnTo>
                  <a:lnTo>
                    <a:pt x="561594" y="213542"/>
                  </a:lnTo>
                  <a:lnTo>
                    <a:pt x="566667" y="230526"/>
                  </a:lnTo>
                  <a:lnTo>
                    <a:pt x="571158" y="247674"/>
                  </a:lnTo>
                  <a:lnTo>
                    <a:pt x="575060" y="264964"/>
                  </a:lnTo>
                  <a:lnTo>
                    <a:pt x="578369" y="282378"/>
                  </a:lnTo>
                  <a:lnTo>
                    <a:pt x="581082" y="299895"/>
                  </a:lnTo>
                  <a:lnTo>
                    <a:pt x="583196" y="317494"/>
                  </a:lnTo>
                  <a:lnTo>
                    <a:pt x="584707" y="335155"/>
                  </a:lnTo>
                  <a:lnTo>
                    <a:pt x="585615" y="352857"/>
                  </a:lnTo>
                  <a:lnTo>
                    <a:pt x="585917" y="370580"/>
                  </a:lnTo>
                  <a:lnTo>
                    <a:pt x="570027" y="387054"/>
                  </a:lnTo>
                  <a:lnTo>
                    <a:pt x="553630" y="402488"/>
                  </a:lnTo>
                  <a:lnTo>
                    <a:pt x="536779" y="416868"/>
                  </a:lnTo>
                  <a:lnTo>
                    <a:pt x="519526" y="430181"/>
                  </a:lnTo>
                  <a:lnTo>
                    <a:pt x="501921" y="442417"/>
                  </a:lnTo>
                  <a:lnTo>
                    <a:pt x="484016" y="453568"/>
                  </a:lnTo>
                  <a:lnTo>
                    <a:pt x="465864" y="463627"/>
                  </a:lnTo>
                  <a:lnTo>
                    <a:pt x="447517" y="472590"/>
                  </a:lnTo>
                  <a:lnTo>
                    <a:pt x="429027" y="480458"/>
                  </a:lnTo>
                  <a:lnTo>
                    <a:pt x="410445" y="487229"/>
                  </a:lnTo>
                  <a:lnTo>
                    <a:pt x="391825" y="492907"/>
                  </a:lnTo>
                  <a:lnTo>
                    <a:pt x="373216" y="497498"/>
                  </a:lnTo>
                  <a:lnTo>
                    <a:pt x="354671" y="501008"/>
                  </a:lnTo>
                  <a:lnTo>
                    <a:pt x="336239" y="503448"/>
                  </a:lnTo>
                  <a:lnTo>
                    <a:pt x="317970" y="504828"/>
                  </a:lnTo>
                  <a:lnTo>
                    <a:pt x="299915" y="505164"/>
                  </a:lnTo>
                  <a:lnTo>
                    <a:pt x="282121" y="504469"/>
                  </a:lnTo>
                  <a:lnTo>
                    <a:pt x="264636" y="502764"/>
                  </a:lnTo>
                  <a:lnTo>
                    <a:pt x="247508" y="500067"/>
                  </a:lnTo>
                  <a:lnTo>
                    <a:pt x="230781" y="496400"/>
                  </a:lnTo>
                  <a:lnTo>
                    <a:pt x="214501" y="491788"/>
                  </a:lnTo>
                  <a:lnTo>
                    <a:pt x="198711" y="486255"/>
                  </a:lnTo>
                  <a:lnTo>
                    <a:pt x="183455" y="479830"/>
                  </a:lnTo>
                  <a:lnTo>
                    <a:pt x="168772" y="472543"/>
                  </a:lnTo>
                  <a:lnTo>
                    <a:pt x="153962" y="469958"/>
                  </a:lnTo>
                  <a:lnTo>
                    <a:pt x="139960" y="465913"/>
                  </a:lnTo>
                  <a:lnTo>
                    <a:pt x="126893" y="460501"/>
                  </a:lnTo>
                  <a:lnTo>
                    <a:pt x="114875" y="453832"/>
                  </a:lnTo>
                  <a:lnTo>
                    <a:pt x="104012" y="446020"/>
                  </a:lnTo>
                  <a:lnTo>
                    <a:pt x="94400" y="437190"/>
                  </a:lnTo>
                  <a:lnTo>
                    <a:pt x="86122" y="427473"/>
                  </a:lnTo>
                  <a:lnTo>
                    <a:pt x="79249" y="417008"/>
                  </a:lnTo>
                  <a:lnTo>
                    <a:pt x="73842" y="405937"/>
                  </a:lnTo>
                  <a:lnTo>
                    <a:pt x="69946" y="394407"/>
                  </a:lnTo>
                  <a:lnTo>
                    <a:pt x="67595" y="382571"/>
                  </a:lnTo>
                  <a:lnTo>
                    <a:pt x="66809" y="370580"/>
                  </a:lnTo>
                  <a:lnTo>
                    <a:pt x="65749" y="381343"/>
                  </a:lnTo>
                  <a:lnTo>
                    <a:pt x="62590" y="391794"/>
                  </a:lnTo>
                  <a:lnTo>
                    <a:pt x="57391" y="401627"/>
                  </a:lnTo>
                  <a:lnTo>
                    <a:pt x="50255" y="410546"/>
                  </a:lnTo>
                  <a:lnTo>
                    <a:pt x="41319" y="418269"/>
                  </a:lnTo>
                  <a:lnTo>
                    <a:pt x="30759" y="424533"/>
                  </a:lnTo>
                  <a:lnTo>
                    <a:pt x="18784" y="429099"/>
                  </a:lnTo>
                  <a:lnTo>
                    <a:pt x="5632" y="431758"/>
                  </a:lnTo>
                  <a:lnTo>
                    <a:pt x="1481" y="418044"/>
                  </a:lnTo>
                  <a:lnTo>
                    <a:pt x="0" y="404621"/>
                  </a:lnTo>
                  <a:lnTo>
                    <a:pt x="982" y="391968"/>
                  </a:lnTo>
                  <a:lnTo>
                    <a:pt x="4144" y="380505"/>
                  </a:lnTo>
                  <a:lnTo>
                    <a:pt x="9131" y="370580"/>
                  </a:lnTo>
                  <a:lnTo>
                    <a:pt x="10239" y="359328"/>
                  </a:lnTo>
                  <a:lnTo>
                    <a:pt x="13521" y="348507"/>
                  </a:lnTo>
                  <a:lnTo>
                    <a:pt x="18851" y="338535"/>
                  </a:lnTo>
                  <a:lnTo>
                    <a:pt x="26024" y="329795"/>
                  </a:lnTo>
                </a:path>
              </a:pathLst>
            </a:custGeom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559816" y="743576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926881" y="578386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078924" y="945451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661779" y="1047414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559816" y="945451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498639" y="1006629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502138" y="945451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519031" y="904666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591417" y="457944"/>
              <a:ext cx="0" cy="519108"/>
            </a:xfrm>
            <a:custGeom>
              <a:avLst/>
              <a:pathLst>
                <a:path w="0" h="519108">
                  <a:moveTo>
                    <a:pt x="0" y="519108"/>
                  </a:moveTo>
                  <a:lnTo>
                    <a:pt x="0" y="501207"/>
                  </a:lnTo>
                  <a:lnTo>
                    <a:pt x="0" y="483307"/>
                  </a:lnTo>
                  <a:lnTo>
                    <a:pt x="0" y="465407"/>
                  </a:lnTo>
                  <a:lnTo>
                    <a:pt x="0" y="447507"/>
                  </a:lnTo>
                  <a:lnTo>
                    <a:pt x="0" y="429606"/>
                  </a:lnTo>
                  <a:lnTo>
                    <a:pt x="0" y="411706"/>
                  </a:lnTo>
                  <a:lnTo>
                    <a:pt x="0" y="393806"/>
                  </a:lnTo>
                  <a:lnTo>
                    <a:pt x="0" y="375905"/>
                  </a:lnTo>
                  <a:lnTo>
                    <a:pt x="0" y="358005"/>
                  </a:lnTo>
                  <a:lnTo>
                    <a:pt x="0" y="340105"/>
                  </a:lnTo>
                  <a:lnTo>
                    <a:pt x="0" y="322205"/>
                  </a:lnTo>
                  <a:lnTo>
                    <a:pt x="0" y="304304"/>
                  </a:lnTo>
                  <a:lnTo>
                    <a:pt x="0" y="286404"/>
                  </a:lnTo>
                  <a:lnTo>
                    <a:pt x="0" y="268504"/>
                  </a:lnTo>
                  <a:lnTo>
                    <a:pt x="0" y="250603"/>
                  </a:lnTo>
                  <a:lnTo>
                    <a:pt x="0" y="232703"/>
                  </a:lnTo>
                  <a:lnTo>
                    <a:pt x="0" y="214803"/>
                  </a:lnTo>
                  <a:lnTo>
                    <a:pt x="0" y="196903"/>
                  </a:lnTo>
                  <a:lnTo>
                    <a:pt x="0" y="179002"/>
                  </a:lnTo>
                  <a:lnTo>
                    <a:pt x="0" y="161102"/>
                  </a:lnTo>
                  <a:lnTo>
                    <a:pt x="0" y="143202"/>
                  </a:lnTo>
                  <a:lnTo>
                    <a:pt x="0" y="125301"/>
                  </a:lnTo>
                  <a:lnTo>
                    <a:pt x="0" y="107401"/>
                  </a:lnTo>
                  <a:lnTo>
                    <a:pt x="0" y="89501"/>
                  </a:lnTo>
                  <a:lnTo>
                    <a:pt x="0" y="71601"/>
                  </a:lnTo>
                  <a:lnTo>
                    <a:pt x="0" y="53700"/>
                  </a:lnTo>
                  <a:lnTo>
                    <a:pt x="0" y="35800"/>
                  </a:lnTo>
                  <a:lnTo>
                    <a:pt x="0" y="1790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591417" y="609987"/>
              <a:ext cx="367064" cy="367064"/>
            </a:xfrm>
            <a:custGeom>
              <a:avLst/>
              <a:pathLst>
                <a:path w="367064" h="367064">
                  <a:moveTo>
                    <a:pt x="0" y="367064"/>
                  </a:moveTo>
                  <a:lnTo>
                    <a:pt x="12657" y="354407"/>
                  </a:lnTo>
                  <a:lnTo>
                    <a:pt x="25314" y="341750"/>
                  </a:lnTo>
                  <a:lnTo>
                    <a:pt x="37972" y="329092"/>
                  </a:lnTo>
                  <a:lnTo>
                    <a:pt x="50629" y="316435"/>
                  </a:lnTo>
                  <a:lnTo>
                    <a:pt x="63287" y="303777"/>
                  </a:lnTo>
                  <a:lnTo>
                    <a:pt x="75944" y="291120"/>
                  </a:lnTo>
                  <a:lnTo>
                    <a:pt x="88601" y="278463"/>
                  </a:lnTo>
                  <a:lnTo>
                    <a:pt x="101259" y="265805"/>
                  </a:lnTo>
                  <a:lnTo>
                    <a:pt x="113916" y="253148"/>
                  </a:lnTo>
                  <a:lnTo>
                    <a:pt x="126574" y="240490"/>
                  </a:lnTo>
                  <a:lnTo>
                    <a:pt x="139231" y="227833"/>
                  </a:lnTo>
                  <a:lnTo>
                    <a:pt x="151888" y="215175"/>
                  </a:lnTo>
                  <a:lnTo>
                    <a:pt x="164546" y="202518"/>
                  </a:lnTo>
                  <a:lnTo>
                    <a:pt x="177203" y="189861"/>
                  </a:lnTo>
                  <a:lnTo>
                    <a:pt x="189861" y="177203"/>
                  </a:lnTo>
                  <a:lnTo>
                    <a:pt x="202518" y="164546"/>
                  </a:lnTo>
                  <a:lnTo>
                    <a:pt x="215175" y="151888"/>
                  </a:lnTo>
                  <a:lnTo>
                    <a:pt x="227833" y="139231"/>
                  </a:lnTo>
                  <a:lnTo>
                    <a:pt x="240490" y="126574"/>
                  </a:lnTo>
                  <a:lnTo>
                    <a:pt x="253148" y="113916"/>
                  </a:lnTo>
                  <a:lnTo>
                    <a:pt x="265805" y="101259"/>
                  </a:lnTo>
                  <a:lnTo>
                    <a:pt x="278463" y="88601"/>
                  </a:lnTo>
                  <a:lnTo>
                    <a:pt x="291120" y="75944"/>
                  </a:lnTo>
                  <a:lnTo>
                    <a:pt x="303777" y="63287"/>
                  </a:lnTo>
                  <a:lnTo>
                    <a:pt x="316435" y="50629"/>
                  </a:lnTo>
                  <a:lnTo>
                    <a:pt x="329092" y="37972"/>
                  </a:lnTo>
                  <a:lnTo>
                    <a:pt x="341750" y="25314"/>
                  </a:lnTo>
                  <a:lnTo>
                    <a:pt x="354407" y="12657"/>
                  </a:lnTo>
                  <a:lnTo>
                    <a:pt x="367064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591417" y="977052"/>
              <a:ext cx="519108" cy="0"/>
            </a:xfrm>
            <a:custGeom>
              <a:avLst/>
              <a:pathLst>
                <a:path w="519108" h="0">
                  <a:moveTo>
                    <a:pt x="0" y="0"/>
                  </a:moveTo>
                  <a:lnTo>
                    <a:pt x="17900" y="0"/>
                  </a:lnTo>
                  <a:lnTo>
                    <a:pt x="35800" y="0"/>
                  </a:lnTo>
                  <a:lnTo>
                    <a:pt x="53700" y="0"/>
                  </a:lnTo>
                  <a:lnTo>
                    <a:pt x="71601" y="0"/>
                  </a:lnTo>
                  <a:lnTo>
                    <a:pt x="89501" y="0"/>
                  </a:lnTo>
                  <a:lnTo>
                    <a:pt x="107401" y="0"/>
                  </a:lnTo>
                  <a:lnTo>
                    <a:pt x="125301" y="0"/>
                  </a:lnTo>
                  <a:lnTo>
                    <a:pt x="143202" y="0"/>
                  </a:lnTo>
                  <a:lnTo>
                    <a:pt x="161102" y="0"/>
                  </a:lnTo>
                  <a:lnTo>
                    <a:pt x="179002" y="0"/>
                  </a:lnTo>
                  <a:lnTo>
                    <a:pt x="196903" y="0"/>
                  </a:lnTo>
                  <a:lnTo>
                    <a:pt x="214803" y="0"/>
                  </a:lnTo>
                  <a:lnTo>
                    <a:pt x="232703" y="0"/>
                  </a:lnTo>
                  <a:lnTo>
                    <a:pt x="250603" y="0"/>
                  </a:lnTo>
                  <a:lnTo>
                    <a:pt x="268504" y="0"/>
                  </a:lnTo>
                  <a:lnTo>
                    <a:pt x="286404" y="0"/>
                  </a:lnTo>
                  <a:lnTo>
                    <a:pt x="304304" y="0"/>
                  </a:lnTo>
                  <a:lnTo>
                    <a:pt x="322205" y="0"/>
                  </a:lnTo>
                  <a:lnTo>
                    <a:pt x="340105" y="0"/>
                  </a:lnTo>
                  <a:lnTo>
                    <a:pt x="358005" y="0"/>
                  </a:lnTo>
                  <a:lnTo>
                    <a:pt x="375905" y="0"/>
                  </a:lnTo>
                  <a:lnTo>
                    <a:pt x="393806" y="0"/>
                  </a:lnTo>
                  <a:lnTo>
                    <a:pt x="411706" y="0"/>
                  </a:lnTo>
                  <a:lnTo>
                    <a:pt x="429606" y="0"/>
                  </a:lnTo>
                  <a:lnTo>
                    <a:pt x="447507" y="0"/>
                  </a:lnTo>
                  <a:lnTo>
                    <a:pt x="465407" y="0"/>
                  </a:lnTo>
                  <a:lnTo>
                    <a:pt x="483307" y="0"/>
                  </a:lnTo>
                  <a:lnTo>
                    <a:pt x="501207" y="0"/>
                  </a:lnTo>
                  <a:lnTo>
                    <a:pt x="519108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591417" y="977052"/>
              <a:ext cx="367064" cy="367064"/>
            </a:xfrm>
            <a:custGeom>
              <a:avLst/>
              <a:pathLst>
                <a:path w="367064" h="367064">
                  <a:moveTo>
                    <a:pt x="0" y="0"/>
                  </a:moveTo>
                  <a:lnTo>
                    <a:pt x="12657" y="12657"/>
                  </a:lnTo>
                  <a:lnTo>
                    <a:pt x="25314" y="25314"/>
                  </a:lnTo>
                  <a:lnTo>
                    <a:pt x="37972" y="37972"/>
                  </a:lnTo>
                  <a:lnTo>
                    <a:pt x="50629" y="50629"/>
                  </a:lnTo>
                  <a:lnTo>
                    <a:pt x="63287" y="63287"/>
                  </a:lnTo>
                  <a:lnTo>
                    <a:pt x="75944" y="75944"/>
                  </a:lnTo>
                  <a:lnTo>
                    <a:pt x="88601" y="88601"/>
                  </a:lnTo>
                  <a:lnTo>
                    <a:pt x="101259" y="101259"/>
                  </a:lnTo>
                  <a:lnTo>
                    <a:pt x="113916" y="113916"/>
                  </a:lnTo>
                  <a:lnTo>
                    <a:pt x="126574" y="126574"/>
                  </a:lnTo>
                  <a:lnTo>
                    <a:pt x="139231" y="139231"/>
                  </a:lnTo>
                  <a:lnTo>
                    <a:pt x="151888" y="151888"/>
                  </a:lnTo>
                  <a:lnTo>
                    <a:pt x="164546" y="164546"/>
                  </a:lnTo>
                  <a:lnTo>
                    <a:pt x="177203" y="177203"/>
                  </a:lnTo>
                  <a:lnTo>
                    <a:pt x="189861" y="189861"/>
                  </a:lnTo>
                  <a:lnTo>
                    <a:pt x="202518" y="202518"/>
                  </a:lnTo>
                  <a:lnTo>
                    <a:pt x="215175" y="215175"/>
                  </a:lnTo>
                  <a:lnTo>
                    <a:pt x="227833" y="227833"/>
                  </a:lnTo>
                  <a:lnTo>
                    <a:pt x="240490" y="240490"/>
                  </a:lnTo>
                  <a:lnTo>
                    <a:pt x="253148" y="253148"/>
                  </a:lnTo>
                  <a:lnTo>
                    <a:pt x="265805" y="265805"/>
                  </a:lnTo>
                  <a:lnTo>
                    <a:pt x="278463" y="278463"/>
                  </a:lnTo>
                  <a:lnTo>
                    <a:pt x="291120" y="291120"/>
                  </a:lnTo>
                  <a:lnTo>
                    <a:pt x="303777" y="303777"/>
                  </a:lnTo>
                  <a:lnTo>
                    <a:pt x="316435" y="316435"/>
                  </a:lnTo>
                  <a:lnTo>
                    <a:pt x="329092" y="329092"/>
                  </a:lnTo>
                  <a:lnTo>
                    <a:pt x="341750" y="341750"/>
                  </a:lnTo>
                  <a:lnTo>
                    <a:pt x="354407" y="354407"/>
                  </a:lnTo>
                  <a:lnTo>
                    <a:pt x="367064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591417" y="977052"/>
              <a:ext cx="0" cy="519108"/>
            </a:xfrm>
            <a:custGeom>
              <a:avLst/>
              <a:pathLst>
                <a:path w="0" h="519108">
                  <a:moveTo>
                    <a:pt x="0" y="0"/>
                  </a:moveTo>
                  <a:lnTo>
                    <a:pt x="0" y="17900"/>
                  </a:lnTo>
                  <a:lnTo>
                    <a:pt x="0" y="35800"/>
                  </a:lnTo>
                  <a:lnTo>
                    <a:pt x="0" y="53700"/>
                  </a:lnTo>
                  <a:lnTo>
                    <a:pt x="0" y="71601"/>
                  </a:lnTo>
                  <a:lnTo>
                    <a:pt x="0" y="89501"/>
                  </a:lnTo>
                  <a:lnTo>
                    <a:pt x="0" y="107401"/>
                  </a:lnTo>
                  <a:lnTo>
                    <a:pt x="0" y="125301"/>
                  </a:lnTo>
                  <a:lnTo>
                    <a:pt x="0" y="143202"/>
                  </a:lnTo>
                  <a:lnTo>
                    <a:pt x="0" y="161102"/>
                  </a:lnTo>
                  <a:lnTo>
                    <a:pt x="0" y="179002"/>
                  </a:lnTo>
                  <a:lnTo>
                    <a:pt x="0" y="196903"/>
                  </a:lnTo>
                  <a:lnTo>
                    <a:pt x="0" y="214803"/>
                  </a:lnTo>
                  <a:lnTo>
                    <a:pt x="0" y="232703"/>
                  </a:lnTo>
                  <a:lnTo>
                    <a:pt x="0" y="250603"/>
                  </a:lnTo>
                  <a:lnTo>
                    <a:pt x="0" y="268504"/>
                  </a:lnTo>
                  <a:lnTo>
                    <a:pt x="0" y="286404"/>
                  </a:lnTo>
                  <a:lnTo>
                    <a:pt x="0" y="304304"/>
                  </a:lnTo>
                  <a:lnTo>
                    <a:pt x="0" y="322205"/>
                  </a:lnTo>
                  <a:lnTo>
                    <a:pt x="0" y="340105"/>
                  </a:lnTo>
                  <a:lnTo>
                    <a:pt x="0" y="358005"/>
                  </a:lnTo>
                  <a:lnTo>
                    <a:pt x="0" y="375905"/>
                  </a:lnTo>
                  <a:lnTo>
                    <a:pt x="0" y="393806"/>
                  </a:lnTo>
                  <a:lnTo>
                    <a:pt x="0" y="411706"/>
                  </a:lnTo>
                  <a:lnTo>
                    <a:pt x="0" y="429606"/>
                  </a:lnTo>
                  <a:lnTo>
                    <a:pt x="0" y="447507"/>
                  </a:lnTo>
                  <a:lnTo>
                    <a:pt x="0" y="465407"/>
                  </a:lnTo>
                  <a:lnTo>
                    <a:pt x="0" y="483307"/>
                  </a:lnTo>
                  <a:lnTo>
                    <a:pt x="0" y="501207"/>
                  </a:lnTo>
                  <a:lnTo>
                    <a:pt x="0" y="519108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224353" y="977052"/>
              <a:ext cx="367064" cy="367064"/>
            </a:xfrm>
            <a:custGeom>
              <a:avLst/>
              <a:pathLst>
                <a:path w="367064" h="367064">
                  <a:moveTo>
                    <a:pt x="367064" y="0"/>
                  </a:moveTo>
                  <a:lnTo>
                    <a:pt x="354407" y="12657"/>
                  </a:lnTo>
                  <a:lnTo>
                    <a:pt x="341750" y="25314"/>
                  </a:lnTo>
                  <a:lnTo>
                    <a:pt x="329092" y="37972"/>
                  </a:lnTo>
                  <a:lnTo>
                    <a:pt x="316435" y="50629"/>
                  </a:lnTo>
                  <a:lnTo>
                    <a:pt x="303777" y="63287"/>
                  </a:lnTo>
                  <a:lnTo>
                    <a:pt x="291120" y="75944"/>
                  </a:lnTo>
                  <a:lnTo>
                    <a:pt x="278463" y="88601"/>
                  </a:lnTo>
                  <a:lnTo>
                    <a:pt x="265805" y="101259"/>
                  </a:lnTo>
                  <a:lnTo>
                    <a:pt x="253148" y="113916"/>
                  </a:lnTo>
                  <a:lnTo>
                    <a:pt x="240490" y="126574"/>
                  </a:lnTo>
                  <a:lnTo>
                    <a:pt x="227833" y="139231"/>
                  </a:lnTo>
                  <a:lnTo>
                    <a:pt x="215175" y="151888"/>
                  </a:lnTo>
                  <a:lnTo>
                    <a:pt x="202518" y="164546"/>
                  </a:lnTo>
                  <a:lnTo>
                    <a:pt x="189861" y="177203"/>
                  </a:lnTo>
                  <a:lnTo>
                    <a:pt x="177203" y="189861"/>
                  </a:lnTo>
                  <a:lnTo>
                    <a:pt x="164546" y="202518"/>
                  </a:lnTo>
                  <a:lnTo>
                    <a:pt x="151888" y="215175"/>
                  </a:lnTo>
                  <a:lnTo>
                    <a:pt x="139231" y="227833"/>
                  </a:lnTo>
                  <a:lnTo>
                    <a:pt x="126574" y="240490"/>
                  </a:lnTo>
                  <a:lnTo>
                    <a:pt x="113916" y="253148"/>
                  </a:lnTo>
                  <a:lnTo>
                    <a:pt x="101259" y="265805"/>
                  </a:lnTo>
                  <a:lnTo>
                    <a:pt x="88601" y="278463"/>
                  </a:lnTo>
                  <a:lnTo>
                    <a:pt x="75944" y="291120"/>
                  </a:lnTo>
                  <a:lnTo>
                    <a:pt x="63287" y="303777"/>
                  </a:lnTo>
                  <a:lnTo>
                    <a:pt x="50629" y="316435"/>
                  </a:lnTo>
                  <a:lnTo>
                    <a:pt x="37972" y="329092"/>
                  </a:lnTo>
                  <a:lnTo>
                    <a:pt x="25314" y="341750"/>
                  </a:lnTo>
                  <a:lnTo>
                    <a:pt x="12657" y="354407"/>
                  </a:lnTo>
                  <a:lnTo>
                    <a:pt x="0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072309" y="977052"/>
              <a:ext cx="519108" cy="0"/>
            </a:xfrm>
            <a:custGeom>
              <a:avLst/>
              <a:pathLst>
                <a:path w="519108" h="0">
                  <a:moveTo>
                    <a:pt x="519108" y="0"/>
                  </a:moveTo>
                  <a:lnTo>
                    <a:pt x="501207" y="0"/>
                  </a:lnTo>
                  <a:lnTo>
                    <a:pt x="483307" y="0"/>
                  </a:lnTo>
                  <a:lnTo>
                    <a:pt x="465407" y="0"/>
                  </a:lnTo>
                  <a:lnTo>
                    <a:pt x="447507" y="0"/>
                  </a:lnTo>
                  <a:lnTo>
                    <a:pt x="429606" y="0"/>
                  </a:lnTo>
                  <a:lnTo>
                    <a:pt x="411706" y="0"/>
                  </a:lnTo>
                  <a:lnTo>
                    <a:pt x="393806" y="0"/>
                  </a:lnTo>
                  <a:lnTo>
                    <a:pt x="375905" y="0"/>
                  </a:lnTo>
                  <a:lnTo>
                    <a:pt x="358005" y="0"/>
                  </a:lnTo>
                  <a:lnTo>
                    <a:pt x="340105" y="0"/>
                  </a:lnTo>
                  <a:lnTo>
                    <a:pt x="322205" y="0"/>
                  </a:lnTo>
                  <a:lnTo>
                    <a:pt x="304304" y="0"/>
                  </a:lnTo>
                  <a:lnTo>
                    <a:pt x="286404" y="0"/>
                  </a:lnTo>
                  <a:lnTo>
                    <a:pt x="268504" y="0"/>
                  </a:lnTo>
                  <a:lnTo>
                    <a:pt x="250603" y="0"/>
                  </a:lnTo>
                  <a:lnTo>
                    <a:pt x="232703" y="0"/>
                  </a:lnTo>
                  <a:lnTo>
                    <a:pt x="214803" y="0"/>
                  </a:lnTo>
                  <a:lnTo>
                    <a:pt x="196903" y="0"/>
                  </a:lnTo>
                  <a:lnTo>
                    <a:pt x="179002" y="0"/>
                  </a:lnTo>
                  <a:lnTo>
                    <a:pt x="161102" y="0"/>
                  </a:lnTo>
                  <a:lnTo>
                    <a:pt x="143202" y="0"/>
                  </a:lnTo>
                  <a:lnTo>
                    <a:pt x="125301" y="0"/>
                  </a:lnTo>
                  <a:lnTo>
                    <a:pt x="107401" y="0"/>
                  </a:lnTo>
                  <a:lnTo>
                    <a:pt x="89501" y="0"/>
                  </a:lnTo>
                  <a:lnTo>
                    <a:pt x="71601" y="0"/>
                  </a:lnTo>
                  <a:lnTo>
                    <a:pt x="53700" y="0"/>
                  </a:lnTo>
                  <a:lnTo>
                    <a:pt x="35800" y="0"/>
                  </a:lnTo>
                  <a:lnTo>
                    <a:pt x="17900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224353" y="609987"/>
              <a:ext cx="367064" cy="367064"/>
            </a:xfrm>
            <a:custGeom>
              <a:avLst/>
              <a:pathLst>
                <a:path w="367064" h="367064">
                  <a:moveTo>
                    <a:pt x="367064" y="367064"/>
                  </a:moveTo>
                  <a:lnTo>
                    <a:pt x="354407" y="354407"/>
                  </a:lnTo>
                  <a:lnTo>
                    <a:pt x="341750" y="341750"/>
                  </a:lnTo>
                  <a:lnTo>
                    <a:pt x="329092" y="329092"/>
                  </a:lnTo>
                  <a:lnTo>
                    <a:pt x="316435" y="316435"/>
                  </a:lnTo>
                  <a:lnTo>
                    <a:pt x="303777" y="303777"/>
                  </a:lnTo>
                  <a:lnTo>
                    <a:pt x="291120" y="291120"/>
                  </a:lnTo>
                  <a:lnTo>
                    <a:pt x="278463" y="278463"/>
                  </a:lnTo>
                  <a:lnTo>
                    <a:pt x="265805" y="265805"/>
                  </a:lnTo>
                  <a:lnTo>
                    <a:pt x="253148" y="253148"/>
                  </a:lnTo>
                  <a:lnTo>
                    <a:pt x="240490" y="240490"/>
                  </a:lnTo>
                  <a:lnTo>
                    <a:pt x="227833" y="227833"/>
                  </a:lnTo>
                  <a:lnTo>
                    <a:pt x="215175" y="215175"/>
                  </a:lnTo>
                  <a:lnTo>
                    <a:pt x="202518" y="202518"/>
                  </a:lnTo>
                  <a:lnTo>
                    <a:pt x="189861" y="189861"/>
                  </a:lnTo>
                  <a:lnTo>
                    <a:pt x="177203" y="177203"/>
                  </a:lnTo>
                  <a:lnTo>
                    <a:pt x="164546" y="164546"/>
                  </a:lnTo>
                  <a:lnTo>
                    <a:pt x="151888" y="151888"/>
                  </a:lnTo>
                  <a:lnTo>
                    <a:pt x="139231" y="139231"/>
                  </a:lnTo>
                  <a:lnTo>
                    <a:pt x="126574" y="126574"/>
                  </a:lnTo>
                  <a:lnTo>
                    <a:pt x="113916" y="113916"/>
                  </a:lnTo>
                  <a:lnTo>
                    <a:pt x="101259" y="101259"/>
                  </a:lnTo>
                  <a:lnTo>
                    <a:pt x="88601" y="88601"/>
                  </a:lnTo>
                  <a:lnTo>
                    <a:pt x="75944" y="75944"/>
                  </a:lnTo>
                  <a:lnTo>
                    <a:pt x="63287" y="63287"/>
                  </a:lnTo>
                  <a:lnTo>
                    <a:pt x="50629" y="50629"/>
                  </a:lnTo>
                  <a:lnTo>
                    <a:pt x="37972" y="37972"/>
                  </a:lnTo>
                  <a:lnTo>
                    <a:pt x="25314" y="25314"/>
                  </a:lnTo>
                  <a:lnTo>
                    <a:pt x="12657" y="1265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tx85"/>
            <p:cNvSpPr/>
            <p:nvPr/>
          </p:nvSpPr>
          <p:spPr>
            <a:xfrm>
              <a:off x="3459378" y="354377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770233" y="525425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067332" y="93837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761135" y="1351321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3450280" y="1522370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926278" y="1351321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885348" y="93837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935376" y="525425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2701960" y="685677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2652491" y="426123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95" name="rc95"/>
            <p:cNvSpPr/>
            <p:nvPr/>
          </p:nvSpPr>
          <p:spPr>
            <a:xfrm>
              <a:off x="4571999" y="69589"/>
              <a:ext cx="2251205" cy="22062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4571999" y="290210"/>
              <a:ext cx="2251205" cy="14590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4899999" y="69589"/>
              <a:ext cx="1885248" cy="22062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tx98"/>
            <p:cNvSpPr/>
            <p:nvPr/>
          </p:nvSpPr>
          <p:spPr>
            <a:xfrm>
              <a:off x="5435212" y="99337"/>
              <a:ext cx="81482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Anseriformes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5215436" y="196112"/>
              <a:ext cx="12543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35, species = 16</a:t>
              </a:r>
            </a:p>
          </p:txBody>
        </p:sp>
        <p:sp>
          <p:nvSpPr>
            <p:cNvPr id="100" name="rc100"/>
            <p:cNvSpPr/>
            <p:nvPr/>
          </p:nvSpPr>
          <p:spPr>
            <a:xfrm>
              <a:off x="5193738" y="328167"/>
              <a:ext cx="1297770" cy="1297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842623" y="393056"/>
              <a:ext cx="0" cy="583996"/>
            </a:xfrm>
            <a:custGeom>
              <a:avLst/>
              <a:pathLst>
                <a:path w="0" h="583996">
                  <a:moveTo>
                    <a:pt x="0" y="583996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842623" y="564104"/>
              <a:ext cx="412948" cy="412948"/>
            </a:xfrm>
            <a:custGeom>
              <a:avLst/>
              <a:pathLst>
                <a:path w="412948" h="412948">
                  <a:moveTo>
                    <a:pt x="0" y="412948"/>
                  </a:moveTo>
                  <a:lnTo>
                    <a:pt x="41294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5842623" y="977052"/>
              <a:ext cx="583996" cy="0"/>
            </a:xfrm>
            <a:custGeom>
              <a:avLst/>
              <a:pathLst>
                <a:path w="583996" h="0">
                  <a:moveTo>
                    <a:pt x="0" y="0"/>
                  </a:moveTo>
                  <a:lnTo>
                    <a:pt x="583996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842623" y="977052"/>
              <a:ext cx="412948" cy="412948"/>
            </a:xfrm>
            <a:custGeom>
              <a:avLst/>
              <a:pathLst>
                <a:path w="412948" h="412948">
                  <a:moveTo>
                    <a:pt x="0" y="0"/>
                  </a:moveTo>
                  <a:lnTo>
                    <a:pt x="412948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842623" y="977052"/>
              <a:ext cx="0" cy="583996"/>
            </a:xfrm>
            <a:custGeom>
              <a:avLst/>
              <a:pathLst>
                <a:path w="0" h="583996">
                  <a:moveTo>
                    <a:pt x="0" y="0"/>
                  </a:moveTo>
                  <a:lnTo>
                    <a:pt x="0" y="583996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429675" y="977052"/>
              <a:ext cx="412948" cy="412948"/>
            </a:xfrm>
            <a:custGeom>
              <a:avLst/>
              <a:pathLst>
                <a:path w="412948" h="412948">
                  <a:moveTo>
                    <a:pt x="412948" y="0"/>
                  </a:moveTo>
                  <a:lnTo>
                    <a:pt x="0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258626" y="977052"/>
              <a:ext cx="583996" cy="0"/>
            </a:xfrm>
            <a:custGeom>
              <a:avLst/>
              <a:pathLst>
                <a:path w="583996" h="0">
                  <a:moveTo>
                    <a:pt x="583996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429675" y="564104"/>
              <a:ext cx="412948" cy="412948"/>
            </a:xfrm>
            <a:custGeom>
              <a:avLst/>
              <a:pathLst>
                <a:path w="412948" h="412948">
                  <a:moveTo>
                    <a:pt x="412948" y="41294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5583102" y="717498"/>
              <a:ext cx="519042" cy="518977"/>
            </a:xfrm>
            <a:custGeom>
              <a:avLst/>
              <a:pathLst>
                <a:path w="519042" h="518977">
                  <a:moveTo>
                    <a:pt x="259521" y="0"/>
                  </a:moveTo>
                  <a:lnTo>
                    <a:pt x="275983" y="522"/>
                  </a:lnTo>
                  <a:lnTo>
                    <a:pt x="292379" y="2088"/>
                  </a:lnTo>
                  <a:lnTo>
                    <a:pt x="308642" y="4690"/>
                  </a:lnTo>
                  <a:lnTo>
                    <a:pt x="324707" y="8319"/>
                  </a:lnTo>
                  <a:lnTo>
                    <a:pt x="340510" y="12959"/>
                  </a:lnTo>
                  <a:lnTo>
                    <a:pt x="355987" y="18592"/>
                  </a:lnTo>
                  <a:lnTo>
                    <a:pt x="371076" y="25195"/>
                  </a:lnTo>
                  <a:lnTo>
                    <a:pt x="385715" y="32742"/>
                  </a:lnTo>
                  <a:lnTo>
                    <a:pt x="399846" y="41203"/>
                  </a:lnTo>
                  <a:lnTo>
                    <a:pt x="413413" y="50542"/>
                  </a:lnTo>
                  <a:lnTo>
                    <a:pt x="426359" y="60724"/>
                  </a:lnTo>
                  <a:lnTo>
                    <a:pt x="438634" y="71705"/>
                  </a:lnTo>
                  <a:lnTo>
                    <a:pt x="450187" y="83444"/>
                  </a:lnTo>
                  <a:lnTo>
                    <a:pt x="460973" y="95891"/>
                  </a:lnTo>
                  <a:lnTo>
                    <a:pt x="470947" y="108997"/>
                  </a:lnTo>
                  <a:lnTo>
                    <a:pt x="480071" y="122710"/>
                  </a:lnTo>
                  <a:lnTo>
                    <a:pt x="488306" y="136974"/>
                  </a:lnTo>
                  <a:lnTo>
                    <a:pt x="495620" y="151731"/>
                  </a:lnTo>
                  <a:lnTo>
                    <a:pt x="501983" y="166922"/>
                  </a:lnTo>
                  <a:lnTo>
                    <a:pt x="507370" y="182487"/>
                  </a:lnTo>
                  <a:lnTo>
                    <a:pt x="511759" y="198361"/>
                  </a:lnTo>
                  <a:lnTo>
                    <a:pt x="515132" y="214483"/>
                  </a:lnTo>
                  <a:lnTo>
                    <a:pt x="517476" y="230785"/>
                  </a:lnTo>
                  <a:lnTo>
                    <a:pt x="518781" y="247204"/>
                  </a:lnTo>
                  <a:lnTo>
                    <a:pt x="519042" y="263672"/>
                  </a:lnTo>
                  <a:lnTo>
                    <a:pt x="518259" y="280123"/>
                  </a:lnTo>
                  <a:lnTo>
                    <a:pt x="516433" y="296492"/>
                  </a:lnTo>
                  <a:lnTo>
                    <a:pt x="513573" y="312712"/>
                  </a:lnTo>
                  <a:lnTo>
                    <a:pt x="509690" y="328718"/>
                  </a:lnTo>
                  <a:lnTo>
                    <a:pt x="504800" y="344445"/>
                  </a:lnTo>
                  <a:lnTo>
                    <a:pt x="498922" y="359831"/>
                  </a:lnTo>
                  <a:lnTo>
                    <a:pt x="492080" y="374813"/>
                  </a:lnTo>
                  <a:lnTo>
                    <a:pt x="484301" y="389331"/>
                  </a:lnTo>
                  <a:lnTo>
                    <a:pt x="475618" y="403326"/>
                  </a:lnTo>
                  <a:lnTo>
                    <a:pt x="466064" y="416742"/>
                  </a:lnTo>
                  <a:lnTo>
                    <a:pt x="455679" y="429525"/>
                  </a:lnTo>
                  <a:lnTo>
                    <a:pt x="444504" y="441624"/>
                  </a:lnTo>
                  <a:lnTo>
                    <a:pt x="432584" y="452990"/>
                  </a:lnTo>
                  <a:lnTo>
                    <a:pt x="419967" y="463577"/>
                  </a:lnTo>
                  <a:lnTo>
                    <a:pt x="406704" y="473342"/>
                  </a:lnTo>
                  <a:lnTo>
                    <a:pt x="392848" y="482247"/>
                  </a:lnTo>
                  <a:lnTo>
                    <a:pt x="378455" y="490254"/>
                  </a:lnTo>
                  <a:lnTo>
                    <a:pt x="363584" y="497333"/>
                  </a:lnTo>
                  <a:lnTo>
                    <a:pt x="348294" y="503455"/>
                  </a:lnTo>
                  <a:lnTo>
                    <a:pt x="332646" y="508594"/>
                  </a:lnTo>
                  <a:lnTo>
                    <a:pt x="316703" y="512730"/>
                  </a:lnTo>
                  <a:lnTo>
                    <a:pt x="300531" y="515847"/>
                  </a:lnTo>
                  <a:lnTo>
                    <a:pt x="284193" y="517932"/>
                  </a:lnTo>
                  <a:lnTo>
                    <a:pt x="267756" y="518977"/>
                  </a:lnTo>
                  <a:lnTo>
                    <a:pt x="251286" y="518977"/>
                  </a:lnTo>
                  <a:lnTo>
                    <a:pt x="234849" y="517932"/>
                  </a:lnTo>
                  <a:lnTo>
                    <a:pt x="218511" y="515847"/>
                  </a:lnTo>
                  <a:lnTo>
                    <a:pt x="202338" y="512730"/>
                  </a:lnTo>
                  <a:lnTo>
                    <a:pt x="186396" y="508594"/>
                  </a:lnTo>
                  <a:lnTo>
                    <a:pt x="170748" y="503455"/>
                  </a:lnTo>
                  <a:lnTo>
                    <a:pt x="155458" y="497333"/>
                  </a:lnTo>
                  <a:lnTo>
                    <a:pt x="140586" y="490254"/>
                  </a:lnTo>
                  <a:lnTo>
                    <a:pt x="126194" y="482247"/>
                  </a:lnTo>
                  <a:lnTo>
                    <a:pt x="112338" y="473342"/>
                  </a:lnTo>
                  <a:lnTo>
                    <a:pt x="99075" y="463577"/>
                  </a:lnTo>
                  <a:lnTo>
                    <a:pt x="86458" y="452990"/>
                  </a:lnTo>
                  <a:lnTo>
                    <a:pt x="74538" y="441624"/>
                  </a:lnTo>
                  <a:lnTo>
                    <a:pt x="63363" y="429525"/>
                  </a:lnTo>
                  <a:lnTo>
                    <a:pt x="52978" y="416742"/>
                  </a:lnTo>
                  <a:lnTo>
                    <a:pt x="43424" y="403326"/>
                  </a:lnTo>
                  <a:lnTo>
                    <a:pt x="34740" y="389331"/>
                  </a:lnTo>
                  <a:lnTo>
                    <a:pt x="26962" y="374813"/>
                  </a:lnTo>
                  <a:lnTo>
                    <a:pt x="20120" y="359831"/>
                  </a:lnTo>
                  <a:lnTo>
                    <a:pt x="14242" y="344445"/>
                  </a:lnTo>
                  <a:lnTo>
                    <a:pt x="9352" y="328718"/>
                  </a:lnTo>
                  <a:lnTo>
                    <a:pt x="5469" y="312712"/>
                  </a:lnTo>
                  <a:lnTo>
                    <a:pt x="2609" y="296492"/>
                  </a:lnTo>
                  <a:lnTo>
                    <a:pt x="783" y="280123"/>
                  </a:lnTo>
                  <a:lnTo>
                    <a:pt x="0" y="263672"/>
                  </a:lnTo>
                  <a:lnTo>
                    <a:pt x="261" y="247204"/>
                  </a:lnTo>
                  <a:lnTo>
                    <a:pt x="1566" y="230785"/>
                  </a:lnTo>
                  <a:lnTo>
                    <a:pt x="3910" y="214483"/>
                  </a:lnTo>
                  <a:lnTo>
                    <a:pt x="7283" y="198361"/>
                  </a:lnTo>
                  <a:lnTo>
                    <a:pt x="11672" y="182487"/>
                  </a:lnTo>
                  <a:lnTo>
                    <a:pt x="17059" y="166922"/>
                  </a:lnTo>
                  <a:lnTo>
                    <a:pt x="23422" y="151731"/>
                  </a:lnTo>
                  <a:lnTo>
                    <a:pt x="30736" y="136974"/>
                  </a:lnTo>
                  <a:lnTo>
                    <a:pt x="38971" y="122710"/>
                  </a:lnTo>
                  <a:lnTo>
                    <a:pt x="48094" y="108997"/>
                  </a:lnTo>
                  <a:lnTo>
                    <a:pt x="58069" y="95891"/>
                  </a:lnTo>
                  <a:lnTo>
                    <a:pt x="68855" y="83444"/>
                  </a:lnTo>
                  <a:lnTo>
                    <a:pt x="80408" y="71705"/>
                  </a:lnTo>
                  <a:lnTo>
                    <a:pt x="92683" y="60724"/>
                  </a:lnTo>
                  <a:lnTo>
                    <a:pt x="105629" y="50542"/>
                  </a:lnTo>
                  <a:lnTo>
                    <a:pt x="119195" y="41203"/>
                  </a:lnTo>
                  <a:lnTo>
                    <a:pt x="133327" y="32742"/>
                  </a:lnTo>
                  <a:lnTo>
                    <a:pt x="147966" y="25195"/>
                  </a:lnTo>
                  <a:lnTo>
                    <a:pt x="163054" y="18592"/>
                  </a:lnTo>
                  <a:lnTo>
                    <a:pt x="178531" y="12959"/>
                  </a:lnTo>
                  <a:lnTo>
                    <a:pt x="194334" y="8319"/>
                  </a:lnTo>
                  <a:lnTo>
                    <a:pt x="210400" y="4690"/>
                  </a:lnTo>
                  <a:lnTo>
                    <a:pt x="226663" y="2088"/>
                  </a:lnTo>
                  <a:lnTo>
                    <a:pt x="243059" y="522"/>
                  </a:lnTo>
                  <a:lnTo>
                    <a:pt x="25952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323580" y="457944"/>
              <a:ext cx="1038085" cy="1037955"/>
            </a:xfrm>
            <a:custGeom>
              <a:avLst/>
              <a:pathLst>
                <a:path w="1038085" h="1037955">
                  <a:moveTo>
                    <a:pt x="519042" y="0"/>
                  </a:moveTo>
                  <a:lnTo>
                    <a:pt x="551966" y="1045"/>
                  </a:lnTo>
                  <a:lnTo>
                    <a:pt x="584758" y="4176"/>
                  </a:lnTo>
                  <a:lnTo>
                    <a:pt x="617284" y="9380"/>
                  </a:lnTo>
                  <a:lnTo>
                    <a:pt x="649415" y="16638"/>
                  </a:lnTo>
                  <a:lnTo>
                    <a:pt x="681021" y="25918"/>
                  </a:lnTo>
                  <a:lnTo>
                    <a:pt x="711975" y="37184"/>
                  </a:lnTo>
                  <a:lnTo>
                    <a:pt x="742152" y="50391"/>
                  </a:lnTo>
                  <a:lnTo>
                    <a:pt x="771431" y="65485"/>
                  </a:lnTo>
                  <a:lnTo>
                    <a:pt x="799693" y="82406"/>
                  </a:lnTo>
                  <a:lnTo>
                    <a:pt x="826826" y="101085"/>
                  </a:lnTo>
                  <a:lnTo>
                    <a:pt x="852719" y="121448"/>
                  </a:lnTo>
                  <a:lnTo>
                    <a:pt x="877268" y="143411"/>
                  </a:lnTo>
                  <a:lnTo>
                    <a:pt x="900375" y="166888"/>
                  </a:lnTo>
                  <a:lnTo>
                    <a:pt x="921946" y="191783"/>
                  </a:lnTo>
                  <a:lnTo>
                    <a:pt x="941895" y="217995"/>
                  </a:lnTo>
                  <a:lnTo>
                    <a:pt x="960142" y="245421"/>
                  </a:lnTo>
                  <a:lnTo>
                    <a:pt x="976612" y="273948"/>
                  </a:lnTo>
                  <a:lnTo>
                    <a:pt x="991240" y="303462"/>
                  </a:lnTo>
                  <a:lnTo>
                    <a:pt x="1003966" y="333845"/>
                  </a:lnTo>
                  <a:lnTo>
                    <a:pt x="1014740" y="364974"/>
                  </a:lnTo>
                  <a:lnTo>
                    <a:pt x="1023518" y="396723"/>
                  </a:lnTo>
                  <a:lnTo>
                    <a:pt x="1030264" y="428966"/>
                  </a:lnTo>
                  <a:lnTo>
                    <a:pt x="1034952" y="461571"/>
                  </a:lnTo>
                  <a:lnTo>
                    <a:pt x="1037563" y="494408"/>
                  </a:lnTo>
                  <a:lnTo>
                    <a:pt x="1038085" y="527344"/>
                  </a:lnTo>
                  <a:lnTo>
                    <a:pt x="1036518" y="560247"/>
                  </a:lnTo>
                  <a:lnTo>
                    <a:pt x="1032867" y="592984"/>
                  </a:lnTo>
                  <a:lnTo>
                    <a:pt x="1027147" y="625425"/>
                  </a:lnTo>
                  <a:lnTo>
                    <a:pt x="1019381" y="657436"/>
                  </a:lnTo>
                  <a:lnTo>
                    <a:pt x="1009600" y="688891"/>
                  </a:lnTo>
                  <a:lnTo>
                    <a:pt x="997844" y="719663"/>
                  </a:lnTo>
                  <a:lnTo>
                    <a:pt x="984160" y="749626"/>
                  </a:lnTo>
                  <a:lnTo>
                    <a:pt x="968603" y="778662"/>
                  </a:lnTo>
                  <a:lnTo>
                    <a:pt x="951236" y="806652"/>
                  </a:lnTo>
                  <a:lnTo>
                    <a:pt x="932129" y="833485"/>
                  </a:lnTo>
                  <a:lnTo>
                    <a:pt x="911358" y="859051"/>
                  </a:lnTo>
                  <a:lnTo>
                    <a:pt x="889008" y="883249"/>
                  </a:lnTo>
                  <a:lnTo>
                    <a:pt x="865168" y="905981"/>
                  </a:lnTo>
                  <a:lnTo>
                    <a:pt x="839934" y="927154"/>
                  </a:lnTo>
                  <a:lnTo>
                    <a:pt x="813408" y="946685"/>
                  </a:lnTo>
                  <a:lnTo>
                    <a:pt x="785696" y="964494"/>
                  </a:lnTo>
                  <a:lnTo>
                    <a:pt x="756911" y="980509"/>
                  </a:lnTo>
                  <a:lnTo>
                    <a:pt x="727169" y="994667"/>
                  </a:lnTo>
                  <a:lnTo>
                    <a:pt x="696588" y="1006910"/>
                  </a:lnTo>
                  <a:lnTo>
                    <a:pt x="665292" y="1017188"/>
                  </a:lnTo>
                  <a:lnTo>
                    <a:pt x="633407" y="1025461"/>
                  </a:lnTo>
                  <a:lnTo>
                    <a:pt x="601062" y="1031695"/>
                  </a:lnTo>
                  <a:lnTo>
                    <a:pt x="568387" y="1035865"/>
                  </a:lnTo>
                  <a:lnTo>
                    <a:pt x="535513" y="1037955"/>
                  </a:lnTo>
                  <a:lnTo>
                    <a:pt x="502572" y="1037955"/>
                  </a:lnTo>
                  <a:lnTo>
                    <a:pt x="469698" y="1035865"/>
                  </a:lnTo>
                  <a:lnTo>
                    <a:pt x="437023" y="1031695"/>
                  </a:lnTo>
                  <a:lnTo>
                    <a:pt x="404677" y="1025461"/>
                  </a:lnTo>
                  <a:lnTo>
                    <a:pt x="372793" y="1017188"/>
                  </a:lnTo>
                  <a:lnTo>
                    <a:pt x="341497" y="1006910"/>
                  </a:lnTo>
                  <a:lnTo>
                    <a:pt x="310916" y="994667"/>
                  </a:lnTo>
                  <a:lnTo>
                    <a:pt x="281173" y="980509"/>
                  </a:lnTo>
                  <a:lnTo>
                    <a:pt x="252388" y="964494"/>
                  </a:lnTo>
                  <a:lnTo>
                    <a:pt x="224677" y="946685"/>
                  </a:lnTo>
                  <a:lnTo>
                    <a:pt x="198151" y="927154"/>
                  </a:lnTo>
                  <a:lnTo>
                    <a:pt x="172917" y="905981"/>
                  </a:lnTo>
                  <a:lnTo>
                    <a:pt x="149077" y="883249"/>
                  </a:lnTo>
                  <a:lnTo>
                    <a:pt x="126727" y="859051"/>
                  </a:lnTo>
                  <a:lnTo>
                    <a:pt x="105956" y="833485"/>
                  </a:lnTo>
                  <a:lnTo>
                    <a:pt x="86849" y="806652"/>
                  </a:lnTo>
                  <a:lnTo>
                    <a:pt x="69481" y="778662"/>
                  </a:lnTo>
                  <a:lnTo>
                    <a:pt x="53925" y="749626"/>
                  </a:lnTo>
                  <a:lnTo>
                    <a:pt x="40241" y="719663"/>
                  </a:lnTo>
                  <a:lnTo>
                    <a:pt x="28485" y="688891"/>
                  </a:lnTo>
                  <a:lnTo>
                    <a:pt x="18704" y="657436"/>
                  </a:lnTo>
                  <a:lnTo>
                    <a:pt x="10938" y="625425"/>
                  </a:lnTo>
                  <a:lnTo>
                    <a:pt x="5218" y="592984"/>
                  </a:lnTo>
                  <a:lnTo>
                    <a:pt x="1567" y="560247"/>
                  </a:lnTo>
                  <a:lnTo>
                    <a:pt x="0" y="527344"/>
                  </a:lnTo>
                  <a:lnTo>
                    <a:pt x="522" y="494408"/>
                  </a:lnTo>
                  <a:lnTo>
                    <a:pt x="3133" y="461571"/>
                  </a:lnTo>
                  <a:lnTo>
                    <a:pt x="7821" y="428966"/>
                  </a:lnTo>
                  <a:lnTo>
                    <a:pt x="14567" y="396723"/>
                  </a:lnTo>
                  <a:lnTo>
                    <a:pt x="23345" y="364974"/>
                  </a:lnTo>
                  <a:lnTo>
                    <a:pt x="34119" y="333845"/>
                  </a:lnTo>
                  <a:lnTo>
                    <a:pt x="46845" y="303462"/>
                  </a:lnTo>
                  <a:lnTo>
                    <a:pt x="61473" y="273948"/>
                  </a:lnTo>
                  <a:lnTo>
                    <a:pt x="77943" y="245421"/>
                  </a:lnTo>
                  <a:lnTo>
                    <a:pt x="96189" y="217995"/>
                  </a:lnTo>
                  <a:lnTo>
                    <a:pt x="116138" y="191783"/>
                  </a:lnTo>
                  <a:lnTo>
                    <a:pt x="137710" y="166888"/>
                  </a:lnTo>
                  <a:lnTo>
                    <a:pt x="160817" y="143411"/>
                  </a:lnTo>
                  <a:lnTo>
                    <a:pt x="185366" y="121448"/>
                  </a:lnTo>
                  <a:lnTo>
                    <a:pt x="211259" y="101085"/>
                  </a:lnTo>
                  <a:lnTo>
                    <a:pt x="238391" y="82406"/>
                  </a:lnTo>
                  <a:lnTo>
                    <a:pt x="266654" y="65485"/>
                  </a:lnTo>
                  <a:lnTo>
                    <a:pt x="295932" y="50391"/>
                  </a:lnTo>
                  <a:lnTo>
                    <a:pt x="326109" y="37184"/>
                  </a:lnTo>
                  <a:lnTo>
                    <a:pt x="357063" y="25918"/>
                  </a:lnTo>
                  <a:lnTo>
                    <a:pt x="388669" y="16638"/>
                  </a:lnTo>
                  <a:lnTo>
                    <a:pt x="420800" y="9380"/>
                  </a:lnTo>
                  <a:lnTo>
                    <a:pt x="453327" y="4176"/>
                  </a:lnTo>
                  <a:lnTo>
                    <a:pt x="486118" y="1045"/>
                  </a:lnTo>
                  <a:lnTo>
                    <a:pt x="51904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258700" y="393056"/>
              <a:ext cx="1167846" cy="1167699"/>
            </a:xfrm>
            <a:custGeom>
              <a:avLst/>
              <a:pathLst>
                <a:path w="1167846" h="1167699">
                  <a:moveTo>
                    <a:pt x="583923" y="0"/>
                  </a:moveTo>
                  <a:lnTo>
                    <a:pt x="620962" y="1175"/>
                  </a:lnTo>
                  <a:lnTo>
                    <a:pt x="657852" y="4698"/>
                  </a:lnTo>
                  <a:lnTo>
                    <a:pt x="694445" y="10553"/>
                  </a:lnTo>
                  <a:lnTo>
                    <a:pt x="730592" y="18717"/>
                  </a:lnTo>
                  <a:lnTo>
                    <a:pt x="766149" y="29158"/>
                  </a:lnTo>
                  <a:lnTo>
                    <a:pt x="800972" y="41832"/>
                  </a:lnTo>
                  <a:lnTo>
                    <a:pt x="834922" y="56690"/>
                  </a:lnTo>
                  <a:lnTo>
                    <a:pt x="867860" y="73671"/>
                  </a:lnTo>
                  <a:lnTo>
                    <a:pt x="899655" y="92707"/>
                  </a:lnTo>
                  <a:lnTo>
                    <a:pt x="930179" y="113721"/>
                  </a:lnTo>
                  <a:lnTo>
                    <a:pt x="959309" y="136629"/>
                  </a:lnTo>
                  <a:lnTo>
                    <a:pt x="986927" y="161338"/>
                  </a:lnTo>
                  <a:lnTo>
                    <a:pt x="1012922" y="187749"/>
                  </a:lnTo>
                  <a:lnTo>
                    <a:pt x="1037190" y="215756"/>
                  </a:lnTo>
                  <a:lnTo>
                    <a:pt x="1059632" y="245245"/>
                  </a:lnTo>
                  <a:lnTo>
                    <a:pt x="1080160" y="276098"/>
                  </a:lnTo>
                  <a:lnTo>
                    <a:pt x="1098689" y="308191"/>
                  </a:lnTo>
                  <a:lnTo>
                    <a:pt x="1115145" y="341395"/>
                  </a:lnTo>
                  <a:lnTo>
                    <a:pt x="1129462" y="375576"/>
                  </a:lnTo>
                  <a:lnTo>
                    <a:pt x="1141582" y="410596"/>
                  </a:lnTo>
                  <a:lnTo>
                    <a:pt x="1151457" y="446314"/>
                  </a:lnTo>
                  <a:lnTo>
                    <a:pt x="1159047" y="482586"/>
                  </a:lnTo>
                  <a:lnTo>
                    <a:pt x="1164321" y="519267"/>
                  </a:lnTo>
                  <a:lnTo>
                    <a:pt x="1167258" y="556209"/>
                  </a:lnTo>
                  <a:lnTo>
                    <a:pt x="1167846" y="593262"/>
                  </a:lnTo>
                  <a:lnTo>
                    <a:pt x="1166083" y="630278"/>
                  </a:lnTo>
                  <a:lnTo>
                    <a:pt x="1161975" y="667108"/>
                  </a:lnTo>
                  <a:lnTo>
                    <a:pt x="1155540" y="703603"/>
                  </a:lnTo>
                  <a:lnTo>
                    <a:pt x="1146803" y="739616"/>
                  </a:lnTo>
                  <a:lnTo>
                    <a:pt x="1135800" y="775003"/>
                  </a:lnTo>
                  <a:lnTo>
                    <a:pt x="1122575" y="809621"/>
                  </a:lnTo>
                  <a:lnTo>
                    <a:pt x="1107180" y="843330"/>
                  </a:lnTo>
                  <a:lnTo>
                    <a:pt x="1089679" y="875995"/>
                  </a:lnTo>
                  <a:lnTo>
                    <a:pt x="1070141" y="907484"/>
                  </a:lnTo>
                  <a:lnTo>
                    <a:pt x="1048645" y="937670"/>
                  </a:lnTo>
                  <a:lnTo>
                    <a:pt x="1025278" y="966433"/>
                  </a:lnTo>
                  <a:lnTo>
                    <a:pt x="1000134" y="993655"/>
                  </a:lnTo>
                  <a:lnTo>
                    <a:pt x="973314" y="1019228"/>
                  </a:lnTo>
                  <a:lnTo>
                    <a:pt x="944926" y="1043049"/>
                  </a:lnTo>
                  <a:lnTo>
                    <a:pt x="915084" y="1065021"/>
                  </a:lnTo>
                  <a:lnTo>
                    <a:pt x="883909" y="1085056"/>
                  </a:lnTo>
                  <a:lnTo>
                    <a:pt x="851525" y="1103073"/>
                  </a:lnTo>
                  <a:lnTo>
                    <a:pt x="818065" y="1119001"/>
                  </a:lnTo>
                  <a:lnTo>
                    <a:pt x="783661" y="1132774"/>
                  </a:lnTo>
                  <a:lnTo>
                    <a:pt x="748454" y="1144337"/>
                  </a:lnTo>
                  <a:lnTo>
                    <a:pt x="712583" y="1153644"/>
                  </a:lnTo>
                  <a:lnTo>
                    <a:pt x="676195" y="1160657"/>
                  </a:lnTo>
                  <a:lnTo>
                    <a:pt x="639435" y="1165349"/>
                  </a:lnTo>
                  <a:lnTo>
                    <a:pt x="602452" y="1167699"/>
                  </a:lnTo>
                  <a:lnTo>
                    <a:pt x="565394" y="1167699"/>
                  </a:lnTo>
                  <a:lnTo>
                    <a:pt x="528410" y="1165349"/>
                  </a:lnTo>
                  <a:lnTo>
                    <a:pt x="491650" y="1160657"/>
                  </a:lnTo>
                  <a:lnTo>
                    <a:pt x="455262" y="1153644"/>
                  </a:lnTo>
                  <a:lnTo>
                    <a:pt x="419392" y="1144337"/>
                  </a:lnTo>
                  <a:lnTo>
                    <a:pt x="384184" y="1132774"/>
                  </a:lnTo>
                  <a:lnTo>
                    <a:pt x="349781" y="1119001"/>
                  </a:lnTo>
                  <a:lnTo>
                    <a:pt x="316320" y="1103073"/>
                  </a:lnTo>
                  <a:lnTo>
                    <a:pt x="283937" y="1085056"/>
                  </a:lnTo>
                  <a:lnTo>
                    <a:pt x="252762" y="1065021"/>
                  </a:lnTo>
                  <a:lnTo>
                    <a:pt x="222920" y="1043049"/>
                  </a:lnTo>
                  <a:lnTo>
                    <a:pt x="194532" y="1019228"/>
                  </a:lnTo>
                  <a:lnTo>
                    <a:pt x="167712" y="993655"/>
                  </a:lnTo>
                  <a:lnTo>
                    <a:pt x="142567" y="966433"/>
                  </a:lnTo>
                  <a:lnTo>
                    <a:pt x="119200" y="937670"/>
                  </a:lnTo>
                  <a:lnTo>
                    <a:pt x="97705" y="907484"/>
                  </a:lnTo>
                  <a:lnTo>
                    <a:pt x="78167" y="875995"/>
                  </a:lnTo>
                  <a:lnTo>
                    <a:pt x="60665" y="843330"/>
                  </a:lnTo>
                  <a:lnTo>
                    <a:pt x="45271" y="809621"/>
                  </a:lnTo>
                  <a:lnTo>
                    <a:pt x="32045" y="775003"/>
                  </a:lnTo>
                  <a:lnTo>
                    <a:pt x="21042" y="739616"/>
                  </a:lnTo>
                  <a:lnTo>
                    <a:pt x="12305" y="703603"/>
                  </a:lnTo>
                  <a:lnTo>
                    <a:pt x="5870" y="667108"/>
                  </a:lnTo>
                  <a:lnTo>
                    <a:pt x="1763" y="630278"/>
                  </a:lnTo>
                  <a:lnTo>
                    <a:pt x="0" y="593262"/>
                  </a:lnTo>
                  <a:lnTo>
                    <a:pt x="587" y="556209"/>
                  </a:lnTo>
                  <a:lnTo>
                    <a:pt x="3524" y="519267"/>
                  </a:lnTo>
                  <a:lnTo>
                    <a:pt x="8798" y="482586"/>
                  </a:lnTo>
                  <a:lnTo>
                    <a:pt x="16388" y="446314"/>
                  </a:lnTo>
                  <a:lnTo>
                    <a:pt x="26263" y="410596"/>
                  </a:lnTo>
                  <a:lnTo>
                    <a:pt x="38383" y="375576"/>
                  </a:lnTo>
                  <a:lnTo>
                    <a:pt x="52701" y="341395"/>
                  </a:lnTo>
                  <a:lnTo>
                    <a:pt x="69157" y="308191"/>
                  </a:lnTo>
                  <a:lnTo>
                    <a:pt x="87686" y="276098"/>
                  </a:lnTo>
                  <a:lnTo>
                    <a:pt x="108213" y="245245"/>
                  </a:lnTo>
                  <a:lnTo>
                    <a:pt x="130656" y="215756"/>
                  </a:lnTo>
                  <a:lnTo>
                    <a:pt x="154924" y="187749"/>
                  </a:lnTo>
                  <a:lnTo>
                    <a:pt x="180919" y="161338"/>
                  </a:lnTo>
                  <a:lnTo>
                    <a:pt x="208537" y="136629"/>
                  </a:lnTo>
                  <a:lnTo>
                    <a:pt x="237666" y="113721"/>
                  </a:lnTo>
                  <a:lnTo>
                    <a:pt x="268190" y="92707"/>
                  </a:lnTo>
                  <a:lnTo>
                    <a:pt x="299985" y="73671"/>
                  </a:lnTo>
                  <a:lnTo>
                    <a:pt x="332924" y="56690"/>
                  </a:lnTo>
                  <a:lnTo>
                    <a:pt x="366873" y="41832"/>
                  </a:lnTo>
                  <a:lnTo>
                    <a:pt x="401696" y="29158"/>
                  </a:lnTo>
                  <a:lnTo>
                    <a:pt x="437253" y="18717"/>
                  </a:lnTo>
                  <a:lnTo>
                    <a:pt x="473401" y="10553"/>
                  </a:lnTo>
                  <a:lnTo>
                    <a:pt x="509993" y="4698"/>
                  </a:lnTo>
                  <a:lnTo>
                    <a:pt x="546883" y="1175"/>
                  </a:lnTo>
                  <a:lnTo>
                    <a:pt x="58392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5760658" y="872440"/>
              <a:ext cx="601072" cy="256412"/>
            </a:xfrm>
            <a:custGeom>
              <a:avLst/>
              <a:pathLst>
                <a:path w="601072" h="256412">
                  <a:moveTo>
                    <a:pt x="81964" y="104612"/>
                  </a:moveTo>
                  <a:lnTo>
                    <a:pt x="84321" y="95815"/>
                  </a:lnTo>
                  <a:lnTo>
                    <a:pt x="91071" y="88838"/>
                  </a:lnTo>
                  <a:lnTo>
                    <a:pt x="101283" y="85293"/>
                  </a:lnTo>
                  <a:lnTo>
                    <a:pt x="114111" y="74161"/>
                  </a:lnTo>
                  <a:lnTo>
                    <a:pt x="127546" y="63718"/>
                  </a:lnTo>
                  <a:lnTo>
                    <a:pt x="141562" y="53989"/>
                  </a:lnTo>
                  <a:lnTo>
                    <a:pt x="156128" y="44997"/>
                  </a:lnTo>
                  <a:lnTo>
                    <a:pt x="171216" y="36765"/>
                  </a:lnTo>
                  <a:lnTo>
                    <a:pt x="186794" y="29313"/>
                  </a:lnTo>
                  <a:lnTo>
                    <a:pt x="202830" y="22663"/>
                  </a:lnTo>
                  <a:lnTo>
                    <a:pt x="219294" y="16833"/>
                  </a:lnTo>
                  <a:lnTo>
                    <a:pt x="236151" y="11841"/>
                  </a:lnTo>
                  <a:lnTo>
                    <a:pt x="253369" y="7704"/>
                  </a:lnTo>
                  <a:lnTo>
                    <a:pt x="270913" y="4438"/>
                  </a:lnTo>
                  <a:lnTo>
                    <a:pt x="288749" y="2056"/>
                  </a:lnTo>
                  <a:lnTo>
                    <a:pt x="306841" y="573"/>
                  </a:lnTo>
                  <a:lnTo>
                    <a:pt x="325154" y="0"/>
                  </a:lnTo>
                  <a:lnTo>
                    <a:pt x="343651" y="346"/>
                  </a:lnTo>
                  <a:lnTo>
                    <a:pt x="362296" y="1623"/>
                  </a:lnTo>
                  <a:lnTo>
                    <a:pt x="381053" y="3837"/>
                  </a:lnTo>
                  <a:lnTo>
                    <a:pt x="399883" y="6996"/>
                  </a:lnTo>
                  <a:lnTo>
                    <a:pt x="418750" y="11104"/>
                  </a:lnTo>
                  <a:lnTo>
                    <a:pt x="437616" y="16165"/>
                  </a:lnTo>
                  <a:lnTo>
                    <a:pt x="456442" y="22183"/>
                  </a:lnTo>
                  <a:lnTo>
                    <a:pt x="475191" y="29158"/>
                  </a:lnTo>
                  <a:lnTo>
                    <a:pt x="493825" y="37091"/>
                  </a:lnTo>
                  <a:lnTo>
                    <a:pt x="512305" y="45979"/>
                  </a:lnTo>
                  <a:lnTo>
                    <a:pt x="530594" y="55821"/>
                  </a:lnTo>
                  <a:lnTo>
                    <a:pt x="548653" y="66611"/>
                  </a:lnTo>
                  <a:lnTo>
                    <a:pt x="566444" y="78344"/>
                  </a:lnTo>
                  <a:lnTo>
                    <a:pt x="583930" y="91014"/>
                  </a:lnTo>
                  <a:lnTo>
                    <a:pt x="601072" y="104612"/>
                  </a:lnTo>
                  <a:lnTo>
                    <a:pt x="586523" y="121848"/>
                  </a:lnTo>
                  <a:lnTo>
                    <a:pt x="571419" y="138092"/>
                  </a:lnTo>
                  <a:lnTo>
                    <a:pt x="555811" y="153325"/>
                  </a:lnTo>
                  <a:lnTo>
                    <a:pt x="539749" y="167533"/>
                  </a:lnTo>
                  <a:lnTo>
                    <a:pt x="523287" y="180704"/>
                  </a:lnTo>
                  <a:lnTo>
                    <a:pt x="506475" y="192827"/>
                  </a:lnTo>
                  <a:lnTo>
                    <a:pt x="489367" y="203893"/>
                  </a:lnTo>
                  <a:lnTo>
                    <a:pt x="472014" y="213899"/>
                  </a:lnTo>
                  <a:lnTo>
                    <a:pt x="454468" y="222840"/>
                  </a:lnTo>
                  <a:lnTo>
                    <a:pt x="436783" y="230715"/>
                  </a:lnTo>
                  <a:lnTo>
                    <a:pt x="419010" y="237526"/>
                  </a:lnTo>
                  <a:lnTo>
                    <a:pt x="401201" y="243276"/>
                  </a:lnTo>
                  <a:lnTo>
                    <a:pt x="383408" y="247972"/>
                  </a:lnTo>
                  <a:lnTo>
                    <a:pt x="365681" y="251622"/>
                  </a:lnTo>
                  <a:lnTo>
                    <a:pt x="348071" y="254237"/>
                  </a:lnTo>
                  <a:lnTo>
                    <a:pt x="330628" y="255828"/>
                  </a:lnTo>
                  <a:lnTo>
                    <a:pt x="313401" y="256412"/>
                  </a:lnTo>
                  <a:lnTo>
                    <a:pt x="296438" y="256004"/>
                  </a:lnTo>
                  <a:lnTo>
                    <a:pt x="279786" y="254625"/>
                  </a:lnTo>
                  <a:lnTo>
                    <a:pt x="263492" y="252296"/>
                  </a:lnTo>
                  <a:lnTo>
                    <a:pt x="247600" y="249039"/>
                  </a:lnTo>
                  <a:lnTo>
                    <a:pt x="232154" y="244880"/>
                  </a:lnTo>
                  <a:lnTo>
                    <a:pt x="217198" y="239847"/>
                  </a:lnTo>
                  <a:lnTo>
                    <a:pt x="199074" y="239764"/>
                  </a:lnTo>
                  <a:lnTo>
                    <a:pt x="181691" y="237832"/>
                  </a:lnTo>
                  <a:lnTo>
                    <a:pt x="165219" y="234160"/>
                  </a:lnTo>
                  <a:lnTo>
                    <a:pt x="149814" y="228869"/>
                  </a:lnTo>
                  <a:lnTo>
                    <a:pt x="135617" y="222097"/>
                  </a:lnTo>
                  <a:lnTo>
                    <a:pt x="122759" y="213989"/>
                  </a:lnTo>
                  <a:lnTo>
                    <a:pt x="111354" y="204705"/>
                  </a:lnTo>
                  <a:lnTo>
                    <a:pt x="101499" y="194411"/>
                  </a:lnTo>
                  <a:lnTo>
                    <a:pt x="93275" y="183284"/>
                  </a:lnTo>
                  <a:lnTo>
                    <a:pt x="86748" y="171503"/>
                  </a:lnTo>
                  <a:lnTo>
                    <a:pt x="81964" y="159255"/>
                  </a:lnTo>
                  <a:lnTo>
                    <a:pt x="72561" y="163979"/>
                  </a:lnTo>
                  <a:lnTo>
                    <a:pt x="61701" y="166974"/>
                  </a:lnTo>
                  <a:lnTo>
                    <a:pt x="49714" y="167906"/>
                  </a:lnTo>
                  <a:lnTo>
                    <a:pt x="36998" y="166502"/>
                  </a:lnTo>
                  <a:lnTo>
                    <a:pt x="24006" y="162570"/>
                  </a:lnTo>
                  <a:lnTo>
                    <a:pt x="15653" y="152790"/>
                  </a:lnTo>
                  <a:lnTo>
                    <a:pt x="8933" y="141823"/>
                  </a:lnTo>
                  <a:lnTo>
                    <a:pt x="4011" y="129941"/>
                  </a:lnTo>
                  <a:lnTo>
                    <a:pt x="1009" y="117434"/>
                  </a:lnTo>
                  <a:lnTo>
                    <a:pt x="0" y="104612"/>
                  </a:lnTo>
                  <a:lnTo>
                    <a:pt x="10590" y="97582"/>
                  </a:lnTo>
                  <a:lnTo>
                    <a:pt x="21672" y="92619"/>
                  </a:lnTo>
                  <a:lnTo>
                    <a:pt x="32942" y="89741"/>
                  </a:lnTo>
                  <a:lnTo>
                    <a:pt x="44101" y="88929"/>
                  </a:lnTo>
                  <a:lnTo>
                    <a:pt x="54857" y="90123"/>
                  </a:lnTo>
                  <a:lnTo>
                    <a:pt x="64926" y="93228"/>
                  </a:lnTo>
                  <a:lnTo>
                    <a:pt x="74044" y="98112"/>
                  </a:lnTo>
                  <a:close/>
                </a:path>
              </a:pathLst>
            </a:custGeom>
            <a:solidFill>
              <a:srgbClr val="F8766D">
                <a:alpha val="25882"/>
              </a:srgbClr>
            </a:solidFill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760658" y="872440"/>
              <a:ext cx="601072" cy="256412"/>
            </a:xfrm>
            <a:custGeom>
              <a:avLst/>
              <a:pathLst>
                <a:path w="601072" h="256412">
                  <a:moveTo>
                    <a:pt x="81964" y="104612"/>
                  </a:moveTo>
                  <a:lnTo>
                    <a:pt x="84321" y="95815"/>
                  </a:lnTo>
                  <a:lnTo>
                    <a:pt x="91071" y="88838"/>
                  </a:lnTo>
                  <a:lnTo>
                    <a:pt x="101283" y="85293"/>
                  </a:lnTo>
                  <a:lnTo>
                    <a:pt x="114111" y="74161"/>
                  </a:lnTo>
                  <a:lnTo>
                    <a:pt x="127546" y="63718"/>
                  </a:lnTo>
                  <a:lnTo>
                    <a:pt x="141562" y="53989"/>
                  </a:lnTo>
                  <a:lnTo>
                    <a:pt x="156128" y="44997"/>
                  </a:lnTo>
                  <a:lnTo>
                    <a:pt x="171216" y="36765"/>
                  </a:lnTo>
                  <a:lnTo>
                    <a:pt x="186794" y="29313"/>
                  </a:lnTo>
                  <a:lnTo>
                    <a:pt x="202830" y="22663"/>
                  </a:lnTo>
                  <a:lnTo>
                    <a:pt x="219294" y="16833"/>
                  </a:lnTo>
                  <a:lnTo>
                    <a:pt x="236151" y="11841"/>
                  </a:lnTo>
                  <a:lnTo>
                    <a:pt x="253369" y="7704"/>
                  </a:lnTo>
                  <a:lnTo>
                    <a:pt x="270913" y="4438"/>
                  </a:lnTo>
                  <a:lnTo>
                    <a:pt x="288749" y="2056"/>
                  </a:lnTo>
                  <a:lnTo>
                    <a:pt x="306841" y="573"/>
                  </a:lnTo>
                  <a:lnTo>
                    <a:pt x="325154" y="0"/>
                  </a:lnTo>
                  <a:lnTo>
                    <a:pt x="343651" y="346"/>
                  </a:lnTo>
                  <a:lnTo>
                    <a:pt x="362296" y="1623"/>
                  </a:lnTo>
                  <a:lnTo>
                    <a:pt x="381053" y="3837"/>
                  </a:lnTo>
                  <a:lnTo>
                    <a:pt x="399883" y="6996"/>
                  </a:lnTo>
                  <a:lnTo>
                    <a:pt x="418750" y="11104"/>
                  </a:lnTo>
                  <a:lnTo>
                    <a:pt x="437616" y="16165"/>
                  </a:lnTo>
                  <a:lnTo>
                    <a:pt x="456442" y="22183"/>
                  </a:lnTo>
                  <a:lnTo>
                    <a:pt x="475191" y="29158"/>
                  </a:lnTo>
                  <a:lnTo>
                    <a:pt x="493825" y="37091"/>
                  </a:lnTo>
                  <a:lnTo>
                    <a:pt x="512305" y="45979"/>
                  </a:lnTo>
                  <a:lnTo>
                    <a:pt x="530594" y="55821"/>
                  </a:lnTo>
                  <a:lnTo>
                    <a:pt x="548653" y="66611"/>
                  </a:lnTo>
                  <a:lnTo>
                    <a:pt x="566444" y="78344"/>
                  </a:lnTo>
                  <a:lnTo>
                    <a:pt x="583930" y="91014"/>
                  </a:lnTo>
                  <a:lnTo>
                    <a:pt x="601072" y="104612"/>
                  </a:lnTo>
                  <a:lnTo>
                    <a:pt x="586523" y="121848"/>
                  </a:lnTo>
                  <a:lnTo>
                    <a:pt x="571419" y="138092"/>
                  </a:lnTo>
                  <a:lnTo>
                    <a:pt x="555811" y="153325"/>
                  </a:lnTo>
                  <a:lnTo>
                    <a:pt x="539749" y="167533"/>
                  </a:lnTo>
                  <a:lnTo>
                    <a:pt x="523287" y="180704"/>
                  </a:lnTo>
                  <a:lnTo>
                    <a:pt x="506475" y="192827"/>
                  </a:lnTo>
                  <a:lnTo>
                    <a:pt x="489367" y="203893"/>
                  </a:lnTo>
                  <a:lnTo>
                    <a:pt x="472014" y="213899"/>
                  </a:lnTo>
                  <a:lnTo>
                    <a:pt x="454468" y="222840"/>
                  </a:lnTo>
                  <a:lnTo>
                    <a:pt x="436783" y="230715"/>
                  </a:lnTo>
                  <a:lnTo>
                    <a:pt x="419010" y="237526"/>
                  </a:lnTo>
                  <a:lnTo>
                    <a:pt x="401201" y="243276"/>
                  </a:lnTo>
                  <a:lnTo>
                    <a:pt x="383408" y="247972"/>
                  </a:lnTo>
                  <a:lnTo>
                    <a:pt x="365681" y="251622"/>
                  </a:lnTo>
                  <a:lnTo>
                    <a:pt x="348071" y="254237"/>
                  </a:lnTo>
                  <a:lnTo>
                    <a:pt x="330628" y="255828"/>
                  </a:lnTo>
                  <a:lnTo>
                    <a:pt x="313401" y="256412"/>
                  </a:lnTo>
                  <a:lnTo>
                    <a:pt x="296438" y="256004"/>
                  </a:lnTo>
                  <a:lnTo>
                    <a:pt x="279786" y="254625"/>
                  </a:lnTo>
                  <a:lnTo>
                    <a:pt x="263492" y="252296"/>
                  </a:lnTo>
                  <a:lnTo>
                    <a:pt x="247600" y="249039"/>
                  </a:lnTo>
                  <a:lnTo>
                    <a:pt x="232154" y="244880"/>
                  </a:lnTo>
                  <a:lnTo>
                    <a:pt x="217198" y="239847"/>
                  </a:lnTo>
                  <a:lnTo>
                    <a:pt x="199074" y="239764"/>
                  </a:lnTo>
                  <a:lnTo>
                    <a:pt x="181691" y="237832"/>
                  </a:lnTo>
                  <a:lnTo>
                    <a:pt x="165219" y="234160"/>
                  </a:lnTo>
                  <a:lnTo>
                    <a:pt x="149814" y="228869"/>
                  </a:lnTo>
                  <a:lnTo>
                    <a:pt x="135617" y="222097"/>
                  </a:lnTo>
                  <a:lnTo>
                    <a:pt x="122759" y="213989"/>
                  </a:lnTo>
                  <a:lnTo>
                    <a:pt x="111354" y="204705"/>
                  </a:lnTo>
                  <a:lnTo>
                    <a:pt x="101499" y="194411"/>
                  </a:lnTo>
                  <a:lnTo>
                    <a:pt x="93275" y="183284"/>
                  </a:lnTo>
                  <a:lnTo>
                    <a:pt x="86748" y="171503"/>
                  </a:lnTo>
                  <a:lnTo>
                    <a:pt x="81964" y="159255"/>
                  </a:lnTo>
                  <a:lnTo>
                    <a:pt x="72561" y="163979"/>
                  </a:lnTo>
                  <a:lnTo>
                    <a:pt x="61701" y="166974"/>
                  </a:lnTo>
                  <a:lnTo>
                    <a:pt x="49714" y="167906"/>
                  </a:lnTo>
                  <a:lnTo>
                    <a:pt x="36998" y="166502"/>
                  </a:lnTo>
                  <a:lnTo>
                    <a:pt x="24006" y="162570"/>
                  </a:lnTo>
                  <a:lnTo>
                    <a:pt x="15653" y="152790"/>
                  </a:lnTo>
                  <a:lnTo>
                    <a:pt x="8933" y="141823"/>
                  </a:lnTo>
                  <a:lnTo>
                    <a:pt x="4011" y="129941"/>
                  </a:lnTo>
                  <a:lnTo>
                    <a:pt x="1009" y="117434"/>
                  </a:lnTo>
                  <a:lnTo>
                    <a:pt x="0" y="104612"/>
                  </a:lnTo>
                  <a:lnTo>
                    <a:pt x="10590" y="97582"/>
                  </a:lnTo>
                  <a:lnTo>
                    <a:pt x="21672" y="92619"/>
                  </a:lnTo>
                  <a:lnTo>
                    <a:pt x="32942" y="89741"/>
                  </a:lnTo>
                  <a:lnTo>
                    <a:pt x="44101" y="88929"/>
                  </a:lnTo>
                  <a:lnTo>
                    <a:pt x="54857" y="90123"/>
                  </a:lnTo>
                  <a:lnTo>
                    <a:pt x="64926" y="93228"/>
                  </a:lnTo>
                  <a:lnTo>
                    <a:pt x="74044" y="98112"/>
                  </a:lnTo>
                  <a:lnTo>
                    <a:pt x="81964" y="104612"/>
                  </a:lnTo>
                </a:path>
              </a:pathLst>
            </a:custGeom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5811022" y="945451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5830341" y="926132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6330130" y="945451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946256" y="1080686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5811022" y="1000094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5753064" y="1003409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729057" y="945451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5811022" y="945451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5842623" y="457944"/>
              <a:ext cx="0" cy="519108"/>
            </a:xfrm>
            <a:custGeom>
              <a:avLst/>
              <a:pathLst>
                <a:path w="0" h="519108">
                  <a:moveTo>
                    <a:pt x="0" y="519108"/>
                  </a:moveTo>
                  <a:lnTo>
                    <a:pt x="0" y="501207"/>
                  </a:lnTo>
                  <a:lnTo>
                    <a:pt x="0" y="483307"/>
                  </a:lnTo>
                  <a:lnTo>
                    <a:pt x="0" y="465407"/>
                  </a:lnTo>
                  <a:lnTo>
                    <a:pt x="0" y="447507"/>
                  </a:lnTo>
                  <a:lnTo>
                    <a:pt x="0" y="429606"/>
                  </a:lnTo>
                  <a:lnTo>
                    <a:pt x="0" y="411706"/>
                  </a:lnTo>
                  <a:lnTo>
                    <a:pt x="0" y="393806"/>
                  </a:lnTo>
                  <a:lnTo>
                    <a:pt x="0" y="375905"/>
                  </a:lnTo>
                  <a:lnTo>
                    <a:pt x="0" y="358005"/>
                  </a:lnTo>
                  <a:lnTo>
                    <a:pt x="0" y="340105"/>
                  </a:lnTo>
                  <a:lnTo>
                    <a:pt x="0" y="322205"/>
                  </a:lnTo>
                  <a:lnTo>
                    <a:pt x="0" y="304304"/>
                  </a:lnTo>
                  <a:lnTo>
                    <a:pt x="0" y="286404"/>
                  </a:lnTo>
                  <a:lnTo>
                    <a:pt x="0" y="268504"/>
                  </a:lnTo>
                  <a:lnTo>
                    <a:pt x="0" y="250603"/>
                  </a:lnTo>
                  <a:lnTo>
                    <a:pt x="0" y="232703"/>
                  </a:lnTo>
                  <a:lnTo>
                    <a:pt x="0" y="214803"/>
                  </a:lnTo>
                  <a:lnTo>
                    <a:pt x="0" y="196903"/>
                  </a:lnTo>
                  <a:lnTo>
                    <a:pt x="0" y="179002"/>
                  </a:lnTo>
                  <a:lnTo>
                    <a:pt x="0" y="161102"/>
                  </a:lnTo>
                  <a:lnTo>
                    <a:pt x="0" y="143202"/>
                  </a:lnTo>
                  <a:lnTo>
                    <a:pt x="0" y="125301"/>
                  </a:lnTo>
                  <a:lnTo>
                    <a:pt x="0" y="107401"/>
                  </a:lnTo>
                  <a:lnTo>
                    <a:pt x="0" y="89501"/>
                  </a:lnTo>
                  <a:lnTo>
                    <a:pt x="0" y="71601"/>
                  </a:lnTo>
                  <a:lnTo>
                    <a:pt x="0" y="53700"/>
                  </a:lnTo>
                  <a:lnTo>
                    <a:pt x="0" y="35800"/>
                  </a:lnTo>
                  <a:lnTo>
                    <a:pt x="0" y="1790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842623" y="609987"/>
              <a:ext cx="367064" cy="367064"/>
            </a:xfrm>
            <a:custGeom>
              <a:avLst/>
              <a:pathLst>
                <a:path w="367064" h="367064">
                  <a:moveTo>
                    <a:pt x="0" y="367064"/>
                  </a:moveTo>
                  <a:lnTo>
                    <a:pt x="12657" y="354407"/>
                  </a:lnTo>
                  <a:lnTo>
                    <a:pt x="25314" y="341750"/>
                  </a:lnTo>
                  <a:lnTo>
                    <a:pt x="37972" y="329092"/>
                  </a:lnTo>
                  <a:lnTo>
                    <a:pt x="50629" y="316435"/>
                  </a:lnTo>
                  <a:lnTo>
                    <a:pt x="63287" y="303777"/>
                  </a:lnTo>
                  <a:lnTo>
                    <a:pt x="75944" y="291120"/>
                  </a:lnTo>
                  <a:lnTo>
                    <a:pt x="88601" y="278463"/>
                  </a:lnTo>
                  <a:lnTo>
                    <a:pt x="101259" y="265805"/>
                  </a:lnTo>
                  <a:lnTo>
                    <a:pt x="113916" y="253148"/>
                  </a:lnTo>
                  <a:lnTo>
                    <a:pt x="126574" y="240490"/>
                  </a:lnTo>
                  <a:lnTo>
                    <a:pt x="139231" y="227833"/>
                  </a:lnTo>
                  <a:lnTo>
                    <a:pt x="151888" y="215175"/>
                  </a:lnTo>
                  <a:lnTo>
                    <a:pt x="164546" y="202518"/>
                  </a:lnTo>
                  <a:lnTo>
                    <a:pt x="177203" y="189861"/>
                  </a:lnTo>
                  <a:lnTo>
                    <a:pt x="189861" y="177203"/>
                  </a:lnTo>
                  <a:lnTo>
                    <a:pt x="202518" y="164546"/>
                  </a:lnTo>
                  <a:lnTo>
                    <a:pt x="215175" y="151888"/>
                  </a:lnTo>
                  <a:lnTo>
                    <a:pt x="227833" y="139231"/>
                  </a:lnTo>
                  <a:lnTo>
                    <a:pt x="240490" y="126574"/>
                  </a:lnTo>
                  <a:lnTo>
                    <a:pt x="253148" y="113916"/>
                  </a:lnTo>
                  <a:lnTo>
                    <a:pt x="265805" y="101259"/>
                  </a:lnTo>
                  <a:lnTo>
                    <a:pt x="278463" y="88601"/>
                  </a:lnTo>
                  <a:lnTo>
                    <a:pt x="291120" y="75944"/>
                  </a:lnTo>
                  <a:lnTo>
                    <a:pt x="303777" y="63287"/>
                  </a:lnTo>
                  <a:lnTo>
                    <a:pt x="316435" y="50629"/>
                  </a:lnTo>
                  <a:lnTo>
                    <a:pt x="329092" y="37972"/>
                  </a:lnTo>
                  <a:lnTo>
                    <a:pt x="341750" y="25314"/>
                  </a:lnTo>
                  <a:lnTo>
                    <a:pt x="354407" y="12657"/>
                  </a:lnTo>
                  <a:lnTo>
                    <a:pt x="367064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5842623" y="977052"/>
              <a:ext cx="519108" cy="0"/>
            </a:xfrm>
            <a:custGeom>
              <a:avLst/>
              <a:pathLst>
                <a:path w="519108" h="0">
                  <a:moveTo>
                    <a:pt x="0" y="0"/>
                  </a:moveTo>
                  <a:lnTo>
                    <a:pt x="17900" y="0"/>
                  </a:lnTo>
                  <a:lnTo>
                    <a:pt x="35800" y="0"/>
                  </a:lnTo>
                  <a:lnTo>
                    <a:pt x="53700" y="0"/>
                  </a:lnTo>
                  <a:lnTo>
                    <a:pt x="71601" y="0"/>
                  </a:lnTo>
                  <a:lnTo>
                    <a:pt x="89501" y="0"/>
                  </a:lnTo>
                  <a:lnTo>
                    <a:pt x="107401" y="0"/>
                  </a:lnTo>
                  <a:lnTo>
                    <a:pt x="125301" y="0"/>
                  </a:lnTo>
                  <a:lnTo>
                    <a:pt x="143202" y="0"/>
                  </a:lnTo>
                  <a:lnTo>
                    <a:pt x="161102" y="0"/>
                  </a:lnTo>
                  <a:lnTo>
                    <a:pt x="179002" y="0"/>
                  </a:lnTo>
                  <a:lnTo>
                    <a:pt x="196903" y="0"/>
                  </a:lnTo>
                  <a:lnTo>
                    <a:pt x="214803" y="0"/>
                  </a:lnTo>
                  <a:lnTo>
                    <a:pt x="232703" y="0"/>
                  </a:lnTo>
                  <a:lnTo>
                    <a:pt x="250603" y="0"/>
                  </a:lnTo>
                  <a:lnTo>
                    <a:pt x="268504" y="0"/>
                  </a:lnTo>
                  <a:lnTo>
                    <a:pt x="286404" y="0"/>
                  </a:lnTo>
                  <a:lnTo>
                    <a:pt x="304304" y="0"/>
                  </a:lnTo>
                  <a:lnTo>
                    <a:pt x="322205" y="0"/>
                  </a:lnTo>
                  <a:lnTo>
                    <a:pt x="340105" y="0"/>
                  </a:lnTo>
                  <a:lnTo>
                    <a:pt x="358005" y="0"/>
                  </a:lnTo>
                  <a:lnTo>
                    <a:pt x="375905" y="0"/>
                  </a:lnTo>
                  <a:lnTo>
                    <a:pt x="393806" y="0"/>
                  </a:lnTo>
                  <a:lnTo>
                    <a:pt x="411706" y="0"/>
                  </a:lnTo>
                  <a:lnTo>
                    <a:pt x="429606" y="0"/>
                  </a:lnTo>
                  <a:lnTo>
                    <a:pt x="447507" y="0"/>
                  </a:lnTo>
                  <a:lnTo>
                    <a:pt x="465407" y="0"/>
                  </a:lnTo>
                  <a:lnTo>
                    <a:pt x="483307" y="0"/>
                  </a:lnTo>
                  <a:lnTo>
                    <a:pt x="501207" y="0"/>
                  </a:lnTo>
                  <a:lnTo>
                    <a:pt x="519108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5842623" y="977052"/>
              <a:ext cx="367064" cy="367064"/>
            </a:xfrm>
            <a:custGeom>
              <a:avLst/>
              <a:pathLst>
                <a:path w="367064" h="367064">
                  <a:moveTo>
                    <a:pt x="0" y="0"/>
                  </a:moveTo>
                  <a:lnTo>
                    <a:pt x="12657" y="12657"/>
                  </a:lnTo>
                  <a:lnTo>
                    <a:pt x="25314" y="25314"/>
                  </a:lnTo>
                  <a:lnTo>
                    <a:pt x="37972" y="37972"/>
                  </a:lnTo>
                  <a:lnTo>
                    <a:pt x="50629" y="50629"/>
                  </a:lnTo>
                  <a:lnTo>
                    <a:pt x="63287" y="63287"/>
                  </a:lnTo>
                  <a:lnTo>
                    <a:pt x="75944" y="75944"/>
                  </a:lnTo>
                  <a:lnTo>
                    <a:pt x="88601" y="88601"/>
                  </a:lnTo>
                  <a:lnTo>
                    <a:pt x="101259" y="101259"/>
                  </a:lnTo>
                  <a:lnTo>
                    <a:pt x="113916" y="113916"/>
                  </a:lnTo>
                  <a:lnTo>
                    <a:pt x="126574" y="126574"/>
                  </a:lnTo>
                  <a:lnTo>
                    <a:pt x="139231" y="139231"/>
                  </a:lnTo>
                  <a:lnTo>
                    <a:pt x="151888" y="151888"/>
                  </a:lnTo>
                  <a:lnTo>
                    <a:pt x="164546" y="164546"/>
                  </a:lnTo>
                  <a:lnTo>
                    <a:pt x="177203" y="177203"/>
                  </a:lnTo>
                  <a:lnTo>
                    <a:pt x="189861" y="189861"/>
                  </a:lnTo>
                  <a:lnTo>
                    <a:pt x="202518" y="202518"/>
                  </a:lnTo>
                  <a:lnTo>
                    <a:pt x="215175" y="215175"/>
                  </a:lnTo>
                  <a:lnTo>
                    <a:pt x="227833" y="227833"/>
                  </a:lnTo>
                  <a:lnTo>
                    <a:pt x="240490" y="240490"/>
                  </a:lnTo>
                  <a:lnTo>
                    <a:pt x="253148" y="253148"/>
                  </a:lnTo>
                  <a:lnTo>
                    <a:pt x="265805" y="265805"/>
                  </a:lnTo>
                  <a:lnTo>
                    <a:pt x="278463" y="278463"/>
                  </a:lnTo>
                  <a:lnTo>
                    <a:pt x="291120" y="291120"/>
                  </a:lnTo>
                  <a:lnTo>
                    <a:pt x="303777" y="303777"/>
                  </a:lnTo>
                  <a:lnTo>
                    <a:pt x="316435" y="316435"/>
                  </a:lnTo>
                  <a:lnTo>
                    <a:pt x="329092" y="329092"/>
                  </a:lnTo>
                  <a:lnTo>
                    <a:pt x="341750" y="341750"/>
                  </a:lnTo>
                  <a:lnTo>
                    <a:pt x="354407" y="354407"/>
                  </a:lnTo>
                  <a:lnTo>
                    <a:pt x="367064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5842623" y="977052"/>
              <a:ext cx="0" cy="519108"/>
            </a:xfrm>
            <a:custGeom>
              <a:avLst/>
              <a:pathLst>
                <a:path w="0" h="519108">
                  <a:moveTo>
                    <a:pt x="0" y="0"/>
                  </a:moveTo>
                  <a:lnTo>
                    <a:pt x="0" y="17900"/>
                  </a:lnTo>
                  <a:lnTo>
                    <a:pt x="0" y="35800"/>
                  </a:lnTo>
                  <a:lnTo>
                    <a:pt x="0" y="53700"/>
                  </a:lnTo>
                  <a:lnTo>
                    <a:pt x="0" y="71601"/>
                  </a:lnTo>
                  <a:lnTo>
                    <a:pt x="0" y="89501"/>
                  </a:lnTo>
                  <a:lnTo>
                    <a:pt x="0" y="107401"/>
                  </a:lnTo>
                  <a:lnTo>
                    <a:pt x="0" y="125301"/>
                  </a:lnTo>
                  <a:lnTo>
                    <a:pt x="0" y="143202"/>
                  </a:lnTo>
                  <a:lnTo>
                    <a:pt x="0" y="161102"/>
                  </a:lnTo>
                  <a:lnTo>
                    <a:pt x="0" y="179002"/>
                  </a:lnTo>
                  <a:lnTo>
                    <a:pt x="0" y="196903"/>
                  </a:lnTo>
                  <a:lnTo>
                    <a:pt x="0" y="214803"/>
                  </a:lnTo>
                  <a:lnTo>
                    <a:pt x="0" y="232703"/>
                  </a:lnTo>
                  <a:lnTo>
                    <a:pt x="0" y="250603"/>
                  </a:lnTo>
                  <a:lnTo>
                    <a:pt x="0" y="268504"/>
                  </a:lnTo>
                  <a:lnTo>
                    <a:pt x="0" y="286404"/>
                  </a:lnTo>
                  <a:lnTo>
                    <a:pt x="0" y="304304"/>
                  </a:lnTo>
                  <a:lnTo>
                    <a:pt x="0" y="322205"/>
                  </a:lnTo>
                  <a:lnTo>
                    <a:pt x="0" y="340105"/>
                  </a:lnTo>
                  <a:lnTo>
                    <a:pt x="0" y="358005"/>
                  </a:lnTo>
                  <a:lnTo>
                    <a:pt x="0" y="375905"/>
                  </a:lnTo>
                  <a:lnTo>
                    <a:pt x="0" y="393806"/>
                  </a:lnTo>
                  <a:lnTo>
                    <a:pt x="0" y="411706"/>
                  </a:lnTo>
                  <a:lnTo>
                    <a:pt x="0" y="429606"/>
                  </a:lnTo>
                  <a:lnTo>
                    <a:pt x="0" y="447507"/>
                  </a:lnTo>
                  <a:lnTo>
                    <a:pt x="0" y="465407"/>
                  </a:lnTo>
                  <a:lnTo>
                    <a:pt x="0" y="483307"/>
                  </a:lnTo>
                  <a:lnTo>
                    <a:pt x="0" y="501207"/>
                  </a:lnTo>
                  <a:lnTo>
                    <a:pt x="0" y="519108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5475558" y="977052"/>
              <a:ext cx="367064" cy="367064"/>
            </a:xfrm>
            <a:custGeom>
              <a:avLst/>
              <a:pathLst>
                <a:path w="367064" h="367064">
                  <a:moveTo>
                    <a:pt x="367064" y="0"/>
                  </a:moveTo>
                  <a:lnTo>
                    <a:pt x="354407" y="12657"/>
                  </a:lnTo>
                  <a:lnTo>
                    <a:pt x="341750" y="25314"/>
                  </a:lnTo>
                  <a:lnTo>
                    <a:pt x="329092" y="37972"/>
                  </a:lnTo>
                  <a:lnTo>
                    <a:pt x="316435" y="50629"/>
                  </a:lnTo>
                  <a:lnTo>
                    <a:pt x="303777" y="63287"/>
                  </a:lnTo>
                  <a:lnTo>
                    <a:pt x="291120" y="75944"/>
                  </a:lnTo>
                  <a:lnTo>
                    <a:pt x="278463" y="88601"/>
                  </a:lnTo>
                  <a:lnTo>
                    <a:pt x="265805" y="101259"/>
                  </a:lnTo>
                  <a:lnTo>
                    <a:pt x="253148" y="113916"/>
                  </a:lnTo>
                  <a:lnTo>
                    <a:pt x="240490" y="126574"/>
                  </a:lnTo>
                  <a:lnTo>
                    <a:pt x="227833" y="139231"/>
                  </a:lnTo>
                  <a:lnTo>
                    <a:pt x="215175" y="151888"/>
                  </a:lnTo>
                  <a:lnTo>
                    <a:pt x="202518" y="164546"/>
                  </a:lnTo>
                  <a:lnTo>
                    <a:pt x="189861" y="177203"/>
                  </a:lnTo>
                  <a:lnTo>
                    <a:pt x="177203" y="189861"/>
                  </a:lnTo>
                  <a:lnTo>
                    <a:pt x="164546" y="202518"/>
                  </a:lnTo>
                  <a:lnTo>
                    <a:pt x="151888" y="215175"/>
                  </a:lnTo>
                  <a:lnTo>
                    <a:pt x="139231" y="227833"/>
                  </a:lnTo>
                  <a:lnTo>
                    <a:pt x="126574" y="240490"/>
                  </a:lnTo>
                  <a:lnTo>
                    <a:pt x="113916" y="253148"/>
                  </a:lnTo>
                  <a:lnTo>
                    <a:pt x="101259" y="265805"/>
                  </a:lnTo>
                  <a:lnTo>
                    <a:pt x="88601" y="278463"/>
                  </a:lnTo>
                  <a:lnTo>
                    <a:pt x="75944" y="291120"/>
                  </a:lnTo>
                  <a:lnTo>
                    <a:pt x="63287" y="303777"/>
                  </a:lnTo>
                  <a:lnTo>
                    <a:pt x="50629" y="316435"/>
                  </a:lnTo>
                  <a:lnTo>
                    <a:pt x="37972" y="329092"/>
                  </a:lnTo>
                  <a:lnTo>
                    <a:pt x="25314" y="341750"/>
                  </a:lnTo>
                  <a:lnTo>
                    <a:pt x="12657" y="354407"/>
                  </a:lnTo>
                  <a:lnTo>
                    <a:pt x="0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323515" y="977052"/>
              <a:ext cx="519108" cy="0"/>
            </a:xfrm>
            <a:custGeom>
              <a:avLst/>
              <a:pathLst>
                <a:path w="519108" h="0">
                  <a:moveTo>
                    <a:pt x="519108" y="0"/>
                  </a:moveTo>
                  <a:lnTo>
                    <a:pt x="501207" y="0"/>
                  </a:lnTo>
                  <a:lnTo>
                    <a:pt x="483307" y="0"/>
                  </a:lnTo>
                  <a:lnTo>
                    <a:pt x="465407" y="0"/>
                  </a:lnTo>
                  <a:lnTo>
                    <a:pt x="447507" y="0"/>
                  </a:lnTo>
                  <a:lnTo>
                    <a:pt x="429606" y="0"/>
                  </a:lnTo>
                  <a:lnTo>
                    <a:pt x="411706" y="0"/>
                  </a:lnTo>
                  <a:lnTo>
                    <a:pt x="393806" y="0"/>
                  </a:lnTo>
                  <a:lnTo>
                    <a:pt x="375905" y="0"/>
                  </a:lnTo>
                  <a:lnTo>
                    <a:pt x="358005" y="0"/>
                  </a:lnTo>
                  <a:lnTo>
                    <a:pt x="340105" y="0"/>
                  </a:lnTo>
                  <a:lnTo>
                    <a:pt x="322205" y="0"/>
                  </a:lnTo>
                  <a:lnTo>
                    <a:pt x="304304" y="0"/>
                  </a:lnTo>
                  <a:lnTo>
                    <a:pt x="286404" y="0"/>
                  </a:lnTo>
                  <a:lnTo>
                    <a:pt x="268504" y="0"/>
                  </a:lnTo>
                  <a:lnTo>
                    <a:pt x="250603" y="0"/>
                  </a:lnTo>
                  <a:lnTo>
                    <a:pt x="232703" y="0"/>
                  </a:lnTo>
                  <a:lnTo>
                    <a:pt x="214803" y="0"/>
                  </a:lnTo>
                  <a:lnTo>
                    <a:pt x="196903" y="0"/>
                  </a:lnTo>
                  <a:lnTo>
                    <a:pt x="179002" y="0"/>
                  </a:lnTo>
                  <a:lnTo>
                    <a:pt x="161102" y="0"/>
                  </a:lnTo>
                  <a:lnTo>
                    <a:pt x="143202" y="0"/>
                  </a:lnTo>
                  <a:lnTo>
                    <a:pt x="125301" y="0"/>
                  </a:lnTo>
                  <a:lnTo>
                    <a:pt x="107401" y="0"/>
                  </a:lnTo>
                  <a:lnTo>
                    <a:pt x="89501" y="0"/>
                  </a:lnTo>
                  <a:lnTo>
                    <a:pt x="71601" y="0"/>
                  </a:lnTo>
                  <a:lnTo>
                    <a:pt x="53700" y="0"/>
                  </a:lnTo>
                  <a:lnTo>
                    <a:pt x="35800" y="0"/>
                  </a:lnTo>
                  <a:lnTo>
                    <a:pt x="17900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475558" y="609987"/>
              <a:ext cx="367064" cy="367064"/>
            </a:xfrm>
            <a:custGeom>
              <a:avLst/>
              <a:pathLst>
                <a:path w="367064" h="367064">
                  <a:moveTo>
                    <a:pt x="367064" y="367064"/>
                  </a:moveTo>
                  <a:lnTo>
                    <a:pt x="354407" y="354407"/>
                  </a:lnTo>
                  <a:lnTo>
                    <a:pt x="341750" y="341750"/>
                  </a:lnTo>
                  <a:lnTo>
                    <a:pt x="329092" y="329092"/>
                  </a:lnTo>
                  <a:lnTo>
                    <a:pt x="316435" y="316435"/>
                  </a:lnTo>
                  <a:lnTo>
                    <a:pt x="303777" y="303777"/>
                  </a:lnTo>
                  <a:lnTo>
                    <a:pt x="291120" y="291120"/>
                  </a:lnTo>
                  <a:lnTo>
                    <a:pt x="278463" y="278463"/>
                  </a:lnTo>
                  <a:lnTo>
                    <a:pt x="265805" y="265805"/>
                  </a:lnTo>
                  <a:lnTo>
                    <a:pt x="253148" y="253148"/>
                  </a:lnTo>
                  <a:lnTo>
                    <a:pt x="240490" y="240490"/>
                  </a:lnTo>
                  <a:lnTo>
                    <a:pt x="227833" y="227833"/>
                  </a:lnTo>
                  <a:lnTo>
                    <a:pt x="215175" y="215175"/>
                  </a:lnTo>
                  <a:lnTo>
                    <a:pt x="202518" y="202518"/>
                  </a:lnTo>
                  <a:lnTo>
                    <a:pt x="189861" y="189861"/>
                  </a:lnTo>
                  <a:lnTo>
                    <a:pt x="177203" y="177203"/>
                  </a:lnTo>
                  <a:lnTo>
                    <a:pt x="164546" y="164546"/>
                  </a:lnTo>
                  <a:lnTo>
                    <a:pt x="151888" y="151888"/>
                  </a:lnTo>
                  <a:lnTo>
                    <a:pt x="139231" y="139231"/>
                  </a:lnTo>
                  <a:lnTo>
                    <a:pt x="126574" y="126574"/>
                  </a:lnTo>
                  <a:lnTo>
                    <a:pt x="113916" y="113916"/>
                  </a:lnTo>
                  <a:lnTo>
                    <a:pt x="101259" y="101259"/>
                  </a:lnTo>
                  <a:lnTo>
                    <a:pt x="88601" y="88601"/>
                  </a:lnTo>
                  <a:lnTo>
                    <a:pt x="75944" y="75944"/>
                  </a:lnTo>
                  <a:lnTo>
                    <a:pt x="63287" y="63287"/>
                  </a:lnTo>
                  <a:lnTo>
                    <a:pt x="50629" y="50629"/>
                  </a:lnTo>
                  <a:lnTo>
                    <a:pt x="37972" y="37972"/>
                  </a:lnTo>
                  <a:lnTo>
                    <a:pt x="25314" y="25314"/>
                  </a:lnTo>
                  <a:lnTo>
                    <a:pt x="12657" y="1265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tx130"/>
            <p:cNvSpPr/>
            <p:nvPr/>
          </p:nvSpPr>
          <p:spPr>
            <a:xfrm>
              <a:off x="5710584" y="354377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6021439" y="525425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6318538" y="93837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6012341" y="1351321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5701485" y="1522370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5177483" y="1351321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5136554" y="93837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5186582" y="525425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4953165" y="685677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4903696" y="426123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140" name="rc140"/>
            <p:cNvSpPr/>
            <p:nvPr/>
          </p:nvSpPr>
          <p:spPr>
            <a:xfrm>
              <a:off x="6823205" y="69589"/>
              <a:ext cx="2251205" cy="22062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6823205" y="290210"/>
              <a:ext cx="2251205" cy="14590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7151204" y="69589"/>
              <a:ext cx="1885248" cy="22062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tx143"/>
            <p:cNvSpPr/>
            <p:nvPr/>
          </p:nvSpPr>
          <p:spPr>
            <a:xfrm>
              <a:off x="7605676" y="99337"/>
              <a:ext cx="97630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Charadriiformes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7466641" y="196112"/>
              <a:ext cx="12543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32, species = 18</a:t>
              </a:r>
            </a:p>
          </p:txBody>
        </p:sp>
        <p:sp>
          <p:nvSpPr>
            <p:cNvPr id="145" name="rc145"/>
            <p:cNvSpPr/>
            <p:nvPr/>
          </p:nvSpPr>
          <p:spPr>
            <a:xfrm>
              <a:off x="7444943" y="328167"/>
              <a:ext cx="1297770" cy="1297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8093828" y="393056"/>
              <a:ext cx="0" cy="583996"/>
            </a:xfrm>
            <a:custGeom>
              <a:avLst/>
              <a:pathLst>
                <a:path w="0" h="583996">
                  <a:moveTo>
                    <a:pt x="0" y="583996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8093828" y="564104"/>
              <a:ext cx="412948" cy="412948"/>
            </a:xfrm>
            <a:custGeom>
              <a:avLst/>
              <a:pathLst>
                <a:path w="412948" h="412948">
                  <a:moveTo>
                    <a:pt x="0" y="412948"/>
                  </a:moveTo>
                  <a:lnTo>
                    <a:pt x="41294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8093828" y="977052"/>
              <a:ext cx="583996" cy="0"/>
            </a:xfrm>
            <a:custGeom>
              <a:avLst/>
              <a:pathLst>
                <a:path w="583996" h="0">
                  <a:moveTo>
                    <a:pt x="0" y="0"/>
                  </a:moveTo>
                  <a:lnTo>
                    <a:pt x="583996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8093828" y="977052"/>
              <a:ext cx="412948" cy="412948"/>
            </a:xfrm>
            <a:custGeom>
              <a:avLst/>
              <a:pathLst>
                <a:path w="412948" h="412948">
                  <a:moveTo>
                    <a:pt x="0" y="0"/>
                  </a:moveTo>
                  <a:lnTo>
                    <a:pt x="412948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8093828" y="977052"/>
              <a:ext cx="0" cy="583996"/>
            </a:xfrm>
            <a:custGeom>
              <a:avLst/>
              <a:pathLst>
                <a:path w="0" h="583996">
                  <a:moveTo>
                    <a:pt x="0" y="0"/>
                  </a:moveTo>
                  <a:lnTo>
                    <a:pt x="0" y="583996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7680880" y="977052"/>
              <a:ext cx="412948" cy="412948"/>
            </a:xfrm>
            <a:custGeom>
              <a:avLst/>
              <a:pathLst>
                <a:path w="412948" h="412948">
                  <a:moveTo>
                    <a:pt x="412948" y="0"/>
                  </a:moveTo>
                  <a:lnTo>
                    <a:pt x="0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7509832" y="977052"/>
              <a:ext cx="583996" cy="0"/>
            </a:xfrm>
            <a:custGeom>
              <a:avLst/>
              <a:pathLst>
                <a:path w="583996" h="0">
                  <a:moveTo>
                    <a:pt x="583996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7680880" y="564104"/>
              <a:ext cx="412948" cy="412948"/>
            </a:xfrm>
            <a:custGeom>
              <a:avLst/>
              <a:pathLst>
                <a:path w="412948" h="412948">
                  <a:moveTo>
                    <a:pt x="412948" y="41294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7834307" y="717498"/>
              <a:ext cx="519042" cy="518977"/>
            </a:xfrm>
            <a:custGeom>
              <a:avLst/>
              <a:pathLst>
                <a:path w="519042" h="518977">
                  <a:moveTo>
                    <a:pt x="259521" y="0"/>
                  </a:moveTo>
                  <a:lnTo>
                    <a:pt x="275983" y="522"/>
                  </a:lnTo>
                  <a:lnTo>
                    <a:pt x="292379" y="2088"/>
                  </a:lnTo>
                  <a:lnTo>
                    <a:pt x="308642" y="4690"/>
                  </a:lnTo>
                  <a:lnTo>
                    <a:pt x="324707" y="8319"/>
                  </a:lnTo>
                  <a:lnTo>
                    <a:pt x="340510" y="12959"/>
                  </a:lnTo>
                  <a:lnTo>
                    <a:pt x="355987" y="18592"/>
                  </a:lnTo>
                  <a:lnTo>
                    <a:pt x="371076" y="25195"/>
                  </a:lnTo>
                  <a:lnTo>
                    <a:pt x="385715" y="32742"/>
                  </a:lnTo>
                  <a:lnTo>
                    <a:pt x="399846" y="41203"/>
                  </a:lnTo>
                  <a:lnTo>
                    <a:pt x="413413" y="50542"/>
                  </a:lnTo>
                  <a:lnTo>
                    <a:pt x="426359" y="60724"/>
                  </a:lnTo>
                  <a:lnTo>
                    <a:pt x="438634" y="71705"/>
                  </a:lnTo>
                  <a:lnTo>
                    <a:pt x="450187" y="83444"/>
                  </a:lnTo>
                  <a:lnTo>
                    <a:pt x="460973" y="95891"/>
                  </a:lnTo>
                  <a:lnTo>
                    <a:pt x="470947" y="108997"/>
                  </a:lnTo>
                  <a:lnTo>
                    <a:pt x="480071" y="122710"/>
                  </a:lnTo>
                  <a:lnTo>
                    <a:pt x="488306" y="136974"/>
                  </a:lnTo>
                  <a:lnTo>
                    <a:pt x="495620" y="151731"/>
                  </a:lnTo>
                  <a:lnTo>
                    <a:pt x="501983" y="166922"/>
                  </a:lnTo>
                  <a:lnTo>
                    <a:pt x="507370" y="182487"/>
                  </a:lnTo>
                  <a:lnTo>
                    <a:pt x="511759" y="198361"/>
                  </a:lnTo>
                  <a:lnTo>
                    <a:pt x="515132" y="214483"/>
                  </a:lnTo>
                  <a:lnTo>
                    <a:pt x="517476" y="230785"/>
                  </a:lnTo>
                  <a:lnTo>
                    <a:pt x="518781" y="247204"/>
                  </a:lnTo>
                  <a:lnTo>
                    <a:pt x="519042" y="263672"/>
                  </a:lnTo>
                  <a:lnTo>
                    <a:pt x="518259" y="280123"/>
                  </a:lnTo>
                  <a:lnTo>
                    <a:pt x="516433" y="296492"/>
                  </a:lnTo>
                  <a:lnTo>
                    <a:pt x="513573" y="312712"/>
                  </a:lnTo>
                  <a:lnTo>
                    <a:pt x="509690" y="328718"/>
                  </a:lnTo>
                  <a:lnTo>
                    <a:pt x="504800" y="344445"/>
                  </a:lnTo>
                  <a:lnTo>
                    <a:pt x="498922" y="359831"/>
                  </a:lnTo>
                  <a:lnTo>
                    <a:pt x="492080" y="374813"/>
                  </a:lnTo>
                  <a:lnTo>
                    <a:pt x="484301" y="389331"/>
                  </a:lnTo>
                  <a:lnTo>
                    <a:pt x="475618" y="403326"/>
                  </a:lnTo>
                  <a:lnTo>
                    <a:pt x="466064" y="416742"/>
                  </a:lnTo>
                  <a:lnTo>
                    <a:pt x="455679" y="429525"/>
                  </a:lnTo>
                  <a:lnTo>
                    <a:pt x="444504" y="441624"/>
                  </a:lnTo>
                  <a:lnTo>
                    <a:pt x="432584" y="452990"/>
                  </a:lnTo>
                  <a:lnTo>
                    <a:pt x="419967" y="463577"/>
                  </a:lnTo>
                  <a:lnTo>
                    <a:pt x="406704" y="473342"/>
                  </a:lnTo>
                  <a:lnTo>
                    <a:pt x="392848" y="482247"/>
                  </a:lnTo>
                  <a:lnTo>
                    <a:pt x="378455" y="490254"/>
                  </a:lnTo>
                  <a:lnTo>
                    <a:pt x="363584" y="497333"/>
                  </a:lnTo>
                  <a:lnTo>
                    <a:pt x="348294" y="503455"/>
                  </a:lnTo>
                  <a:lnTo>
                    <a:pt x="332646" y="508594"/>
                  </a:lnTo>
                  <a:lnTo>
                    <a:pt x="316703" y="512730"/>
                  </a:lnTo>
                  <a:lnTo>
                    <a:pt x="300531" y="515847"/>
                  </a:lnTo>
                  <a:lnTo>
                    <a:pt x="284193" y="517932"/>
                  </a:lnTo>
                  <a:lnTo>
                    <a:pt x="267756" y="518977"/>
                  </a:lnTo>
                  <a:lnTo>
                    <a:pt x="251286" y="518977"/>
                  </a:lnTo>
                  <a:lnTo>
                    <a:pt x="234849" y="517932"/>
                  </a:lnTo>
                  <a:lnTo>
                    <a:pt x="218511" y="515847"/>
                  </a:lnTo>
                  <a:lnTo>
                    <a:pt x="202338" y="512730"/>
                  </a:lnTo>
                  <a:lnTo>
                    <a:pt x="186396" y="508594"/>
                  </a:lnTo>
                  <a:lnTo>
                    <a:pt x="170748" y="503455"/>
                  </a:lnTo>
                  <a:lnTo>
                    <a:pt x="155458" y="497333"/>
                  </a:lnTo>
                  <a:lnTo>
                    <a:pt x="140586" y="490254"/>
                  </a:lnTo>
                  <a:lnTo>
                    <a:pt x="126194" y="482247"/>
                  </a:lnTo>
                  <a:lnTo>
                    <a:pt x="112338" y="473342"/>
                  </a:lnTo>
                  <a:lnTo>
                    <a:pt x="99075" y="463577"/>
                  </a:lnTo>
                  <a:lnTo>
                    <a:pt x="86458" y="452990"/>
                  </a:lnTo>
                  <a:lnTo>
                    <a:pt x="74538" y="441624"/>
                  </a:lnTo>
                  <a:lnTo>
                    <a:pt x="63363" y="429525"/>
                  </a:lnTo>
                  <a:lnTo>
                    <a:pt x="52978" y="416742"/>
                  </a:lnTo>
                  <a:lnTo>
                    <a:pt x="43424" y="403326"/>
                  </a:lnTo>
                  <a:lnTo>
                    <a:pt x="34740" y="389331"/>
                  </a:lnTo>
                  <a:lnTo>
                    <a:pt x="26962" y="374813"/>
                  </a:lnTo>
                  <a:lnTo>
                    <a:pt x="20120" y="359831"/>
                  </a:lnTo>
                  <a:lnTo>
                    <a:pt x="14242" y="344445"/>
                  </a:lnTo>
                  <a:lnTo>
                    <a:pt x="9352" y="328718"/>
                  </a:lnTo>
                  <a:lnTo>
                    <a:pt x="5469" y="312712"/>
                  </a:lnTo>
                  <a:lnTo>
                    <a:pt x="2609" y="296492"/>
                  </a:lnTo>
                  <a:lnTo>
                    <a:pt x="783" y="280123"/>
                  </a:lnTo>
                  <a:lnTo>
                    <a:pt x="0" y="263672"/>
                  </a:lnTo>
                  <a:lnTo>
                    <a:pt x="261" y="247204"/>
                  </a:lnTo>
                  <a:lnTo>
                    <a:pt x="1566" y="230785"/>
                  </a:lnTo>
                  <a:lnTo>
                    <a:pt x="3910" y="214483"/>
                  </a:lnTo>
                  <a:lnTo>
                    <a:pt x="7283" y="198361"/>
                  </a:lnTo>
                  <a:lnTo>
                    <a:pt x="11672" y="182487"/>
                  </a:lnTo>
                  <a:lnTo>
                    <a:pt x="17059" y="166922"/>
                  </a:lnTo>
                  <a:lnTo>
                    <a:pt x="23422" y="151731"/>
                  </a:lnTo>
                  <a:lnTo>
                    <a:pt x="30736" y="136974"/>
                  </a:lnTo>
                  <a:lnTo>
                    <a:pt x="38971" y="122710"/>
                  </a:lnTo>
                  <a:lnTo>
                    <a:pt x="48094" y="108997"/>
                  </a:lnTo>
                  <a:lnTo>
                    <a:pt x="58069" y="95891"/>
                  </a:lnTo>
                  <a:lnTo>
                    <a:pt x="68855" y="83444"/>
                  </a:lnTo>
                  <a:lnTo>
                    <a:pt x="80408" y="71705"/>
                  </a:lnTo>
                  <a:lnTo>
                    <a:pt x="92683" y="60724"/>
                  </a:lnTo>
                  <a:lnTo>
                    <a:pt x="105629" y="50542"/>
                  </a:lnTo>
                  <a:lnTo>
                    <a:pt x="119195" y="41203"/>
                  </a:lnTo>
                  <a:lnTo>
                    <a:pt x="133327" y="32742"/>
                  </a:lnTo>
                  <a:lnTo>
                    <a:pt x="147966" y="25195"/>
                  </a:lnTo>
                  <a:lnTo>
                    <a:pt x="163054" y="18592"/>
                  </a:lnTo>
                  <a:lnTo>
                    <a:pt x="178531" y="12959"/>
                  </a:lnTo>
                  <a:lnTo>
                    <a:pt x="194334" y="8319"/>
                  </a:lnTo>
                  <a:lnTo>
                    <a:pt x="210400" y="4690"/>
                  </a:lnTo>
                  <a:lnTo>
                    <a:pt x="226663" y="2088"/>
                  </a:lnTo>
                  <a:lnTo>
                    <a:pt x="243059" y="522"/>
                  </a:lnTo>
                  <a:lnTo>
                    <a:pt x="25952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7574786" y="457944"/>
              <a:ext cx="1038085" cy="1037955"/>
            </a:xfrm>
            <a:custGeom>
              <a:avLst/>
              <a:pathLst>
                <a:path w="1038085" h="1037955">
                  <a:moveTo>
                    <a:pt x="519042" y="0"/>
                  </a:moveTo>
                  <a:lnTo>
                    <a:pt x="551966" y="1045"/>
                  </a:lnTo>
                  <a:lnTo>
                    <a:pt x="584758" y="4176"/>
                  </a:lnTo>
                  <a:lnTo>
                    <a:pt x="617284" y="9380"/>
                  </a:lnTo>
                  <a:lnTo>
                    <a:pt x="649415" y="16638"/>
                  </a:lnTo>
                  <a:lnTo>
                    <a:pt x="681021" y="25918"/>
                  </a:lnTo>
                  <a:lnTo>
                    <a:pt x="711975" y="37184"/>
                  </a:lnTo>
                  <a:lnTo>
                    <a:pt x="742152" y="50391"/>
                  </a:lnTo>
                  <a:lnTo>
                    <a:pt x="771431" y="65485"/>
                  </a:lnTo>
                  <a:lnTo>
                    <a:pt x="799693" y="82406"/>
                  </a:lnTo>
                  <a:lnTo>
                    <a:pt x="826826" y="101085"/>
                  </a:lnTo>
                  <a:lnTo>
                    <a:pt x="852719" y="121448"/>
                  </a:lnTo>
                  <a:lnTo>
                    <a:pt x="877268" y="143411"/>
                  </a:lnTo>
                  <a:lnTo>
                    <a:pt x="900375" y="166888"/>
                  </a:lnTo>
                  <a:lnTo>
                    <a:pt x="921946" y="191783"/>
                  </a:lnTo>
                  <a:lnTo>
                    <a:pt x="941895" y="217995"/>
                  </a:lnTo>
                  <a:lnTo>
                    <a:pt x="960142" y="245421"/>
                  </a:lnTo>
                  <a:lnTo>
                    <a:pt x="976612" y="273948"/>
                  </a:lnTo>
                  <a:lnTo>
                    <a:pt x="991240" y="303462"/>
                  </a:lnTo>
                  <a:lnTo>
                    <a:pt x="1003966" y="333845"/>
                  </a:lnTo>
                  <a:lnTo>
                    <a:pt x="1014740" y="364974"/>
                  </a:lnTo>
                  <a:lnTo>
                    <a:pt x="1023518" y="396723"/>
                  </a:lnTo>
                  <a:lnTo>
                    <a:pt x="1030264" y="428966"/>
                  </a:lnTo>
                  <a:lnTo>
                    <a:pt x="1034952" y="461571"/>
                  </a:lnTo>
                  <a:lnTo>
                    <a:pt x="1037563" y="494408"/>
                  </a:lnTo>
                  <a:lnTo>
                    <a:pt x="1038085" y="527344"/>
                  </a:lnTo>
                  <a:lnTo>
                    <a:pt x="1036518" y="560247"/>
                  </a:lnTo>
                  <a:lnTo>
                    <a:pt x="1032867" y="592984"/>
                  </a:lnTo>
                  <a:lnTo>
                    <a:pt x="1027147" y="625425"/>
                  </a:lnTo>
                  <a:lnTo>
                    <a:pt x="1019381" y="657436"/>
                  </a:lnTo>
                  <a:lnTo>
                    <a:pt x="1009600" y="688891"/>
                  </a:lnTo>
                  <a:lnTo>
                    <a:pt x="997844" y="719663"/>
                  </a:lnTo>
                  <a:lnTo>
                    <a:pt x="984160" y="749626"/>
                  </a:lnTo>
                  <a:lnTo>
                    <a:pt x="968603" y="778662"/>
                  </a:lnTo>
                  <a:lnTo>
                    <a:pt x="951236" y="806652"/>
                  </a:lnTo>
                  <a:lnTo>
                    <a:pt x="932129" y="833485"/>
                  </a:lnTo>
                  <a:lnTo>
                    <a:pt x="911358" y="859051"/>
                  </a:lnTo>
                  <a:lnTo>
                    <a:pt x="889008" y="883249"/>
                  </a:lnTo>
                  <a:lnTo>
                    <a:pt x="865168" y="905981"/>
                  </a:lnTo>
                  <a:lnTo>
                    <a:pt x="839934" y="927154"/>
                  </a:lnTo>
                  <a:lnTo>
                    <a:pt x="813408" y="946685"/>
                  </a:lnTo>
                  <a:lnTo>
                    <a:pt x="785696" y="964494"/>
                  </a:lnTo>
                  <a:lnTo>
                    <a:pt x="756911" y="980509"/>
                  </a:lnTo>
                  <a:lnTo>
                    <a:pt x="727169" y="994667"/>
                  </a:lnTo>
                  <a:lnTo>
                    <a:pt x="696588" y="1006910"/>
                  </a:lnTo>
                  <a:lnTo>
                    <a:pt x="665292" y="1017188"/>
                  </a:lnTo>
                  <a:lnTo>
                    <a:pt x="633407" y="1025461"/>
                  </a:lnTo>
                  <a:lnTo>
                    <a:pt x="601062" y="1031695"/>
                  </a:lnTo>
                  <a:lnTo>
                    <a:pt x="568387" y="1035865"/>
                  </a:lnTo>
                  <a:lnTo>
                    <a:pt x="535513" y="1037955"/>
                  </a:lnTo>
                  <a:lnTo>
                    <a:pt x="502572" y="1037955"/>
                  </a:lnTo>
                  <a:lnTo>
                    <a:pt x="469698" y="1035865"/>
                  </a:lnTo>
                  <a:lnTo>
                    <a:pt x="437023" y="1031695"/>
                  </a:lnTo>
                  <a:lnTo>
                    <a:pt x="404677" y="1025461"/>
                  </a:lnTo>
                  <a:lnTo>
                    <a:pt x="372793" y="1017188"/>
                  </a:lnTo>
                  <a:lnTo>
                    <a:pt x="341497" y="1006910"/>
                  </a:lnTo>
                  <a:lnTo>
                    <a:pt x="310916" y="994667"/>
                  </a:lnTo>
                  <a:lnTo>
                    <a:pt x="281173" y="980509"/>
                  </a:lnTo>
                  <a:lnTo>
                    <a:pt x="252388" y="964494"/>
                  </a:lnTo>
                  <a:lnTo>
                    <a:pt x="224677" y="946685"/>
                  </a:lnTo>
                  <a:lnTo>
                    <a:pt x="198151" y="927154"/>
                  </a:lnTo>
                  <a:lnTo>
                    <a:pt x="172917" y="905981"/>
                  </a:lnTo>
                  <a:lnTo>
                    <a:pt x="149077" y="883249"/>
                  </a:lnTo>
                  <a:lnTo>
                    <a:pt x="126727" y="859051"/>
                  </a:lnTo>
                  <a:lnTo>
                    <a:pt x="105956" y="833485"/>
                  </a:lnTo>
                  <a:lnTo>
                    <a:pt x="86849" y="806652"/>
                  </a:lnTo>
                  <a:lnTo>
                    <a:pt x="69481" y="778662"/>
                  </a:lnTo>
                  <a:lnTo>
                    <a:pt x="53925" y="749626"/>
                  </a:lnTo>
                  <a:lnTo>
                    <a:pt x="40241" y="719663"/>
                  </a:lnTo>
                  <a:lnTo>
                    <a:pt x="28485" y="688891"/>
                  </a:lnTo>
                  <a:lnTo>
                    <a:pt x="18704" y="657436"/>
                  </a:lnTo>
                  <a:lnTo>
                    <a:pt x="10938" y="625425"/>
                  </a:lnTo>
                  <a:lnTo>
                    <a:pt x="5218" y="592984"/>
                  </a:lnTo>
                  <a:lnTo>
                    <a:pt x="1567" y="560247"/>
                  </a:lnTo>
                  <a:lnTo>
                    <a:pt x="0" y="527344"/>
                  </a:lnTo>
                  <a:lnTo>
                    <a:pt x="522" y="494408"/>
                  </a:lnTo>
                  <a:lnTo>
                    <a:pt x="3133" y="461571"/>
                  </a:lnTo>
                  <a:lnTo>
                    <a:pt x="7821" y="428966"/>
                  </a:lnTo>
                  <a:lnTo>
                    <a:pt x="14567" y="396723"/>
                  </a:lnTo>
                  <a:lnTo>
                    <a:pt x="23345" y="364974"/>
                  </a:lnTo>
                  <a:lnTo>
                    <a:pt x="34119" y="333845"/>
                  </a:lnTo>
                  <a:lnTo>
                    <a:pt x="46845" y="303462"/>
                  </a:lnTo>
                  <a:lnTo>
                    <a:pt x="61473" y="273948"/>
                  </a:lnTo>
                  <a:lnTo>
                    <a:pt x="77943" y="245421"/>
                  </a:lnTo>
                  <a:lnTo>
                    <a:pt x="96189" y="217995"/>
                  </a:lnTo>
                  <a:lnTo>
                    <a:pt x="116138" y="191783"/>
                  </a:lnTo>
                  <a:lnTo>
                    <a:pt x="137710" y="166888"/>
                  </a:lnTo>
                  <a:lnTo>
                    <a:pt x="160817" y="143411"/>
                  </a:lnTo>
                  <a:lnTo>
                    <a:pt x="185366" y="121448"/>
                  </a:lnTo>
                  <a:lnTo>
                    <a:pt x="211259" y="101085"/>
                  </a:lnTo>
                  <a:lnTo>
                    <a:pt x="238391" y="82406"/>
                  </a:lnTo>
                  <a:lnTo>
                    <a:pt x="266654" y="65485"/>
                  </a:lnTo>
                  <a:lnTo>
                    <a:pt x="295932" y="50391"/>
                  </a:lnTo>
                  <a:lnTo>
                    <a:pt x="326109" y="37184"/>
                  </a:lnTo>
                  <a:lnTo>
                    <a:pt x="357063" y="25918"/>
                  </a:lnTo>
                  <a:lnTo>
                    <a:pt x="388669" y="16638"/>
                  </a:lnTo>
                  <a:lnTo>
                    <a:pt x="420800" y="9380"/>
                  </a:lnTo>
                  <a:lnTo>
                    <a:pt x="453327" y="4176"/>
                  </a:lnTo>
                  <a:lnTo>
                    <a:pt x="486118" y="1045"/>
                  </a:lnTo>
                  <a:lnTo>
                    <a:pt x="51904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7509905" y="393056"/>
              <a:ext cx="1167846" cy="1167699"/>
            </a:xfrm>
            <a:custGeom>
              <a:avLst/>
              <a:pathLst>
                <a:path w="1167846" h="1167699">
                  <a:moveTo>
                    <a:pt x="583923" y="0"/>
                  </a:moveTo>
                  <a:lnTo>
                    <a:pt x="620962" y="1175"/>
                  </a:lnTo>
                  <a:lnTo>
                    <a:pt x="657852" y="4698"/>
                  </a:lnTo>
                  <a:lnTo>
                    <a:pt x="694445" y="10553"/>
                  </a:lnTo>
                  <a:lnTo>
                    <a:pt x="730592" y="18717"/>
                  </a:lnTo>
                  <a:lnTo>
                    <a:pt x="766149" y="29158"/>
                  </a:lnTo>
                  <a:lnTo>
                    <a:pt x="800972" y="41832"/>
                  </a:lnTo>
                  <a:lnTo>
                    <a:pt x="834922" y="56690"/>
                  </a:lnTo>
                  <a:lnTo>
                    <a:pt x="867860" y="73671"/>
                  </a:lnTo>
                  <a:lnTo>
                    <a:pt x="899655" y="92707"/>
                  </a:lnTo>
                  <a:lnTo>
                    <a:pt x="930179" y="113721"/>
                  </a:lnTo>
                  <a:lnTo>
                    <a:pt x="959309" y="136629"/>
                  </a:lnTo>
                  <a:lnTo>
                    <a:pt x="986927" y="161338"/>
                  </a:lnTo>
                  <a:lnTo>
                    <a:pt x="1012922" y="187749"/>
                  </a:lnTo>
                  <a:lnTo>
                    <a:pt x="1037190" y="215756"/>
                  </a:lnTo>
                  <a:lnTo>
                    <a:pt x="1059632" y="245245"/>
                  </a:lnTo>
                  <a:lnTo>
                    <a:pt x="1080160" y="276098"/>
                  </a:lnTo>
                  <a:lnTo>
                    <a:pt x="1098689" y="308191"/>
                  </a:lnTo>
                  <a:lnTo>
                    <a:pt x="1115145" y="341395"/>
                  </a:lnTo>
                  <a:lnTo>
                    <a:pt x="1129462" y="375576"/>
                  </a:lnTo>
                  <a:lnTo>
                    <a:pt x="1141582" y="410596"/>
                  </a:lnTo>
                  <a:lnTo>
                    <a:pt x="1151457" y="446314"/>
                  </a:lnTo>
                  <a:lnTo>
                    <a:pt x="1159047" y="482586"/>
                  </a:lnTo>
                  <a:lnTo>
                    <a:pt x="1164321" y="519267"/>
                  </a:lnTo>
                  <a:lnTo>
                    <a:pt x="1167258" y="556209"/>
                  </a:lnTo>
                  <a:lnTo>
                    <a:pt x="1167846" y="593262"/>
                  </a:lnTo>
                  <a:lnTo>
                    <a:pt x="1166083" y="630278"/>
                  </a:lnTo>
                  <a:lnTo>
                    <a:pt x="1161975" y="667108"/>
                  </a:lnTo>
                  <a:lnTo>
                    <a:pt x="1155540" y="703603"/>
                  </a:lnTo>
                  <a:lnTo>
                    <a:pt x="1146803" y="739616"/>
                  </a:lnTo>
                  <a:lnTo>
                    <a:pt x="1135800" y="775003"/>
                  </a:lnTo>
                  <a:lnTo>
                    <a:pt x="1122575" y="809621"/>
                  </a:lnTo>
                  <a:lnTo>
                    <a:pt x="1107180" y="843330"/>
                  </a:lnTo>
                  <a:lnTo>
                    <a:pt x="1089679" y="875995"/>
                  </a:lnTo>
                  <a:lnTo>
                    <a:pt x="1070141" y="907484"/>
                  </a:lnTo>
                  <a:lnTo>
                    <a:pt x="1048645" y="937670"/>
                  </a:lnTo>
                  <a:lnTo>
                    <a:pt x="1025278" y="966433"/>
                  </a:lnTo>
                  <a:lnTo>
                    <a:pt x="1000134" y="993655"/>
                  </a:lnTo>
                  <a:lnTo>
                    <a:pt x="973314" y="1019228"/>
                  </a:lnTo>
                  <a:lnTo>
                    <a:pt x="944926" y="1043049"/>
                  </a:lnTo>
                  <a:lnTo>
                    <a:pt x="915084" y="1065021"/>
                  </a:lnTo>
                  <a:lnTo>
                    <a:pt x="883909" y="1085056"/>
                  </a:lnTo>
                  <a:lnTo>
                    <a:pt x="851525" y="1103073"/>
                  </a:lnTo>
                  <a:lnTo>
                    <a:pt x="818065" y="1119001"/>
                  </a:lnTo>
                  <a:lnTo>
                    <a:pt x="783661" y="1132774"/>
                  </a:lnTo>
                  <a:lnTo>
                    <a:pt x="748454" y="1144337"/>
                  </a:lnTo>
                  <a:lnTo>
                    <a:pt x="712583" y="1153644"/>
                  </a:lnTo>
                  <a:lnTo>
                    <a:pt x="676195" y="1160657"/>
                  </a:lnTo>
                  <a:lnTo>
                    <a:pt x="639435" y="1165349"/>
                  </a:lnTo>
                  <a:lnTo>
                    <a:pt x="602452" y="1167699"/>
                  </a:lnTo>
                  <a:lnTo>
                    <a:pt x="565394" y="1167699"/>
                  </a:lnTo>
                  <a:lnTo>
                    <a:pt x="528410" y="1165349"/>
                  </a:lnTo>
                  <a:lnTo>
                    <a:pt x="491650" y="1160657"/>
                  </a:lnTo>
                  <a:lnTo>
                    <a:pt x="455262" y="1153644"/>
                  </a:lnTo>
                  <a:lnTo>
                    <a:pt x="419392" y="1144337"/>
                  </a:lnTo>
                  <a:lnTo>
                    <a:pt x="384184" y="1132774"/>
                  </a:lnTo>
                  <a:lnTo>
                    <a:pt x="349781" y="1119001"/>
                  </a:lnTo>
                  <a:lnTo>
                    <a:pt x="316320" y="1103073"/>
                  </a:lnTo>
                  <a:lnTo>
                    <a:pt x="283937" y="1085056"/>
                  </a:lnTo>
                  <a:lnTo>
                    <a:pt x="252762" y="1065021"/>
                  </a:lnTo>
                  <a:lnTo>
                    <a:pt x="222920" y="1043049"/>
                  </a:lnTo>
                  <a:lnTo>
                    <a:pt x="194532" y="1019228"/>
                  </a:lnTo>
                  <a:lnTo>
                    <a:pt x="167712" y="993655"/>
                  </a:lnTo>
                  <a:lnTo>
                    <a:pt x="142567" y="966433"/>
                  </a:lnTo>
                  <a:lnTo>
                    <a:pt x="119200" y="937670"/>
                  </a:lnTo>
                  <a:lnTo>
                    <a:pt x="97705" y="907484"/>
                  </a:lnTo>
                  <a:lnTo>
                    <a:pt x="78167" y="875995"/>
                  </a:lnTo>
                  <a:lnTo>
                    <a:pt x="60665" y="843330"/>
                  </a:lnTo>
                  <a:lnTo>
                    <a:pt x="45271" y="809621"/>
                  </a:lnTo>
                  <a:lnTo>
                    <a:pt x="32045" y="775003"/>
                  </a:lnTo>
                  <a:lnTo>
                    <a:pt x="21042" y="739616"/>
                  </a:lnTo>
                  <a:lnTo>
                    <a:pt x="12305" y="703603"/>
                  </a:lnTo>
                  <a:lnTo>
                    <a:pt x="5870" y="667108"/>
                  </a:lnTo>
                  <a:lnTo>
                    <a:pt x="1763" y="630278"/>
                  </a:lnTo>
                  <a:lnTo>
                    <a:pt x="0" y="593262"/>
                  </a:lnTo>
                  <a:lnTo>
                    <a:pt x="587" y="556209"/>
                  </a:lnTo>
                  <a:lnTo>
                    <a:pt x="3524" y="519267"/>
                  </a:lnTo>
                  <a:lnTo>
                    <a:pt x="8798" y="482586"/>
                  </a:lnTo>
                  <a:lnTo>
                    <a:pt x="16388" y="446314"/>
                  </a:lnTo>
                  <a:lnTo>
                    <a:pt x="26263" y="410596"/>
                  </a:lnTo>
                  <a:lnTo>
                    <a:pt x="38383" y="375576"/>
                  </a:lnTo>
                  <a:lnTo>
                    <a:pt x="52701" y="341395"/>
                  </a:lnTo>
                  <a:lnTo>
                    <a:pt x="69157" y="308191"/>
                  </a:lnTo>
                  <a:lnTo>
                    <a:pt x="87686" y="276098"/>
                  </a:lnTo>
                  <a:lnTo>
                    <a:pt x="108213" y="245245"/>
                  </a:lnTo>
                  <a:lnTo>
                    <a:pt x="130656" y="215756"/>
                  </a:lnTo>
                  <a:lnTo>
                    <a:pt x="154924" y="187749"/>
                  </a:lnTo>
                  <a:lnTo>
                    <a:pt x="180919" y="161338"/>
                  </a:lnTo>
                  <a:lnTo>
                    <a:pt x="208537" y="136629"/>
                  </a:lnTo>
                  <a:lnTo>
                    <a:pt x="237666" y="113721"/>
                  </a:lnTo>
                  <a:lnTo>
                    <a:pt x="268190" y="92707"/>
                  </a:lnTo>
                  <a:lnTo>
                    <a:pt x="299985" y="73671"/>
                  </a:lnTo>
                  <a:lnTo>
                    <a:pt x="332924" y="56690"/>
                  </a:lnTo>
                  <a:lnTo>
                    <a:pt x="366873" y="41832"/>
                  </a:lnTo>
                  <a:lnTo>
                    <a:pt x="401696" y="29158"/>
                  </a:lnTo>
                  <a:lnTo>
                    <a:pt x="437253" y="18717"/>
                  </a:lnTo>
                  <a:lnTo>
                    <a:pt x="473401" y="10553"/>
                  </a:lnTo>
                  <a:lnTo>
                    <a:pt x="509993" y="4698"/>
                  </a:lnTo>
                  <a:lnTo>
                    <a:pt x="546883" y="1175"/>
                  </a:lnTo>
                  <a:lnTo>
                    <a:pt x="58392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8009089" y="609987"/>
              <a:ext cx="535229" cy="480203"/>
            </a:xfrm>
            <a:custGeom>
              <a:avLst/>
              <a:pathLst>
                <a:path w="535229" h="480203">
                  <a:moveTo>
                    <a:pt x="84738" y="367064"/>
                  </a:moveTo>
                  <a:lnTo>
                    <a:pt x="85137" y="350847"/>
                  </a:lnTo>
                  <a:lnTo>
                    <a:pt x="86330" y="334659"/>
                  </a:lnTo>
                  <a:lnTo>
                    <a:pt x="88319" y="318530"/>
                  </a:lnTo>
                  <a:lnTo>
                    <a:pt x="91099" y="302488"/>
                  </a:lnTo>
                  <a:lnTo>
                    <a:pt x="94667" y="286564"/>
                  </a:lnTo>
                  <a:lnTo>
                    <a:pt x="99020" y="270785"/>
                  </a:lnTo>
                  <a:lnTo>
                    <a:pt x="104152" y="255181"/>
                  </a:lnTo>
                  <a:lnTo>
                    <a:pt x="110057" y="239781"/>
                  </a:lnTo>
                  <a:lnTo>
                    <a:pt x="116727" y="224613"/>
                  </a:lnTo>
                  <a:lnTo>
                    <a:pt x="124155" y="209705"/>
                  </a:lnTo>
                  <a:lnTo>
                    <a:pt x="132332" y="195085"/>
                  </a:lnTo>
                  <a:lnTo>
                    <a:pt x="141247" y="180781"/>
                  </a:lnTo>
                  <a:lnTo>
                    <a:pt x="150890" y="166821"/>
                  </a:lnTo>
                  <a:lnTo>
                    <a:pt x="161249" y="153231"/>
                  </a:lnTo>
                  <a:lnTo>
                    <a:pt x="172312" y="140037"/>
                  </a:lnTo>
                  <a:lnTo>
                    <a:pt x="184066" y="127268"/>
                  </a:lnTo>
                  <a:lnTo>
                    <a:pt x="196494" y="114947"/>
                  </a:lnTo>
                  <a:lnTo>
                    <a:pt x="209584" y="103101"/>
                  </a:lnTo>
                  <a:lnTo>
                    <a:pt x="223318" y="91754"/>
                  </a:lnTo>
                  <a:lnTo>
                    <a:pt x="237680" y="80932"/>
                  </a:lnTo>
                  <a:lnTo>
                    <a:pt x="252652" y="70656"/>
                  </a:lnTo>
                  <a:lnTo>
                    <a:pt x="268215" y="60952"/>
                  </a:lnTo>
                  <a:lnTo>
                    <a:pt x="284351" y="51842"/>
                  </a:lnTo>
                  <a:lnTo>
                    <a:pt x="301039" y="43347"/>
                  </a:lnTo>
                  <a:lnTo>
                    <a:pt x="318259" y="35490"/>
                  </a:lnTo>
                  <a:lnTo>
                    <a:pt x="335990" y="28291"/>
                  </a:lnTo>
                  <a:lnTo>
                    <a:pt x="354208" y="21771"/>
                  </a:lnTo>
                  <a:lnTo>
                    <a:pt x="372892" y="15948"/>
                  </a:lnTo>
                  <a:lnTo>
                    <a:pt x="392018" y="10842"/>
                  </a:lnTo>
                  <a:lnTo>
                    <a:pt x="411562" y="6470"/>
                  </a:lnTo>
                  <a:lnTo>
                    <a:pt x="431499" y="2851"/>
                  </a:lnTo>
                  <a:lnTo>
                    <a:pt x="451803" y="0"/>
                  </a:lnTo>
                  <a:lnTo>
                    <a:pt x="462014" y="15808"/>
                  </a:lnTo>
                  <a:lnTo>
                    <a:pt x="471567" y="31875"/>
                  </a:lnTo>
                  <a:lnTo>
                    <a:pt x="480458" y="48173"/>
                  </a:lnTo>
                  <a:lnTo>
                    <a:pt x="488682" y="64676"/>
                  </a:lnTo>
                  <a:lnTo>
                    <a:pt x="496235" y="81357"/>
                  </a:lnTo>
                  <a:lnTo>
                    <a:pt x="503117" y="98189"/>
                  </a:lnTo>
                  <a:lnTo>
                    <a:pt x="509325" y="115145"/>
                  </a:lnTo>
                  <a:lnTo>
                    <a:pt x="514860" y="132200"/>
                  </a:lnTo>
                  <a:lnTo>
                    <a:pt x="519723" y="149327"/>
                  </a:lnTo>
                  <a:lnTo>
                    <a:pt x="523915" y="166499"/>
                  </a:lnTo>
                  <a:lnTo>
                    <a:pt x="527440" y="183691"/>
                  </a:lnTo>
                  <a:lnTo>
                    <a:pt x="530302" y="200878"/>
                  </a:lnTo>
                  <a:lnTo>
                    <a:pt x="532505" y="218033"/>
                  </a:lnTo>
                  <a:lnTo>
                    <a:pt x="534056" y="235133"/>
                  </a:lnTo>
                  <a:lnTo>
                    <a:pt x="534961" y="252152"/>
                  </a:lnTo>
                  <a:lnTo>
                    <a:pt x="535229" y="269066"/>
                  </a:lnTo>
                  <a:lnTo>
                    <a:pt x="534867" y="285852"/>
                  </a:lnTo>
                  <a:lnTo>
                    <a:pt x="533886" y="302487"/>
                  </a:lnTo>
                  <a:lnTo>
                    <a:pt x="532295" y="318947"/>
                  </a:lnTo>
                  <a:lnTo>
                    <a:pt x="530106" y="335211"/>
                  </a:lnTo>
                  <a:lnTo>
                    <a:pt x="527332" y="351257"/>
                  </a:lnTo>
                  <a:lnTo>
                    <a:pt x="523984" y="367064"/>
                  </a:lnTo>
                  <a:lnTo>
                    <a:pt x="508475" y="382920"/>
                  </a:lnTo>
                  <a:lnTo>
                    <a:pt x="492417" y="397616"/>
                  </a:lnTo>
                  <a:lnTo>
                    <a:pt x="475873" y="411135"/>
                  </a:lnTo>
                  <a:lnTo>
                    <a:pt x="458910" y="423462"/>
                  </a:lnTo>
                  <a:lnTo>
                    <a:pt x="441592" y="434585"/>
                  </a:lnTo>
                  <a:lnTo>
                    <a:pt x="423988" y="444496"/>
                  </a:lnTo>
                  <a:lnTo>
                    <a:pt x="406162" y="453189"/>
                  </a:lnTo>
                  <a:lnTo>
                    <a:pt x="388180" y="460664"/>
                  </a:lnTo>
                  <a:lnTo>
                    <a:pt x="370110" y="466920"/>
                  </a:lnTo>
                  <a:lnTo>
                    <a:pt x="352016" y="471963"/>
                  </a:lnTo>
                  <a:lnTo>
                    <a:pt x="333964" y="475801"/>
                  </a:lnTo>
                  <a:lnTo>
                    <a:pt x="316019" y="478443"/>
                  </a:lnTo>
                  <a:lnTo>
                    <a:pt x="298243" y="479905"/>
                  </a:lnTo>
                  <a:lnTo>
                    <a:pt x="280701" y="480203"/>
                  </a:lnTo>
                  <a:lnTo>
                    <a:pt x="263453" y="479358"/>
                  </a:lnTo>
                  <a:lnTo>
                    <a:pt x="246561" y="477393"/>
                  </a:lnTo>
                  <a:lnTo>
                    <a:pt x="230083" y="474333"/>
                  </a:lnTo>
                  <a:lnTo>
                    <a:pt x="214077" y="470208"/>
                  </a:lnTo>
                  <a:lnTo>
                    <a:pt x="198600" y="465050"/>
                  </a:lnTo>
                  <a:lnTo>
                    <a:pt x="183705" y="458892"/>
                  </a:lnTo>
                  <a:lnTo>
                    <a:pt x="169446" y="451772"/>
                  </a:lnTo>
                  <a:lnTo>
                    <a:pt x="152316" y="451803"/>
                  </a:lnTo>
                  <a:lnTo>
                    <a:pt x="136333" y="449177"/>
                  </a:lnTo>
                  <a:lnTo>
                    <a:pt x="121865" y="444158"/>
                  </a:lnTo>
                  <a:lnTo>
                    <a:pt x="109231" y="437061"/>
                  </a:lnTo>
                  <a:lnTo>
                    <a:pt x="98702" y="428241"/>
                  </a:lnTo>
                  <a:lnTo>
                    <a:pt x="90487" y="418082"/>
                  </a:lnTo>
                  <a:lnTo>
                    <a:pt x="84738" y="406996"/>
                  </a:lnTo>
                  <a:lnTo>
                    <a:pt x="78990" y="418082"/>
                  </a:lnTo>
                  <a:lnTo>
                    <a:pt x="70775" y="428241"/>
                  </a:lnTo>
                  <a:lnTo>
                    <a:pt x="60246" y="437061"/>
                  </a:lnTo>
                  <a:lnTo>
                    <a:pt x="47612" y="444158"/>
                  </a:lnTo>
                  <a:lnTo>
                    <a:pt x="33144" y="449177"/>
                  </a:lnTo>
                  <a:lnTo>
                    <a:pt x="17161" y="451803"/>
                  </a:lnTo>
                  <a:lnTo>
                    <a:pt x="31" y="451772"/>
                  </a:lnTo>
                  <a:lnTo>
                    <a:pt x="0" y="434642"/>
                  </a:lnTo>
                  <a:lnTo>
                    <a:pt x="2626" y="418659"/>
                  </a:lnTo>
                  <a:lnTo>
                    <a:pt x="7645" y="404191"/>
                  </a:lnTo>
                  <a:lnTo>
                    <a:pt x="14742" y="391557"/>
                  </a:lnTo>
                  <a:lnTo>
                    <a:pt x="23562" y="381027"/>
                  </a:lnTo>
                  <a:lnTo>
                    <a:pt x="33721" y="372813"/>
                  </a:lnTo>
                  <a:lnTo>
                    <a:pt x="44807" y="367064"/>
                  </a:lnTo>
                  <a:lnTo>
                    <a:pt x="55365" y="361222"/>
                  </a:lnTo>
                  <a:lnTo>
                    <a:pt x="66293" y="359424"/>
                  </a:lnTo>
                  <a:lnTo>
                    <a:pt x="76438" y="361518"/>
                  </a:lnTo>
                  <a:close/>
                </a:path>
              </a:pathLst>
            </a:custGeom>
            <a:solidFill>
              <a:srgbClr val="7AD151">
                <a:alpha val="25882"/>
              </a:srgbClr>
            </a:solidFill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8009089" y="609987"/>
              <a:ext cx="535229" cy="480203"/>
            </a:xfrm>
            <a:custGeom>
              <a:avLst/>
              <a:pathLst>
                <a:path w="535229" h="480203">
                  <a:moveTo>
                    <a:pt x="84738" y="367064"/>
                  </a:moveTo>
                  <a:lnTo>
                    <a:pt x="85137" y="350847"/>
                  </a:lnTo>
                  <a:lnTo>
                    <a:pt x="86330" y="334659"/>
                  </a:lnTo>
                  <a:lnTo>
                    <a:pt x="88319" y="318530"/>
                  </a:lnTo>
                  <a:lnTo>
                    <a:pt x="91099" y="302488"/>
                  </a:lnTo>
                  <a:lnTo>
                    <a:pt x="94667" y="286564"/>
                  </a:lnTo>
                  <a:lnTo>
                    <a:pt x="99020" y="270785"/>
                  </a:lnTo>
                  <a:lnTo>
                    <a:pt x="104152" y="255181"/>
                  </a:lnTo>
                  <a:lnTo>
                    <a:pt x="110057" y="239781"/>
                  </a:lnTo>
                  <a:lnTo>
                    <a:pt x="116727" y="224613"/>
                  </a:lnTo>
                  <a:lnTo>
                    <a:pt x="124155" y="209705"/>
                  </a:lnTo>
                  <a:lnTo>
                    <a:pt x="132332" y="195085"/>
                  </a:lnTo>
                  <a:lnTo>
                    <a:pt x="141247" y="180781"/>
                  </a:lnTo>
                  <a:lnTo>
                    <a:pt x="150890" y="166821"/>
                  </a:lnTo>
                  <a:lnTo>
                    <a:pt x="161249" y="153231"/>
                  </a:lnTo>
                  <a:lnTo>
                    <a:pt x="172312" y="140037"/>
                  </a:lnTo>
                  <a:lnTo>
                    <a:pt x="184066" y="127268"/>
                  </a:lnTo>
                  <a:lnTo>
                    <a:pt x="196494" y="114947"/>
                  </a:lnTo>
                  <a:lnTo>
                    <a:pt x="209584" y="103101"/>
                  </a:lnTo>
                  <a:lnTo>
                    <a:pt x="223318" y="91754"/>
                  </a:lnTo>
                  <a:lnTo>
                    <a:pt x="237680" y="80932"/>
                  </a:lnTo>
                  <a:lnTo>
                    <a:pt x="252652" y="70656"/>
                  </a:lnTo>
                  <a:lnTo>
                    <a:pt x="268215" y="60952"/>
                  </a:lnTo>
                  <a:lnTo>
                    <a:pt x="284351" y="51842"/>
                  </a:lnTo>
                  <a:lnTo>
                    <a:pt x="301039" y="43347"/>
                  </a:lnTo>
                  <a:lnTo>
                    <a:pt x="318259" y="35490"/>
                  </a:lnTo>
                  <a:lnTo>
                    <a:pt x="335990" y="28291"/>
                  </a:lnTo>
                  <a:lnTo>
                    <a:pt x="354208" y="21771"/>
                  </a:lnTo>
                  <a:lnTo>
                    <a:pt x="372892" y="15948"/>
                  </a:lnTo>
                  <a:lnTo>
                    <a:pt x="392018" y="10842"/>
                  </a:lnTo>
                  <a:lnTo>
                    <a:pt x="411562" y="6470"/>
                  </a:lnTo>
                  <a:lnTo>
                    <a:pt x="431499" y="2851"/>
                  </a:lnTo>
                  <a:lnTo>
                    <a:pt x="451803" y="0"/>
                  </a:lnTo>
                  <a:lnTo>
                    <a:pt x="462014" y="15808"/>
                  </a:lnTo>
                  <a:lnTo>
                    <a:pt x="471567" y="31875"/>
                  </a:lnTo>
                  <a:lnTo>
                    <a:pt x="480458" y="48173"/>
                  </a:lnTo>
                  <a:lnTo>
                    <a:pt x="488682" y="64676"/>
                  </a:lnTo>
                  <a:lnTo>
                    <a:pt x="496235" y="81357"/>
                  </a:lnTo>
                  <a:lnTo>
                    <a:pt x="503117" y="98189"/>
                  </a:lnTo>
                  <a:lnTo>
                    <a:pt x="509325" y="115145"/>
                  </a:lnTo>
                  <a:lnTo>
                    <a:pt x="514860" y="132200"/>
                  </a:lnTo>
                  <a:lnTo>
                    <a:pt x="519723" y="149327"/>
                  </a:lnTo>
                  <a:lnTo>
                    <a:pt x="523915" y="166499"/>
                  </a:lnTo>
                  <a:lnTo>
                    <a:pt x="527440" y="183691"/>
                  </a:lnTo>
                  <a:lnTo>
                    <a:pt x="530302" y="200878"/>
                  </a:lnTo>
                  <a:lnTo>
                    <a:pt x="532505" y="218033"/>
                  </a:lnTo>
                  <a:lnTo>
                    <a:pt x="534056" y="235133"/>
                  </a:lnTo>
                  <a:lnTo>
                    <a:pt x="534961" y="252152"/>
                  </a:lnTo>
                  <a:lnTo>
                    <a:pt x="535229" y="269066"/>
                  </a:lnTo>
                  <a:lnTo>
                    <a:pt x="534867" y="285852"/>
                  </a:lnTo>
                  <a:lnTo>
                    <a:pt x="533886" y="302487"/>
                  </a:lnTo>
                  <a:lnTo>
                    <a:pt x="532295" y="318947"/>
                  </a:lnTo>
                  <a:lnTo>
                    <a:pt x="530106" y="335211"/>
                  </a:lnTo>
                  <a:lnTo>
                    <a:pt x="527332" y="351257"/>
                  </a:lnTo>
                  <a:lnTo>
                    <a:pt x="523984" y="367064"/>
                  </a:lnTo>
                  <a:lnTo>
                    <a:pt x="508475" y="382920"/>
                  </a:lnTo>
                  <a:lnTo>
                    <a:pt x="492417" y="397616"/>
                  </a:lnTo>
                  <a:lnTo>
                    <a:pt x="475873" y="411135"/>
                  </a:lnTo>
                  <a:lnTo>
                    <a:pt x="458910" y="423462"/>
                  </a:lnTo>
                  <a:lnTo>
                    <a:pt x="441592" y="434585"/>
                  </a:lnTo>
                  <a:lnTo>
                    <a:pt x="423988" y="444496"/>
                  </a:lnTo>
                  <a:lnTo>
                    <a:pt x="406162" y="453189"/>
                  </a:lnTo>
                  <a:lnTo>
                    <a:pt x="388180" y="460664"/>
                  </a:lnTo>
                  <a:lnTo>
                    <a:pt x="370110" y="466920"/>
                  </a:lnTo>
                  <a:lnTo>
                    <a:pt x="352016" y="471963"/>
                  </a:lnTo>
                  <a:lnTo>
                    <a:pt x="333964" y="475801"/>
                  </a:lnTo>
                  <a:lnTo>
                    <a:pt x="316019" y="478443"/>
                  </a:lnTo>
                  <a:lnTo>
                    <a:pt x="298243" y="479905"/>
                  </a:lnTo>
                  <a:lnTo>
                    <a:pt x="280701" y="480203"/>
                  </a:lnTo>
                  <a:lnTo>
                    <a:pt x="263453" y="479358"/>
                  </a:lnTo>
                  <a:lnTo>
                    <a:pt x="246561" y="477393"/>
                  </a:lnTo>
                  <a:lnTo>
                    <a:pt x="230083" y="474333"/>
                  </a:lnTo>
                  <a:lnTo>
                    <a:pt x="214077" y="470208"/>
                  </a:lnTo>
                  <a:lnTo>
                    <a:pt x="198600" y="465050"/>
                  </a:lnTo>
                  <a:lnTo>
                    <a:pt x="183705" y="458892"/>
                  </a:lnTo>
                  <a:lnTo>
                    <a:pt x="169446" y="451772"/>
                  </a:lnTo>
                  <a:lnTo>
                    <a:pt x="152316" y="451803"/>
                  </a:lnTo>
                  <a:lnTo>
                    <a:pt x="136333" y="449177"/>
                  </a:lnTo>
                  <a:lnTo>
                    <a:pt x="121865" y="444158"/>
                  </a:lnTo>
                  <a:lnTo>
                    <a:pt x="109231" y="437061"/>
                  </a:lnTo>
                  <a:lnTo>
                    <a:pt x="98702" y="428241"/>
                  </a:lnTo>
                  <a:lnTo>
                    <a:pt x="90487" y="418082"/>
                  </a:lnTo>
                  <a:lnTo>
                    <a:pt x="84738" y="406996"/>
                  </a:lnTo>
                  <a:lnTo>
                    <a:pt x="78990" y="418082"/>
                  </a:lnTo>
                  <a:lnTo>
                    <a:pt x="70775" y="428241"/>
                  </a:lnTo>
                  <a:lnTo>
                    <a:pt x="60246" y="437061"/>
                  </a:lnTo>
                  <a:lnTo>
                    <a:pt x="47612" y="444158"/>
                  </a:lnTo>
                  <a:lnTo>
                    <a:pt x="33144" y="449177"/>
                  </a:lnTo>
                  <a:lnTo>
                    <a:pt x="17161" y="451803"/>
                  </a:lnTo>
                  <a:lnTo>
                    <a:pt x="31" y="451772"/>
                  </a:lnTo>
                  <a:lnTo>
                    <a:pt x="0" y="434642"/>
                  </a:lnTo>
                  <a:lnTo>
                    <a:pt x="2626" y="418659"/>
                  </a:lnTo>
                  <a:lnTo>
                    <a:pt x="7645" y="404191"/>
                  </a:lnTo>
                  <a:lnTo>
                    <a:pt x="14742" y="391557"/>
                  </a:lnTo>
                  <a:lnTo>
                    <a:pt x="23562" y="381027"/>
                  </a:lnTo>
                  <a:lnTo>
                    <a:pt x="33721" y="372813"/>
                  </a:lnTo>
                  <a:lnTo>
                    <a:pt x="44807" y="367064"/>
                  </a:lnTo>
                  <a:lnTo>
                    <a:pt x="55365" y="361222"/>
                  </a:lnTo>
                  <a:lnTo>
                    <a:pt x="66293" y="359424"/>
                  </a:lnTo>
                  <a:lnTo>
                    <a:pt x="76438" y="361518"/>
                  </a:lnTo>
                  <a:lnTo>
                    <a:pt x="84738" y="367064"/>
                  </a:lnTo>
                </a:path>
              </a:pathLst>
            </a:custGeom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8062227" y="945451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8429292" y="578386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8501473" y="945451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8146934" y="1030158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8062227" y="985383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7977520" y="1030158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8022296" y="945451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8062227" y="945451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8093828" y="457944"/>
              <a:ext cx="0" cy="519108"/>
            </a:xfrm>
            <a:custGeom>
              <a:avLst/>
              <a:pathLst>
                <a:path w="0" h="519108">
                  <a:moveTo>
                    <a:pt x="0" y="519108"/>
                  </a:moveTo>
                  <a:lnTo>
                    <a:pt x="0" y="501207"/>
                  </a:lnTo>
                  <a:lnTo>
                    <a:pt x="0" y="483307"/>
                  </a:lnTo>
                  <a:lnTo>
                    <a:pt x="0" y="465407"/>
                  </a:lnTo>
                  <a:lnTo>
                    <a:pt x="0" y="447507"/>
                  </a:lnTo>
                  <a:lnTo>
                    <a:pt x="0" y="429606"/>
                  </a:lnTo>
                  <a:lnTo>
                    <a:pt x="0" y="411706"/>
                  </a:lnTo>
                  <a:lnTo>
                    <a:pt x="0" y="393806"/>
                  </a:lnTo>
                  <a:lnTo>
                    <a:pt x="0" y="375905"/>
                  </a:lnTo>
                  <a:lnTo>
                    <a:pt x="0" y="358005"/>
                  </a:lnTo>
                  <a:lnTo>
                    <a:pt x="0" y="340105"/>
                  </a:lnTo>
                  <a:lnTo>
                    <a:pt x="0" y="322205"/>
                  </a:lnTo>
                  <a:lnTo>
                    <a:pt x="0" y="304304"/>
                  </a:lnTo>
                  <a:lnTo>
                    <a:pt x="0" y="286404"/>
                  </a:lnTo>
                  <a:lnTo>
                    <a:pt x="0" y="268504"/>
                  </a:lnTo>
                  <a:lnTo>
                    <a:pt x="0" y="250603"/>
                  </a:lnTo>
                  <a:lnTo>
                    <a:pt x="0" y="232703"/>
                  </a:lnTo>
                  <a:lnTo>
                    <a:pt x="0" y="214803"/>
                  </a:lnTo>
                  <a:lnTo>
                    <a:pt x="0" y="196903"/>
                  </a:lnTo>
                  <a:lnTo>
                    <a:pt x="0" y="179002"/>
                  </a:lnTo>
                  <a:lnTo>
                    <a:pt x="0" y="161102"/>
                  </a:lnTo>
                  <a:lnTo>
                    <a:pt x="0" y="143202"/>
                  </a:lnTo>
                  <a:lnTo>
                    <a:pt x="0" y="125301"/>
                  </a:lnTo>
                  <a:lnTo>
                    <a:pt x="0" y="107401"/>
                  </a:lnTo>
                  <a:lnTo>
                    <a:pt x="0" y="89501"/>
                  </a:lnTo>
                  <a:lnTo>
                    <a:pt x="0" y="71601"/>
                  </a:lnTo>
                  <a:lnTo>
                    <a:pt x="0" y="53700"/>
                  </a:lnTo>
                  <a:lnTo>
                    <a:pt x="0" y="35800"/>
                  </a:lnTo>
                  <a:lnTo>
                    <a:pt x="0" y="1790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8093828" y="609987"/>
              <a:ext cx="367064" cy="367064"/>
            </a:xfrm>
            <a:custGeom>
              <a:avLst/>
              <a:pathLst>
                <a:path w="367064" h="367064">
                  <a:moveTo>
                    <a:pt x="0" y="367064"/>
                  </a:moveTo>
                  <a:lnTo>
                    <a:pt x="12657" y="354407"/>
                  </a:lnTo>
                  <a:lnTo>
                    <a:pt x="25314" y="341750"/>
                  </a:lnTo>
                  <a:lnTo>
                    <a:pt x="37972" y="329092"/>
                  </a:lnTo>
                  <a:lnTo>
                    <a:pt x="50629" y="316435"/>
                  </a:lnTo>
                  <a:lnTo>
                    <a:pt x="63287" y="303777"/>
                  </a:lnTo>
                  <a:lnTo>
                    <a:pt x="75944" y="291120"/>
                  </a:lnTo>
                  <a:lnTo>
                    <a:pt x="88601" y="278463"/>
                  </a:lnTo>
                  <a:lnTo>
                    <a:pt x="101259" y="265805"/>
                  </a:lnTo>
                  <a:lnTo>
                    <a:pt x="113916" y="253148"/>
                  </a:lnTo>
                  <a:lnTo>
                    <a:pt x="126574" y="240490"/>
                  </a:lnTo>
                  <a:lnTo>
                    <a:pt x="139231" y="227833"/>
                  </a:lnTo>
                  <a:lnTo>
                    <a:pt x="151888" y="215175"/>
                  </a:lnTo>
                  <a:lnTo>
                    <a:pt x="164546" y="202518"/>
                  </a:lnTo>
                  <a:lnTo>
                    <a:pt x="177203" y="189861"/>
                  </a:lnTo>
                  <a:lnTo>
                    <a:pt x="189861" y="177203"/>
                  </a:lnTo>
                  <a:lnTo>
                    <a:pt x="202518" y="164546"/>
                  </a:lnTo>
                  <a:lnTo>
                    <a:pt x="215175" y="151888"/>
                  </a:lnTo>
                  <a:lnTo>
                    <a:pt x="227833" y="139231"/>
                  </a:lnTo>
                  <a:lnTo>
                    <a:pt x="240490" y="126574"/>
                  </a:lnTo>
                  <a:lnTo>
                    <a:pt x="253148" y="113916"/>
                  </a:lnTo>
                  <a:lnTo>
                    <a:pt x="265805" y="101259"/>
                  </a:lnTo>
                  <a:lnTo>
                    <a:pt x="278463" y="88601"/>
                  </a:lnTo>
                  <a:lnTo>
                    <a:pt x="291120" y="75944"/>
                  </a:lnTo>
                  <a:lnTo>
                    <a:pt x="303777" y="63287"/>
                  </a:lnTo>
                  <a:lnTo>
                    <a:pt x="316435" y="50629"/>
                  </a:lnTo>
                  <a:lnTo>
                    <a:pt x="329092" y="37972"/>
                  </a:lnTo>
                  <a:lnTo>
                    <a:pt x="341750" y="25314"/>
                  </a:lnTo>
                  <a:lnTo>
                    <a:pt x="354407" y="12657"/>
                  </a:lnTo>
                  <a:lnTo>
                    <a:pt x="367064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8093828" y="977052"/>
              <a:ext cx="519108" cy="0"/>
            </a:xfrm>
            <a:custGeom>
              <a:avLst/>
              <a:pathLst>
                <a:path w="519108" h="0">
                  <a:moveTo>
                    <a:pt x="0" y="0"/>
                  </a:moveTo>
                  <a:lnTo>
                    <a:pt x="17900" y="0"/>
                  </a:lnTo>
                  <a:lnTo>
                    <a:pt x="35800" y="0"/>
                  </a:lnTo>
                  <a:lnTo>
                    <a:pt x="53700" y="0"/>
                  </a:lnTo>
                  <a:lnTo>
                    <a:pt x="71601" y="0"/>
                  </a:lnTo>
                  <a:lnTo>
                    <a:pt x="89501" y="0"/>
                  </a:lnTo>
                  <a:lnTo>
                    <a:pt x="107401" y="0"/>
                  </a:lnTo>
                  <a:lnTo>
                    <a:pt x="125301" y="0"/>
                  </a:lnTo>
                  <a:lnTo>
                    <a:pt x="143202" y="0"/>
                  </a:lnTo>
                  <a:lnTo>
                    <a:pt x="161102" y="0"/>
                  </a:lnTo>
                  <a:lnTo>
                    <a:pt x="179002" y="0"/>
                  </a:lnTo>
                  <a:lnTo>
                    <a:pt x="196903" y="0"/>
                  </a:lnTo>
                  <a:lnTo>
                    <a:pt x="214803" y="0"/>
                  </a:lnTo>
                  <a:lnTo>
                    <a:pt x="232703" y="0"/>
                  </a:lnTo>
                  <a:lnTo>
                    <a:pt x="250603" y="0"/>
                  </a:lnTo>
                  <a:lnTo>
                    <a:pt x="268504" y="0"/>
                  </a:lnTo>
                  <a:lnTo>
                    <a:pt x="286404" y="0"/>
                  </a:lnTo>
                  <a:lnTo>
                    <a:pt x="304304" y="0"/>
                  </a:lnTo>
                  <a:lnTo>
                    <a:pt x="322205" y="0"/>
                  </a:lnTo>
                  <a:lnTo>
                    <a:pt x="340105" y="0"/>
                  </a:lnTo>
                  <a:lnTo>
                    <a:pt x="358005" y="0"/>
                  </a:lnTo>
                  <a:lnTo>
                    <a:pt x="375905" y="0"/>
                  </a:lnTo>
                  <a:lnTo>
                    <a:pt x="393806" y="0"/>
                  </a:lnTo>
                  <a:lnTo>
                    <a:pt x="411706" y="0"/>
                  </a:lnTo>
                  <a:lnTo>
                    <a:pt x="429606" y="0"/>
                  </a:lnTo>
                  <a:lnTo>
                    <a:pt x="447507" y="0"/>
                  </a:lnTo>
                  <a:lnTo>
                    <a:pt x="465407" y="0"/>
                  </a:lnTo>
                  <a:lnTo>
                    <a:pt x="483307" y="0"/>
                  </a:lnTo>
                  <a:lnTo>
                    <a:pt x="501207" y="0"/>
                  </a:lnTo>
                  <a:lnTo>
                    <a:pt x="519108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8093828" y="977052"/>
              <a:ext cx="367064" cy="367064"/>
            </a:xfrm>
            <a:custGeom>
              <a:avLst/>
              <a:pathLst>
                <a:path w="367064" h="367064">
                  <a:moveTo>
                    <a:pt x="0" y="0"/>
                  </a:moveTo>
                  <a:lnTo>
                    <a:pt x="12657" y="12657"/>
                  </a:lnTo>
                  <a:lnTo>
                    <a:pt x="25314" y="25314"/>
                  </a:lnTo>
                  <a:lnTo>
                    <a:pt x="37972" y="37972"/>
                  </a:lnTo>
                  <a:lnTo>
                    <a:pt x="50629" y="50629"/>
                  </a:lnTo>
                  <a:lnTo>
                    <a:pt x="63287" y="63287"/>
                  </a:lnTo>
                  <a:lnTo>
                    <a:pt x="75944" y="75944"/>
                  </a:lnTo>
                  <a:lnTo>
                    <a:pt x="88601" y="88601"/>
                  </a:lnTo>
                  <a:lnTo>
                    <a:pt x="101259" y="101259"/>
                  </a:lnTo>
                  <a:lnTo>
                    <a:pt x="113916" y="113916"/>
                  </a:lnTo>
                  <a:lnTo>
                    <a:pt x="126574" y="126574"/>
                  </a:lnTo>
                  <a:lnTo>
                    <a:pt x="139231" y="139231"/>
                  </a:lnTo>
                  <a:lnTo>
                    <a:pt x="151888" y="151888"/>
                  </a:lnTo>
                  <a:lnTo>
                    <a:pt x="164546" y="164546"/>
                  </a:lnTo>
                  <a:lnTo>
                    <a:pt x="177203" y="177203"/>
                  </a:lnTo>
                  <a:lnTo>
                    <a:pt x="189861" y="189861"/>
                  </a:lnTo>
                  <a:lnTo>
                    <a:pt x="202518" y="202518"/>
                  </a:lnTo>
                  <a:lnTo>
                    <a:pt x="215175" y="215175"/>
                  </a:lnTo>
                  <a:lnTo>
                    <a:pt x="227833" y="227833"/>
                  </a:lnTo>
                  <a:lnTo>
                    <a:pt x="240490" y="240490"/>
                  </a:lnTo>
                  <a:lnTo>
                    <a:pt x="253148" y="253148"/>
                  </a:lnTo>
                  <a:lnTo>
                    <a:pt x="265805" y="265805"/>
                  </a:lnTo>
                  <a:lnTo>
                    <a:pt x="278463" y="278463"/>
                  </a:lnTo>
                  <a:lnTo>
                    <a:pt x="291120" y="291120"/>
                  </a:lnTo>
                  <a:lnTo>
                    <a:pt x="303777" y="303777"/>
                  </a:lnTo>
                  <a:lnTo>
                    <a:pt x="316435" y="316435"/>
                  </a:lnTo>
                  <a:lnTo>
                    <a:pt x="329092" y="329092"/>
                  </a:lnTo>
                  <a:lnTo>
                    <a:pt x="341750" y="341750"/>
                  </a:lnTo>
                  <a:lnTo>
                    <a:pt x="354407" y="354407"/>
                  </a:lnTo>
                  <a:lnTo>
                    <a:pt x="367064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8093828" y="977052"/>
              <a:ext cx="0" cy="519108"/>
            </a:xfrm>
            <a:custGeom>
              <a:avLst/>
              <a:pathLst>
                <a:path w="0" h="519108">
                  <a:moveTo>
                    <a:pt x="0" y="0"/>
                  </a:moveTo>
                  <a:lnTo>
                    <a:pt x="0" y="17900"/>
                  </a:lnTo>
                  <a:lnTo>
                    <a:pt x="0" y="35800"/>
                  </a:lnTo>
                  <a:lnTo>
                    <a:pt x="0" y="53700"/>
                  </a:lnTo>
                  <a:lnTo>
                    <a:pt x="0" y="71601"/>
                  </a:lnTo>
                  <a:lnTo>
                    <a:pt x="0" y="89501"/>
                  </a:lnTo>
                  <a:lnTo>
                    <a:pt x="0" y="107401"/>
                  </a:lnTo>
                  <a:lnTo>
                    <a:pt x="0" y="125301"/>
                  </a:lnTo>
                  <a:lnTo>
                    <a:pt x="0" y="143202"/>
                  </a:lnTo>
                  <a:lnTo>
                    <a:pt x="0" y="161102"/>
                  </a:lnTo>
                  <a:lnTo>
                    <a:pt x="0" y="179002"/>
                  </a:lnTo>
                  <a:lnTo>
                    <a:pt x="0" y="196903"/>
                  </a:lnTo>
                  <a:lnTo>
                    <a:pt x="0" y="214803"/>
                  </a:lnTo>
                  <a:lnTo>
                    <a:pt x="0" y="232703"/>
                  </a:lnTo>
                  <a:lnTo>
                    <a:pt x="0" y="250603"/>
                  </a:lnTo>
                  <a:lnTo>
                    <a:pt x="0" y="268504"/>
                  </a:lnTo>
                  <a:lnTo>
                    <a:pt x="0" y="286404"/>
                  </a:lnTo>
                  <a:lnTo>
                    <a:pt x="0" y="304304"/>
                  </a:lnTo>
                  <a:lnTo>
                    <a:pt x="0" y="322205"/>
                  </a:lnTo>
                  <a:lnTo>
                    <a:pt x="0" y="340105"/>
                  </a:lnTo>
                  <a:lnTo>
                    <a:pt x="0" y="358005"/>
                  </a:lnTo>
                  <a:lnTo>
                    <a:pt x="0" y="375905"/>
                  </a:lnTo>
                  <a:lnTo>
                    <a:pt x="0" y="393806"/>
                  </a:lnTo>
                  <a:lnTo>
                    <a:pt x="0" y="411706"/>
                  </a:lnTo>
                  <a:lnTo>
                    <a:pt x="0" y="429606"/>
                  </a:lnTo>
                  <a:lnTo>
                    <a:pt x="0" y="447507"/>
                  </a:lnTo>
                  <a:lnTo>
                    <a:pt x="0" y="465407"/>
                  </a:lnTo>
                  <a:lnTo>
                    <a:pt x="0" y="483307"/>
                  </a:lnTo>
                  <a:lnTo>
                    <a:pt x="0" y="501207"/>
                  </a:lnTo>
                  <a:lnTo>
                    <a:pt x="0" y="519108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7726764" y="977052"/>
              <a:ext cx="367064" cy="367064"/>
            </a:xfrm>
            <a:custGeom>
              <a:avLst/>
              <a:pathLst>
                <a:path w="367064" h="367064">
                  <a:moveTo>
                    <a:pt x="367064" y="0"/>
                  </a:moveTo>
                  <a:lnTo>
                    <a:pt x="354407" y="12657"/>
                  </a:lnTo>
                  <a:lnTo>
                    <a:pt x="341750" y="25314"/>
                  </a:lnTo>
                  <a:lnTo>
                    <a:pt x="329092" y="37972"/>
                  </a:lnTo>
                  <a:lnTo>
                    <a:pt x="316435" y="50629"/>
                  </a:lnTo>
                  <a:lnTo>
                    <a:pt x="303777" y="63287"/>
                  </a:lnTo>
                  <a:lnTo>
                    <a:pt x="291120" y="75944"/>
                  </a:lnTo>
                  <a:lnTo>
                    <a:pt x="278463" y="88601"/>
                  </a:lnTo>
                  <a:lnTo>
                    <a:pt x="265805" y="101259"/>
                  </a:lnTo>
                  <a:lnTo>
                    <a:pt x="253148" y="113916"/>
                  </a:lnTo>
                  <a:lnTo>
                    <a:pt x="240490" y="126574"/>
                  </a:lnTo>
                  <a:lnTo>
                    <a:pt x="227833" y="139231"/>
                  </a:lnTo>
                  <a:lnTo>
                    <a:pt x="215175" y="151888"/>
                  </a:lnTo>
                  <a:lnTo>
                    <a:pt x="202518" y="164546"/>
                  </a:lnTo>
                  <a:lnTo>
                    <a:pt x="189861" y="177203"/>
                  </a:lnTo>
                  <a:lnTo>
                    <a:pt x="177203" y="189861"/>
                  </a:lnTo>
                  <a:lnTo>
                    <a:pt x="164546" y="202518"/>
                  </a:lnTo>
                  <a:lnTo>
                    <a:pt x="151888" y="215175"/>
                  </a:lnTo>
                  <a:lnTo>
                    <a:pt x="139231" y="227833"/>
                  </a:lnTo>
                  <a:lnTo>
                    <a:pt x="126574" y="240490"/>
                  </a:lnTo>
                  <a:lnTo>
                    <a:pt x="113916" y="253148"/>
                  </a:lnTo>
                  <a:lnTo>
                    <a:pt x="101259" y="265805"/>
                  </a:lnTo>
                  <a:lnTo>
                    <a:pt x="88601" y="278463"/>
                  </a:lnTo>
                  <a:lnTo>
                    <a:pt x="75944" y="291120"/>
                  </a:lnTo>
                  <a:lnTo>
                    <a:pt x="63287" y="303777"/>
                  </a:lnTo>
                  <a:lnTo>
                    <a:pt x="50629" y="316435"/>
                  </a:lnTo>
                  <a:lnTo>
                    <a:pt x="37972" y="329092"/>
                  </a:lnTo>
                  <a:lnTo>
                    <a:pt x="25314" y="341750"/>
                  </a:lnTo>
                  <a:lnTo>
                    <a:pt x="12657" y="354407"/>
                  </a:lnTo>
                  <a:lnTo>
                    <a:pt x="0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7574720" y="977052"/>
              <a:ext cx="519108" cy="0"/>
            </a:xfrm>
            <a:custGeom>
              <a:avLst/>
              <a:pathLst>
                <a:path w="519108" h="0">
                  <a:moveTo>
                    <a:pt x="519108" y="0"/>
                  </a:moveTo>
                  <a:lnTo>
                    <a:pt x="501207" y="0"/>
                  </a:lnTo>
                  <a:lnTo>
                    <a:pt x="483307" y="0"/>
                  </a:lnTo>
                  <a:lnTo>
                    <a:pt x="465407" y="0"/>
                  </a:lnTo>
                  <a:lnTo>
                    <a:pt x="447507" y="0"/>
                  </a:lnTo>
                  <a:lnTo>
                    <a:pt x="429606" y="0"/>
                  </a:lnTo>
                  <a:lnTo>
                    <a:pt x="411706" y="0"/>
                  </a:lnTo>
                  <a:lnTo>
                    <a:pt x="393806" y="0"/>
                  </a:lnTo>
                  <a:lnTo>
                    <a:pt x="375905" y="0"/>
                  </a:lnTo>
                  <a:lnTo>
                    <a:pt x="358005" y="0"/>
                  </a:lnTo>
                  <a:lnTo>
                    <a:pt x="340105" y="0"/>
                  </a:lnTo>
                  <a:lnTo>
                    <a:pt x="322205" y="0"/>
                  </a:lnTo>
                  <a:lnTo>
                    <a:pt x="304304" y="0"/>
                  </a:lnTo>
                  <a:lnTo>
                    <a:pt x="286404" y="0"/>
                  </a:lnTo>
                  <a:lnTo>
                    <a:pt x="268504" y="0"/>
                  </a:lnTo>
                  <a:lnTo>
                    <a:pt x="250603" y="0"/>
                  </a:lnTo>
                  <a:lnTo>
                    <a:pt x="232703" y="0"/>
                  </a:lnTo>
                  <a:lnTo>
                    <a:pt x="214803" y="0"/>
                  </a:lnTo>
                  <a:lnTo>
                    <a:pt x="196903" y="0"/>
                  </a:lnTo>
                  <a:lnTo>
                    <a:pt x="179002" y="0"/>
                  </a:lnTo>
                  <a:lnTo>
                    <a:pt x="161102" y="0"/>
                  </a:lnTo>
                  <a:lnTo>
                    <a:pt x="143202" y="0"/>
                  </a:lnTo>
                  <a:lnTo>
                    <a:pt x="125301" y="0"/>
                  </a:lnTo>
                  <a:lnTo>
                    <a:pt x="107401" y="0"/>
                  </a:lnTo>
                  <a:lnTo>
                    <a:pt x="89501" y="0"/>
                  </a:lnTo>
                  <a:lnTo>
                    <a:pt x="71601" y="0"/>
                  </a:lnTo>
                  <a:lnTo>
                    <a:pt x="53700" y="0"/>
                  </a:lnTo>
                  <a:lnTo>
                    <a:pt x="35800" y="0"/>
                  </a:lnTo>
                  <a:lnTo>
                    <a:pt x="17900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7726764" y="609987"/>
              <a:ext cx="367064" cy="367064"/>
            </a:xfrm>
            <a:custGeom>
              <a:avLst/>
              <a:pathLst>
                <a:path w="367064" h="367064">
                  <a:moveTo>
                    <a:pt x="367064" y="367064"/>
                  </a:moveTo>
                  <a:lnTo>
                    <a:pt x="354407" y="354407"/>
                  </a:lnTo>
                  <a:lnTo>
                    <a:pt x="341750" y="341750"/>
                  </a:lnTo>
                  <a:lnTo>
                    <a:pt x="329092" y="329092"/>
                  </a:lnTo>
                  <a:lnTo>
                    <a:pt x="316435" y="316435"/>
                  </a:lnTo>
                  <a:lnTo>
                    <a:pt x="303777" y="303777"/>
                  </a:lnTo>
                  <a:lnTo>
                    <a:pt x="291120" y="291120"/>
                  </a:lnTo>
                  <a:lnTo>
                    <a:pt x="278463" y="278463"/>
                  </a:lnTo>
                  <a:lnTo>
                    <a:pt x="265805" y="265805"/>
                  </a:lnTo>
                  <a:lnTo>
                    <a:pt x="253148" y="253148"/>
                  </a:lnTo>
                  <a:lnTo>
                    <a:pt x="240490" y="240490"/>
                  </a:lnTo>
                  <a:lnTo>
                    <a:pt x="227833" y="227833"/>
                  </a:lnTo>
                  <a:lnTo>
                    <a:pt x="215175" y="215175"/>
                  </a:lnTo>
                  <a:lnTo>
                    <a:pt x="202518" y="202518"/>
                  </a:lnTo>
                  <a:lnTo>
                    <a:pt x="189861" y="189861"/>
                  </a:lnTo>
                  <a:lnTo>
                    <a:pt x="177203" y="177203"/>
                  </a:lnTo>
                  <a:lnTo>
                    <a:pt x="164546" y="164546"/>
                  </a:lnTo>
                  <a:lnTo>
                    <a:pt x="151888" y="151888"/>
                  </a:lnTo>
                  <a:lnTo>
                    <a:pt x="139231" y="139231"/>
                  </a:lnTo>
                  <a:lnTo>
                    <a:pt x="126574" y="126574"/>
                  </a:lnTo>
                  <a:lnTo>
                    <a:pt x="113916" y="113916"/>
                  </a:lnTo>
                  <a:lnTo>
                    <a:pt x="101259" y="101259"/>
                  </a:lnTo>
                  <a:lnTo>
                    <a:pt x="88601" y="88601"/>
                  </a:lnTo>
                  <a:lnTo>
                    <a:pt x="75944" y="75944"/>
                  </a:lnTo>
                  <a:lnTo>
                    <a:pt x="63287" y="63287"/>
                  </a:lnTo>
                  <a:lnTo>
                    <a:pt x="50629" y="50629"/>
                  </a:lnTo>
                  <a:lnTo>
                    <a:pt x="37972" y="37972"/>
                  </a:lnTo>
                  <a:lnTo>
                    <a:pt x="25314" y="25314"/>
                  </a:lnTo>
                  <a:lnTo>
                    <a:pt x="12657" y="1265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tx175"/>
            <p:cNvSpPr/>
            <p:nvPr/>
          </p:nvSpPr>
          <p:spPr>
            <a:xfrm>
              <a:off x="7961789" y="354377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8272644" y="525425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8569743" y="93837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8263546" y="1351321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7952691" y="1522370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7428689" y="1351321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7387759" y="93837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7437787" y="525425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7204371" y="685677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7154902" y="426123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185" name="rc185"/>
            <p:cNvSpPr/>
            <p:nvPr/>
          </p:nvSpPr>
          <p:spPr>
            <a:xfrm>
              <a:off x="69589" y="1749294"/>
              <a:ext cx="2251205" cy="22062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69589" y="1969915"/>
              <a:ext cx="2251205" cy="14590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397588" y="1749294"/>
              <a:ext cx="1885248" cy="22062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8" name="tx188"/>
            <p:cNvSpPr/>
            <p:nvPr/>
          </p:nvSpPr>
          <p:spPr>
            <a:xfrm>
              <a:off x="876794" y="1779042"/>
              <a:ext cx="92683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Columbiformes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738125" y="1875817"/>
              <a:ext cx="12041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18, species = 9</a:t>
              </a:r>
            </a:p>
          </p:txBody>
        </p:sp>
        <p:sp>
          <p:nvSpPr>
            <p:cNvPr id="190" name="rc190"/>
            <p:cNvSpPr/>
            <p:nvPr/>
          </p:nvSpPr>
          <p:spPr>
            <a:xfrm>
              <a:off x="691327" y="2007873"/>
              <a:ext cx="1297770" cy="1297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1340212" y="2072761"/>
              <a:ext cx="0" cy="583996"/>
            </a:xfrm>
            <a:custGeom>
              <a:avLst/>
              <a:pathLst>
                <a:path w="0" h="583996">
                  <a:moveTo>
                    <a:pt x="0" y="583996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1340212" y="2243810"/>
              <a:ext cx="412948" cy="412948"/>
            </a:xfrm>
            <a:custGeom>
              <a:avLst/>
              <a:pathLst>
                <a:path w="412948" h="412948">
                  <a:moveTo>
                    <a:pt x="0" y="412948"/>
                  </a:moveTo>
                  <a:lnTo>
                    <a:pt x="41294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1340212" y="2656758"/>
              <a:ext cx="583996" cy="0"/>
            </a:xfrm>
            <a:custGeom>
              <a:avLst/>
              <a:pathLst>
                <a:path w="583996" h="0">
                  <a:moveTo>
                    <a:pt x="0" y="0"/>
                  </a:moveTo>
                  <a:lnTo>
                    <a:pt x="583996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1340212" y="2656758"/>
              <a:ext cx="412948" cy="412948"/>
            </a:xfrm>
            <a:custGeom>
              <a:avLst/>
              <a:pathLst>
                <a:path w="412948" h="412948">
                  <a:moveTo>
                    <a:pt x="0" y="0"/>
                  </a:moveTo>
                  <a:lnTo>
                    <a:pt x="412948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1340212" y="2656758"/>
              <a:ext cx="0" cy="583996"/>
            </a:xfrm>
            <a:custGeom>
              <a:avLst/>
              <a:pathLst>
                <a:path w="0" h="583996">
                  <a:moveTo>
                    <a:pt x="0" y="0"/>
                  </a:moveTo>
                  <a:lnTo>
                    <a:pt x="0" y="583996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927264" y="2656758"/>
              <a:ext cx="412948" cy="412948"/>
            </a:xfrm>
            <a:custGeom>
              <a:avLst/>
              <a:pathLst>
                <a:path w="412948" h="412948">
                  <a:moveTo>
                    <a:pt x="412948" y="0"/>
                  </a:moveTo>
                  <a:lnTo>
                    <a:pt x="0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756215" y="2656758"/>
              <a:ext cx="583996" cy="0"/>
            </a:xfrm>
            <a:custGeom>
              <a:avLst/>
              <a:pathLst>
                <a:path w="583996" h="0">
                  <a:moveTo>
                    <a:pt x="583996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927264" y="2243810"/>
              <a:ext cx="412948" cy="412948"/>
            </a:xfrm>
            <a:custGeom>
              <a:avLst/>
              <a:pathLst>
                <a:path w="412948" h="412948">
                  <a:moveTo>
                    <a:pt x="412948" y="41294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1080691" y="2397204"/>
              <a:ext cx="519042" cy="518977"/>
            </a:xfrm>
            <a:custGeom>
              <a:avLst/>
              <a:pathLst>
                <a:path w="519042" h="518977">
                  <a:moveTo>
                    <a:pt x="259521" y="0"/>
                  </a:moveTo>
                  <a:lnTo>
                    <a:pt x="275983" y="522"/>
                  </a:lnTo>
                  <a:lnTo>
                    <a:pt x="292379" y="2088"/>
                  </a:lnTo>
                  <a:lnTo>
                    <a:pt x="308642" y="4690"/>
                  </a:lnTo>
                  <a:lnTo>
                    <a:pt x="324707" y="8319"/>
                  </a:lnTo>
                  <a:lnTo>
                    <a:pt x="340510" y="12959"/>
                  </a:lnTo>
                  <a:lnTo>
                    <a:pt x="355987" y="18592"/>
                  </a:lnTo>
                  <a:lnTo>
                    <a:pt x="371076" y="25195"/>
                  </a:lnTo>
                  <a:lnTo>
                    <a:pt x="385715" y="32742"/>
                  </a:lnTo>
                  <a:lnTo>
                    <a:pt x="399846" y="41203"/>
                  </a:lnTo>
                  <a:lnTo>
                    <a:pt x="413413" y="50542"/>
                  </a:lnTo>
                  <a:lnTo>
                    <a:pt x="426359" y="60724"/>
                  </a:lnTo>
                  <a:lnTo>
                    <a:pt x="438634" y="71705"/>
                  </a:lnTo>
                  <a:lnTo>
                    <a:pt x="450187" y="83444"/>
                  </a:lnTo>
                  <a:lnTo>
                    <a:pt x="460973" y="95891"/>
                  </a:lnTo>
                  <a:lnTo>
                    <a:pt x="470947" y="108997"/>
                  </a:lnTo>
                  <a:lnTo>
                    <a:pt x="480071" y="122710"/>
                  </a:lnTo>
                  <a:lnTo>
                    <a:pt x="488306" y="136974"/>
                  </a:lnTo>
                  <a:lnTo>
                    <a:pt x="495620" y="151731"/>
                  </a:lnTo>
                  <a:lnTo>
                    <a:pt x="501983" y="166922"/>
                  </a:lnTo>
                  <a:lnTo>
                    <a:pt x="507370" y="182487"/>
                  </a:lnTo>
                  <a:lnTo>
                    <a:pt x="511759" y="198361"/>
                  </a:lnTo>
                  <a:lnTo>
                    <a:pt x="515132" y="214483"/>
                  </a:lnTo>
                  <a:lnTo>
                    <a:pt x="517476" y="230785"/>
                  </a:lnTo>
                  <a:lnTo>
                    <a:pt x="518781" y="247204"/>
                  </a:lnTo>
                  <a:lnTo>
                    <a:pt x="519042" y="263672"/>
                  </a:lnTo>
                  <a:lnTo>
                    <a:pt x="518259" y="280123"/>
                  </a:lnTo>
                  <a:lnTo>
                    <a:pt x="516433" y="296492"/>
                  </a:lnTo>
                  <a:lnTo>
                    <a:pt x="513573" y="312712"/>
                  </a:lnTo>
                  <a:lnTo>
                    <a:pt x="509690" y="328718"/>
                  </a:lnTo>
                  <a:lnTo>
                    <a:pt x="504800" y="344445"/>
                  </a:lnTo>
                  <a:lnTo>
                    <a:pt x="498922" y="359831"/>
                  </a:lnTo>
                  <a:lnTo>
                    <a:pt x="492080" y="374813"/>
                  </a:lnTo>
                  <a:lnTo>
                    <a:pt x="484301" y="389331"/>
                  </a:lnTo>
                  <a:lnTo>
                    <a:pt x="475618" y="403326"/>
                  </a:lnTo>
                  <a:lnTo>
                    <a:pt x="466064" y="416742"/>
                  </a:lnTo>
                  <a:lnTo>
                    <a:pt x="455679" y="429525"/>
                  </a:lnTo>
                  <a:lnTo>
                    <a:pt x="444504" y="441624"/>
                  </a:lnTo>
                  <a:lnTo>
                    <a:pt x="432584" y="452990"/>
                  </a:lnTo>
                  <a:lnTo>
                    <a:pt x="419967" y="463577"/>
                  </a:lnTo>
                  <a:lnTo>
                    <a:pt x="406704" y="473342"/>
                  </a:lnTo>
                  <a:lnTo>
                    <a:pt x="392848" y="482247"/>
                  </a:lnTo>
                  <a:lnTo>
                    <a:pt x="378455" y="490254"/>
                  </a:lnTo>
                  <a:lnTo>
                    <a:pt x="363584" y="497333"/>
                  </a:lnTo>
                  <a:lnTo>
                    <a:pt x="348294" y="503455"/>
                  </a:lnTo>
                  <a:lnTo>
                    <a:pt x="332646" y="508594"/>
                  </a:lnTo>
                  <a:lnTo>
                    <a:pt x="316703" y="512730"/>
                  </a:lnTo>
                  <a:lnTo>
                    <a:pt x="300531" y="515847"/>
                  </a:lnTo>
                  <a:lnTo>
                    <a:pt x="284193" y="517932"/>
                  </a:lnTo>
                  <a:lnTo>
                    <a:pt x="267756" y="518977"/>
                  </a:lnTo>
                  <a:lnTo>
                    <a:pt x="251286" y="518977"/>
                  </a:lnTo>
                  <a:lnTo>
                    <a:pt x="234849" y="517932"/>
                  </a:lnTo>
                  <a:lnTo>
                    <a:pt x="218511" y="515847"/>
                  </a:lnTo>
                  <a:lnTo>
                    <a:pt x="202338" y="512730"/>
                  </a:lnTo>
                  <a:lnTo>
                    <a:pt x="186396" y="508594"/>
                  </a:lnTo>
                  <a:lnTo>
                    <a:pt x="170748" y="503455"/>
                  </a:lnTo>
                  <a:lnTo>
                    <a:pt x="155458" y="497333"/>
                  </a:lnTo>
                  <a:lnTo>
                    <a:pt x="140586" y="490254"/>
                  </a:lnTo>
                  <a:lnTo>
                    <a:pt x="126194" y="482247"/>
                  </a:lnTo>
                  <a:lnTo>
                    <a:pt x="112338" y="473342"/>
                  </a:lnTo>
                  <a:lnTo>
                    <a:pt x="99075" y="463577"/>
                  </a:lnTo>
                  <a:lnTo>
                    <a:pt x="86458" y="452990"/>
                  </a:lnTo>
                  <a:lnTo>
                    <a:pt x="74538" y="441624"/>
                  </a:lnTo>
                  <a:lnTo>
                    <a:pt x="63363" y="429525"/>
                  </a:lnTo>
                  <a:lnTo>
                    <a:pt x="52978" y="416742"/>
                  </a:lnTo>
                  <a:lnTo>
                    <a:pt x="43424" y="403326"/>
                  </a:lnTo>
                  <a:lnTo>
                    <a:pt x="34740" y="389331"/>
                  </a:lnTo>
                  <a:lnTo>
                    <a:pt x="26962" y="374813"/>
                  </a:lnTo>
                  <a:lnTo>
                    <a:pt x="20120" y="359831"/>
                  </a:lnTo>
                  <a:lnTo>
                    <a:pt x="14242" y="344445"/>
                  </a:lnTo>
                  <a:lnTo>
                    <a:pt x="9352" y="328718"/>
                  </a:lnTo>
                  <a:lnTo>
                    <a:pt x="5469" y="312712"/>
                  </a:lnTo>
                  <a:lnTo>
                    <a:pt x="2609" y="296492"/>
                  </a:lnTo>
                  <a:lnTo>
                    <a:pt x="783" y="280123"/>
                  </a:lnTo>
                  <a:lnTo>
                    <a:pt x="0" y="263672"/>
                  </a:lnTo>
                  <a:lnTo>
                    <a:pt x="261" y="247204"/>
                  </a:lnTo>
                  <a:lnTo>
                    <a:pt x="1566" y="230785"/>
                  </a:lnTo>
                  <a:lnTo>
                    <a:pt x="3910" y="214483"/>
                  </a:lnTo>
                  <a:lnTo>
                    <a:pt x="7283" y="198361"/>
                  </a:lnTo>
                  <a:lnTo>
                    <a:pt x="11672" y="182487"/>
                  </a:lnTo>
                  <a:lnTo>
                    <a:pt x="17059" y="166922"/>
                  </a:lnTo>
                  <a:lnTo>
                    <a:pt x="23422" y="151731"/>
                  </a:lnTo>
                  <a:lnTo>
                    <a:pt x="30736" y="136974"/>
                  </a:lnTo>
                  <a:lnTo>
                    <a:pt x="38971" y="122710"/>
                  </a:lnTo>
                  <a:lnTo>
                    <a:pt x="48094" y="108997"/>
                  </a:lnTo>
                  <a:lnTo>
                    <a:pt x="58069" y="95891"/>
                  </a:lnTo>
                  <a:lnTo>
                    <a:pt x="68855" y="83444"/>
                  </a:lnTo>
                  <a:lnTo>
                    <a:pt x="80408" y="71705"/>
                  </a:lnTo>
                  <a:lnTo>
                    <a:pt x="92683" y="60724"/>
                  </a:lnTo>
                  <a:lnTo>
                    <a:pt x="105629" y="50542"/>
                  </a:lnTo>
                  <a:lnTo>
                    <a:pt x="119195" y="41203"/>
                  </a:lnTo>
                  <a:lnTo>
                    <a:pt x="133327" y="32742"/>
                  </a:lnTo>
                  <a:lnTo>
                    <a:pt x="147966" y="25195"/>
                  </a:lnTo>
                  <a:lnTo>
                    <a:pt x="163054" y="18592"/>
                  </a:lnTo>
                  <a:lnTo>
                    <a:pt x="178531" y="12959"/>
                  </a:lnTo>
                  <a:lnTo>
                    <a:pt x="194334" y="8319"/>
                  </a:lnTo>
                  <a:lnTo>
                    <a:pt x="210400" y="4690"/>
                  </a:lnTo>
                  <a:lnTo>
                    <a:pt x="226663" y="2088"/>
                  </a:lnTo>
                  <a:lnTo>
                    <a:pt x="243059" y="522"/>
                  </a:lnTo>
                  <a:lnTo>
                    <a:pt x="25952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821169" y="2137650"/>
              <a:ext cx="1038085" cy="1037955"/>
            </a:xfrm>
            <a:custGeom>
              <a:avLst/>
              <a:pathLst>
                <a:path w="1038085" h="1037955">
                  <a:moveTo>
                    <a:pt x="519042" y="0"/>
                  </a:moveTo>
                  <a:lnTo>
                    <a:pt x="551966" y="1045"/>
                  </a:lnTo>
                  <a:lnTo>
                    <a:pt x="584758" y="4176"/>
                  </a:lnTo>
                  <a:lnTo>
                    <a:pt x="617284" y="9380"/>
                  </a:lnTo>
                  <a:lnTo>
                    <a:pt x="649415" y="16638"/>
                  </a:lnTo>
                  <a:lnTo>
                    <a:pt x="681021" y="25918"/>
                  </a:lnTo>
                  <a:lnTo>
                    <a:pt x="711975" y="37184"/>
                  </a:lnTo>
                  <a:lnTo>
                    <a:pt x="742152" y="50391"/>
                  </a:lnTo>
                  <a:lnTo>
                    <a:pt x="771431" y="65485"/>
                  </a:lnTo>
                  <a:lnTo>
                    <a:pt x="799693" y="82406"/>
                  </a:lnTo>
                  <a:lnTo>
                    <a:pt x="826826" y="101085"/>
                  </a:lnTo>
                  <a:lnTo>
                    <a:pt x="852719" y="121448"/>
                  </a:lnTo>
                  <a:lnTo>
                    <a:pt x="877268" y="143411"/>
                  </a:lnTo>
                  <a:lnTo>
                    <a:pt x="900375" y="166888"/>
                  </a:lnTo>
                  <a:lnTo>
                    <a:pt x="921946" y="191783"/>
                  </a:lnTo>
                  <a:lnTo>
                    <a:pt x="941895" y="217995"/>
                  </a:lnTo>
                  <a:lnTo>
                    <a:pt x="960142" y="245421"/>
                  </a:lnTo>
                  <a:lnTo>
                    <a:pt x="976612" y="273948"/>
                  </a:lnTo>
                  <a:lnTo>
                    <a:pt x="991240" y="303462"/>
                  </a:lnTo>
                  <a:lnTo>
                    <a:pt x="1003966" y="333845"/>
                  </a:lnTo>
                  <a:lnTo>
                    <a:pt x="1014740" y="364974"/>
                  </a:lnTo>
                  <a:lnTo>
                    <a:pt x="1023518" y="396723"/>
                  </a:lnTo>
                  <a:lnTo>
                    <a:pt x="1030264" y="428966"/>
                  </a:lnTo>
                  <a:lnTo>
                    <a:pt x="1034952" y="461571"/>
                  </a:lnTo>
                  <a:lnTo>
                    <a:pt x="1037563" y="494408"/>
                  </a:lnTo>
                  <a:lnTo>
                    <a:pt x="1038085" y="527344"/>
                  </a:lnTo>
                  <a:lnTo>
                    <a:pt x="1036518" y="560247"/>
                  </a:lnTo>
                  <a:lnTo>
                    <a:pt x="1032867" y="592984"/>
                  </a:lnTo>
                  <a:lnTo>
                    <a:pt x="1027147" y="625425"/>
                  </a:lnTo>
                  <a:lnTo>
                    <a:pt x="1019381" y="657436"/>
                  </a:lnTo>
                  <a:lnTo>
                    <a:pt x="1009600" y="688891"/>
                  </a:lnTo>
                  <a:lnTo>
                    <a:pt x="997844" y="719663"/>
                  </a:lnTo>
                  <a:lnTo>
                    <a:pt x="984160" y="749626"/>
                  </a:lnTo>
                  <a:lnTo>
                    <a:pt x="968603" y="778662"/>
                  </a:lnTo>
                  <a:lnTo>
                    <a:pt x="951236" y="806652"/>
                  </a:lnTo>
                  <a:lnTo>
                    <a:pt x="932129" y="833485"/>
                  </a:lnTo>
                  <a:lnTo>
                    <a:pt x="911358" y="859051"/>
                  </a:lnTo>
                  <a:lnTo>
                    <a:pt x="889008" y="883249"/>
                  </a:lnTo>
                  <a:lnTo>
                    <a:pt x="865168" y="905981"/>
                  </a:lnTo>
                  <a:lnTo>
                    <a:pt x="839934" y="927154"/>
                  </a:lnTo>
                  <a:lnTo>
                    <a:pt x="813408" y="946685"/>
                  </a:lnTo>
                  <a:lnTo>
                    <a:pt x="785696" y="964494"/>
                  </a:lnTo>
                  <a:lnTo>
                    <a:pt x="756911" y="980509"/>
                  </a:lnTo>
                  <a:lnTo>
                    <a:pt x="727169" y="994667"/>
                  </a:lnTo>
                  <a:lnTo>
                    <a:pt x="696588" y="1006910"/>
                  </a:lnTo>
                  <a:lnTo>
                    <a:pt x="665292" y="1017188"/>
                  </a:lnTo>
                  <a:lnTo>
                    <a:pt x="633407" y="1025461"/>
                  </a:lnTo>
                  <a:lnTo>
                    <a:pt x="601062" y="1031695"/>
                  </a:lnTo>
                  <a:lnTo>
                    <a:pt x="568387" y="1035865"/>
                  </a:lnTo>
                  <a:lnTo>
                    <a:pt x="535513" y="1037955"/>
                  </a:lnTo>
                  <a:lnTo>
                    <a:pt x="502572" y="1037955"/>
                  </a:lnTo>
                  <a:lnTo>
                    <a:pt x="469698" y="1035865"/>
                  </a:lnTo>
                  <a:lnTo>
                    <a:pt x="437023" y="1031695"/>
                  </a:lnTo>
                  <a:lnTo>
                    <a:pt x="404677" y="1025461"/>
                  </a:lnTo>
                  <a:lnTo>
                    <a:pt x="372793" y="1017188"/>
                  </a:lnTo>
                  <a:lnTo>
                    <a:pt x="341497" y="1006910"/>
                  </a:lnTo>
                  <a:lnTo>
                    <a:pt x="310916" y="994667"/>
                  </a:lnTo>
                  <a:lnTo>
                    <a:pt x="281173" y="980509"/>
                  </a:lnTo>
                  <a:lnTo>
                    <a:pt x="252388" y="964494"/>
                  </a:lnTo>
                  <a:lnTo>
                    <a:pt x="224677" y="946685"/>
                  </a:lnTo>
                  <a:lnTo>
                    <a:pt x="198151" y="927154"/>
                  </a:lnTo>
                  <a:lnTo>
                    <a:pt x="172917" y="905981"/>
                  </a:lnTo>
                  <a:lnTo>
                    <a:pt x="149077" y="883249"/>
                  </a:lnTo>
                  <a:lnTo>
                    <a:pt x="126727" y="859051"/>
                  </a:lnTo>
                  <a:lnTo>
                    <a:pt x="105956" y="833485"/>
                  </a:lnTo>
                  <a:lnTo>
                    <a:pt x="86849" y="806652"/>
                  </a:lnTo>
                  <a:lnTo>
                    <a:pt x="69481" y="778662"/>
                  </a:lnTo>
                  <a:lnTo>
                    <a:pt x="53925" y="749626"/>
                  </a:lnTo>
                  <a:lnTo>
                    <a:pt x="40241" y="719663"/>
                  </a:lnTo>
                  <a:lnTo>
                    <a:pt x="28485" y="688891"/>
                  </a:lnTo>
                  <a:lnTo>
                    <a:pt x="18704" y="657436"/>
                  </a:lnTo>
                  <a:lnTo>
                    <a:pt x="10938" y="625425"/>
                  </a:lnTo>
                  <a:lnTo>
                    <a:pt x="5218" y="592984"/>
                  </a:lnTo>
                  <a:lnTo>
                    <a:pt x="1567" y="560247"/>
                  </a:lnTo>
                  <a:lnTo>
                    <a:pt x="0" y="527344"/>
                  </a:lnTo>
                  <a:lnTo>
                    <a:pt x="522" y="494408"/>
                  </a:lnTo>
                  <a:lnTo>
                    <a:pt x="3133" y="461571"/>
                  </a:lnTo>
                  <a:lnTo>
                    <a:pt x="7821" y="428966"/>
                  </a:lnTo>
                  <a:lnTo>
                    <a:pt x="14567" y="396723"/>
                  </a:lnTo>
                  <a:lnTo>
                    <a:pt x="23345" y="364974"/>
                  </a:lnTo>
                  <a:lnTo>
                    <a:pt x="34119" y="333845"/>
                  </a:lnTo>
                  <a:lnTo>
                    <a:pt x="46845" y="303462"/>
                  </a:lnTo>
                  <a:lnTo>
                    <a:pt x="61473" y="273948"/>
                  </a:lnTo>
                  <a:lnTo>
                    <a:pt x="77943" y="245421"/>
                  </a:lnTo>
                  <a:lnTo>
                    <a:pt x="96189" y="217995"/>
                  </a:lnTo>
                  <a:lnTo>
                    <a:pt x="116138" y="191783"/>
                  </a:lnTo>
                  <a:lnTo>
                    <a:pt x="137710" y="166888"/>
                  </a:lnTo>
                  <a:lnTo>
                    <a:pt x="160817" y="143411"/>
                  </a:lnTo>
                  <a:lnTo>
                    <a:pt x="185366" y="121448"/>
                  </a:lnTo>
                  <a:lnTo>
                    <a:pt x="211259" y="101085"/>
                  </a:lnTo>
                  <a:lnTo>
                    <a:pt x="238391" y="82406"/>
                  </a:lnTo>
                  <a:lnTo>
                    <a:pt x="266654" y="65485"/>
                  </a:lnTo>
                  <a:lnTo>
                    <a:pt x="295932" y="50391"/>
                  </a:lnTo>
                  <a:lnTo>
                    <a:pt x="326109" y="37184"/>
                  </a:lnTo>
                  <a:lnTo>
                    <a:pt x="357063" y="25918"/>
                  </a:lnTo>
                  <a:lnTo>
                    <a:pt x="388669" y="16638"/>
                  </a:lnTo>
                  <a:lnTo>
                    <a:pt x="420800" y="9380"/>
                  </a:lnTo>
                  <a:lnTo>
                    <a:pt x="453327" y="4176"/>
                  </a:lnTo>
                  <a:lnTo>
                    <a:pt x="486118" y="1045"/>
                  </a:lnTo>
                  <a:lnTo>
                    <a:pt x="51904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756289" y="2072761"/>
              <a:ext cx="1167846" cy="1167699"/>
            </a:xfrm>
            <a:custGeom>
              <a:avLst/>
              <a:pathLst>
                <a:path w="1167846" h="1167699">
                  <a:moveTo>
                    <a:pt x="583923" y="0"/>
                  </a:moveTo>
                  <a:lnTo>
                    <a:pt x="620962" y="1175"/>
                  </a:lnTo>
                  <a:lnTo>
                    <a:pt x="657852" y="4698"/>
                  </a:lnTo>
                  <a:lnTo>
                    <a:pt x="694445" y="10553"/>
                  </a:lnTo>
                  <a:lnTo>
                    <a:pt x="730592" y="18717"/>
                  </a:lnTo>
                  <a:lnTo>
                    <a:pt x="766149" y="29158"/>
                  </a:lnTo>
                  <a:lnTo>
                    <a:pt x="800972" y="41832"/>
                  </a:lnTo>
                  <a:lnTo>
                    <a:pt x="834922" y="56690"/>
                  </a:lnTo>
                  <a:lnTo>
                    <a:pt x="867860" y="73671"/>
                  </a:lnTo>
                  <a:lnTo>
                    <a:pt x="899655" y="92707"/>
                  </a:lnTo>
                  <a:lnTo>
                    <a:pt x="930179" y="113721"/>
                  </a:lnTo>
                  <a:lnTo>
                    <a:pt x="959309" y="136629"/>
                  </a:lnTo>
                  <a:lnTo>
                    <a:pt x="986927" y="161338"/>
                  </a:lnTo>
                  <a:lnTo>
                    <a:pt x="1012922" y="187749"/>
                  </a:lnTo>
                  <a:lnTo>
                    <a:pt x="1037190" y="215756"/>
                  </a:lnTo>
                  <a:lnTo>
                    <a:pt x="1059632" y="245245"/>
                  </a:lnTo>
                  <a:lnTo>
                    <a:pt x="1080160" y="276098"/>
                  </a:lnTo>
                  <a:lnTo>
                    <a:pt x="1098689" y="308191"/>
                  </a:lnTo>
                  <a:lnTo>
                    <a:pt x="1115145" y="341395"/>
                  </a:lnTo>
                  <a:lnTo>
                    <a:pt x="1129462" y="375576"/>
                  </a:lnTo>
                  <a:lnTo>
                    <a:pt x="1141582" y="410596"/>
                  </a:lnTo>
                  <a:lnTo>
                    <a:pt x="1151457" y="446314"/>
                  </a:lnTo>
                  <a:lnTo>
                    <a:pt x="1159047" y="482586"/>
                  </a:lnTo>
                  <a:lnTo>
                    <a:pt x="1164321" y="519267"/>
                  </a:lnTo>
                  <a:lnTo>
                    <a:pt x="1167258" y="556209"/>
                  </a:lnTo>
                  <a:lnTo>
                    <a:pt x="1167846" y="593262"/>
                  </a:lnTo>
                  <a:lnTo>
                    <a:pt x="1166083" y="630278"/>
                  </a:lnTo>
                  <a:lnTo>
                    <a:pt x="1161975" y="667108"/>
                  </a:lnTo>
                  <a:lnTo>
                    <a:pt x="1155540" y="703603"/>
                  </a:lnTo>
                  <a:lnTo>
                    <a:pt x="1146803" y="739616"/>
                  </a:lnTo>
                  <a:lnTo>
                    <a:pt x="1135800" y="775003"/>
                  </a:lnTo>
                  <a:lnTo>
                    <a:pt x="1122575" y="809621"/>
                  </a:lnTo>
                  <a:lnTo>
                    <a:pt x="1107180" y="843330"/>
                  </a:lnTo>
                  <a:lnTo>
                    <a:pt x="1089679" y="875995"/>
                  </a:lnTo>
                  <a:lnTo>
                    <a:pt x="1070141" y="907484"/>
                  </a:lnTo>
                  <a:lnTo>
                    <a:pt x="1048645" y="937670"/>
                  </a:lnTo>
                  <a:lnTo>
                    <a:pt x="1025278" y="966433"/>
                  </a:lnTo>
                  <a:lnTo>
                    <a:pt x="1000134" y="993655"/>
                  </a:lnTo>
                  <a:lnTo>
                    <a:pt x="973314" y="1019228"/>
                  </a:lnTo>
                  <a:lnTo>
                    <a:pt x="944926" y="1043049"/>
                  </a:lnTo>
                  <a:lnTo>
                    <a:pt x="915084" y="1065021"/>
                  </a:lnTo>
                  <a:lnTo>
                    <a:pt x="883909" y="1085056"/>
                  </a:lnTo>
                  <a:lnTo>
                    <a:pt x="851525" y="1103073"/>
                  </a:lnTo>
                  <a:lnTo>
                    <a:pt x="818065" y="1119001"/>
                  </a:lnTo>
                  <a:lnTo>
                    <a:pt x="783661" y="1132774"/>
                  </a:lnTo>
                  <a:lnTo>
                    <a:pt x="748454" y="1144337"/>
                  </a:lnTo>
                  <a:lnTo>
                    <a:pt x="712583" y="1153644"/>
                  </a:lnTo>
                  <a:lnTo>
                    <a:pt x="676195" y="1160657"/>
                  </a:lnTo>
                  <a:lnTo>
                    <a:pt x="639435" y="1165349"/>
                  </a:lnTo>
                  <a:lnTo>
                    <a:pt x="602452" y="1167699"/>
                  </a:lnTo>
                  <a:lnTo>
                    <a:pt x="565394" y="1167699"/>
                  </a:lnTo>
                  <a:lnTo>
                    <a:pt x="528410" y="1165349"/>
                  </a:lnTo>
                  <a:lnTo>
                    <a:pt x="491650" y="1160657"/>
                  </a:lnTo>
                  <a:lnTo>
                    <a:pt x="455262" y="1153644"/>
                  </a:lnTo>
                  <a:lnTo>
                    <a:pt x="419392" y="1144337"/>
                  </a:lnTo>
                  <a:lnTo>
                    <a:pt x="384184" y="1132774"/>
                  </a:lnTo>
                  <a:lnTo>
                    <a:pt x="349781" y="1119001"/>
                  </a:lnTo>
                  <a:lnTo>
                    <a:pt x="316320" y="1103073"/>
                  </a:lnTo>
                  <a:lnTo>
                    <a:pt x="283937" y="1085056"/>
                  </a:lnTo>
                  <a:lnTo>
                    <a:pt x="252762" y="1065021"/>
                  </a:lnTo>
                  <a:lnTo>
                    <a:pt x="222920" y="1043049"/>
                  </a:lnTo>
                  <a:lnTo>
                    <a:pt x="194532" y="1019228"/>
                  </a:lnTo>
                  <a:lnTo>
                    <a:pt x="167712" y="993655"/>
                  </a:lnTo>
                  <a:lnTo>
                    <a:pt x="142567" y="966433"/>
                  </a:lnTo>
                  <a:lnTo>
                    <a:pt x="119200" y="937670"/>
                  </a:lnTo>
                  <a:lnTo>
                    <a:pt x="97705" y="907484"/>
                  </a:lnTo>
                  <a:lnTo>
                    <a:pt x="78167" y="875995"/>
                  </a:lnTo>
                  <a:lnTo>
                    <a:pt x="60665" y="843330"/>
                  </a:lnTo>
                  <a:lnTo>
                    <a:pt x="45271" y="809621"/>
                  </a:lnTo>
                  <a:lnTo>
                    <a:pt x="32045" y="775003"/>
                  </a:lnTo>
                  <a:lnTo>
                    <a:pt x="21042" y="739616"/>
                  </a:lnTo>
                  <a:lnTo>
                    <a:pt x="12305" y="703603"/>
                  </a:lnTo>
                  <a:lnTo>
                    <a:pt x="5870" y="667108"/>
                  </a:lnTo>
                  <a:lnTo>
                    <a:pt x="1763" y="630278"/>
                  </a:lnTo>
                  <a:lnTo>
                    <a:pt x="0" y="593262"/>
                  </a:lnTo>
                  <a:lnTo>
                    <a:pt x="587" y="556209"/>
                  </a:lnTo>
                  <a:lnTo>
                    <a:pt x="3524" y="519267"/>
                  </a:lnTo>
                  <a:lnTo>
                    <a:pt x="8798" y="482586"/>
                  </a:lnTo>
                  <a:lnTo>
                    <a:pt x="16388" y="446314"/>
                  </a:lnTo>
                  <a:lnTo>
                    <a:pt x="26263" y="410596"/>
                  </a:lnTo>
                  <a:lnTo>
                    <a:pt x="38383" y="375576"/>
                  </a:lnTo>
                  <a:lnTo>
                    <a:pt x="52701" y="341395"/>
                  </a:lnTo>
                  <a:lnTo>
                    <a:pt x="69157" y="308191"/>
                  </a:lnTo>
                  <a:lnTo>
                    <a:pt x="87686" y="276098"/>
                  </a:lnTo>
                  <a:lnTo>
                    <a:pt x="108213" y="245245"/>
                  </a:lnTo>
                  <a:lnTo>
                    <a:pt x="130656" y="215756"/>
                  </a:lnTo>
                  <a:lnTo>
                    <a:pt x="154924" y="187749"/>
                  </a:lnTo>
                  <a:lnTo>
                    <a:pt x="180919" y="161338"/>
                  </a:lnTo>
                  <a:lnTo>
                    <a:pt x="208537" y="136629"/>
                  </a:lnTo>
                  <a:lnTo>
                    <a:pt x="237666" y="113721"/>
                  </a:lnTo>
                  <a:lnTo>
                    <a:pt x="268190" y="92707"/>
                  </a:lnTo>
                  <a:lnTo>
                    <a:pt x="299985" y="73671"/>
                  </a:lnTo>
                  <a:lnTo>
                    <a:pt x="332924" y="56690"/>
                  </a:lnTo>
                  <a:lnTo>
                    <a:pt x="366873" y="41832"/>
                  </a:lnTo>
                  <a:lnTo>
                    <a:pt x="401696" y="29158"/>
                  </a:lnTo>
                  <a:lnTo>
                    <a:pt x="437253" y="18717"/>
                  </a:lnTo>
                  <a:lnTo>
                    <a:pt x="473401" y="10553"/>
                  </a:lnTo>
                  <a:lnTo>
                    <a:pt x="509993" y="4698"/>
                  </a:lnTo>
                  <a:lnTo>
                    <a:pt x="546883" y="1175"/>
                  </a:lnTo>
                  <a:lnTo>
                    <a:pt x="58392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1219181" y="2289693"/>
              <a:ext cx="541011" cy="469665"/>
            </a:xfrm>
            <a:custGeom>
              <a:avLst/>
              <a:pathLst>
                <a:path w="541011" h="469665">
                  <a:moveTo>
                    <a:pt x="121030" y="302176"/>
                  </a:moveTo>
                  <a:lnTo>
                    <a:pt x="123407" y="285388"/>
                  </a:lnTo>
                  <a:lnTo>
                    <a:pt x="126759" y="268697"/>
                  </a:lnTo>
                  <a:lnTo>
                    <a:pt x="131084" y="252146"/>
                  </a:lnTo>
                  <a:lnTo>
                    <a:pt x="136375" y="235778"/>
                  </a:lnTo>
                  <a:lnTo>
                    <a:pt x="142625" y="219634"/>
                  </a:lnTo>
                  <a:lnTo>
                    <a:pt x="149825" y="203757"/>
                  </a:lnTo>
                  <a:lnTo>
                    <a:pt x="157965" y="188189"/>
                  </a:lnTo>
                  <a:lnTo>
                    <a:pt x="167031" y="172969"/>
                  </a:lnTo>
                  <a:lnTo>
                    <a:pt x="177011" y="158139"/>
                  </a:lnTo>
                  <a:lnTo>
                    <a:pt x="187889" y="143740"/>
                  </a:lnTo>
                  <a:lnTo>
                    <a:pt x="199648" y="129810"/>
                  </a:lnTo>
                  <a:lnTo>
                    <a:pt x="212269" y="116388"/>
                  </a:lnTo>
                  <a:lnTo>
                    <a:pt x="225732" y="103514"/>
                  </a:lnTo>
                  <a:lnTo>
                    <a:pt x="240016" y="91223"/>
                  </a:lnTo>
                  <a:lnTo>
                    <a:pt x="255098" y="79554"/>
                  </a:lnTo>
                  <a:lnTo>
                    <a:pt x="270954" y="68541"/>
                  </a:lnTo>
                  <a:lnTo>
                    <a:pt x="287557" y="58221"/>
                  </a:lnTo>
                  <a:lnTo>
                    <a:pt x="304881" y="48625"/>
                  </a:lnTo>
                  <a:lnTo>
                    <a:pt x="322896" y="39789"/>
                  </a:lnTo>
                  <a:lnTo>
                    <a:pt x="341574" y="31743"/>
                  </a:lnTo>
                  <a:lnTo>
                    <a:pt x="360883" y="24519"/>
                  </a:lnTo>
                  <a:lnTo>
                    <a:pt x="380790" y="18146"/>
                  </a:lnTo>
                  <a:lnTo>
                    <a:pt x="401263" y="12653"/>
                  </a:lnTo>
                  <a:lnTo>
                    <a:pt x="422266" y="8066"/>
                  </a:lnTo>
                  <a:lnTo>
                    <a:pt x="443763" y="4412"/>
                  </a:lnTo>
                  <a:lnTo>
                    <a:pt x="465719" y="1715"/>
                  </a:lnTo>
                  <a:lnTo>
                    <a:pt x="488095" y="0"/>
                  </a:lnTo>
                  <a:lnTo>
                    <a:pt x="497033" y="18185"/>
                  </a:lnTo>
                  <a:lnTo>
                    <a:pt x="505131" y="36519"/>
                  </a:lnTo>
                  <a:lnTo>
                    <a:pt x="512390" y="54965"/>
                  </a:lnTo>
                  <a:lnTo>
                    <a:pt x="518814" y="73486"/>
                  </a:lnTo>
                  <a:lnTo>
                    <a:pt x="524407" y="92047"/>
                  </a:lnTo>
                  <a:lnTo>
                    <a:pt x="529176" y="110610"/>
                  </a:lnTo>
                  <a:lnTo>
                    <a:pt x="533127" y="129140"/>
                  </a:lnTo>
                  <a:lnTo>
                    <a:pt x="536272" y="147603"/>
                  </a:lnTo>
                  <a:lnTo>
                    <a:pt x="538620" y="165964"/>
                  </a:lnTo>
                  <a:lnTo>
                    <a:pt x="540183" y="184190"/>
                  </a:lnTo>
                  <a:lnTo>
                    <a:pt x="540975" y="202248"/>
                  </a:lnTo>
                  <a:lnTo>
                    <a:pt x="541011" y="220107"/>
                  </a:lnTo>
                  <a:lnTo>
                    <a:pt x="540307" y="237735"/>
                  </a:lnTo>
                  <a:lnTo>
                    <a:pt x="538880" y="255102"/>
                  </a:lnTo>
                  <a:lnTo>
                    <a:pt x="536749" y="272179"/>
                  </a:lnTo>
                  <a:lnTo>
                    <a:pt x="533934" y="288939"/>
                  </a:lnTo>
                  <a:lnTo>
                    <a:pt x="530456" y="305353"/>
                  </a:lnTo>
                  <a:lnTo>
                    <a:pt x="526336" y="321397"/>
                  </a:lnTo>
                  <a:lnTo>
                    <a:pt x="521598" y="337046"/>
                  </a:lnTo>
                  <a:lnTo>
                    <a:pt x="516264" y="352276"/>
                  </a:lnTo>
                  <a:lnTo>
                    <a:pt x="510361" y="367064"/>
                  </a:lnTo>
                  <a:lnTo>
                    <a:pt x="495216" y="378371"/>
                  </a:lnTo>
                  <a:lnTo>
                    <a:pt x="479757" y="388763"/>
                  </a:lnTo>
                  <a:lnTo>
                    <a:pt x="464025" y="398233"/>
                  </a:lnTo>
                  <a:lnTo>
                    <a:pt x="448062" y="406773"/>
                  </a:lnTo>
                  <a:lnTo>
                    <a:pt x="431910" y="414379"/>
                  </a:lnTo>
                  <a:lnTo>
                    <a:pt x="415610" y="421048"/>
                  </a:lnTo>
                  <a:lnTo>
                    <a:pt x="399204" y="426778"/>
                  </a:lnTo>
                  <a:lnTo>
                    <a:pt x="382735" y="431569"/>
                  </a:lnTo>
                  <a:lnTo>
                    <a:pt x="366243" y="435423"/>
                  </a:lnTo>
                  <a:lnTo>
                    <a:pt x="349770" y="438343"/>
                  </a:lnTo>
                  <a:lnTo>
                    <a:pt x="333358" y="440334"/>
                  </a:lnTo>
                  <a:lnTo>
                    <a:pt x="317047" y="441404"/>
                  </a:lnTo>
                  <a:lnTo>
                    <a:pt x="300878" y="441560"/>
                  </a:lnTo>
                  <a:lnTo>
                    <a:pt x="284890" y="440812"/>
                  </a:lnTo>
                  <a:lnTo>
                    <a:pt x="269125" y="439172"/>
                  </a:lnTo>
                  <a:lnTo>
                    <a:pt x="253621" y="436653"/>
                  </a:lnTo>
                  <a:lnTo>
                    <a:pt x="238416" y="433270"/>
                  </a:lnTo>
                  <a:lnTo>
                    <a:pt x="223548" y="429038"/>
                  </a:lnTo>
                  <a:lnTo>
                    <a:pt x="209054" y="423976"/>
                  </a:lnTo>
                  <a:lnTo>
                    <a:pt x="194972" y="418103"/>
                  </a:lnTo>
                  <a:lnTo>
                    <a:pt x="181335" y="411438"/>
                  </a:lnTo>
                  <a:lnTo>
                    <a:pt x="168180" y="404004"/>
                  </a:lnTo>
                  <a:lnTo>
                    <a:pt x="155540" y="395825"/>
                  </a:lnTo>
                  <a:lnTo>
                    <a:pt x="143447" y="386924"/>
                  </a:lnTo>
                  <a:lnTo>
                    <a:pt x="131933" y="377328"/>
                  </a:lnTo>
                  <a:lnTo>
                    <a:pt x="121030" y="367064"/>
                  </a:lnTo>
                  <a:lnTo>
                    <a:pt x="119618" y="377787"/>
                  </a:lnTo>
                  <a:lnTo>
                    <a:pt x="115432" y="387957"/>
                  </a:lnTo>
                  <a:lnTo>
                    <a:pt x="108614" y="397039"/>
                  </a:lnTo>
                  <a:lnTo>
                    <a:pt x="99401" y="404528"/>
                  </a:lnTo>
                  <a:lnTo>
                    <a:pt x="88112" y="409964"/>
                  </a:lnTo>
                  <a:lnTo>
                    <a:pt x="75147" y="412948"/>
                  </a:lnTo>
                  <a:lnTo>
                    <a:pt x="78130" y="399982"/>
                  </a:lnTo>
                  <a:lnTo>
                    <a:pt x="83567" y="388694"/>
                  </a:lnTo>
                  <a:lnTo>
                    <a:pt x="91055" y="379480"/>
                  </a:lnTo>
                  <a:lnTo>
                    <a:pt x="100138" y="372663"/>
                  </a:lnTo>
                  <a:lnTo>
                    <a:pt x="110308" y="368476"/>
                  </a:lnTo>
                  <a:lnTo>
                    <a:pt x="121030" y="367064"/>
                  </a:lnTo>
                  <a:lnTo>
                    <a:pt x="109262" y="366223"/>
                  </a:lnTo>
                  <a:lnTo>
                    <a:pt x="97674" y="363706"/>
                  </a:lnTo>
                  <a:lnTo>
                    <a:pt x="86445" y="359541"/>
                  </a:lnTo>
                  <a:lnTo>
                    <a:pt x="75750" y="353769"/>
                  </a:lnTo>
                  <a:lnTo>
                    <a:pt x="65760" y="346450"/>
                  </a:lnTo>
                  <a:lnTo>
                    <a:pt x="56639" y="337658"/>
                  </a:lnTo>
                  <a:lnTo>
                    <a:pt x="48547" y="327485"/>
                  </a:lnTo>
                  <a:lnTo>
                    <a:pt x="41630" y="316037"/>
                  </a:lnTo>
                  <a:lnTo>
                    <a:pt x="36028" y="303432"/>
                  </a:lnTo>
                  <a:lnTo>
                    <a:pt x="31867" y="289805"/>
                  </a:lnTo>
                  <a:lnTo>
                    <a:pt x="29264" y="275298"/>
                  </a:lnTo>
                  <a:lnTo>
                    <a:pt x="20086" y="287766"/>
                  </a:lnTo>
                  <a:lnTo>
                    <a:pt x="12557" y="301100"/>
                  </a:lnTo>
                  <a:lnTo>
                    <a:pt x="6749" y="315088"/>
                  </a:lnTo>
                  <a:lnTo>
                    <a:pt x="2712" y="329512"/>
                  </a:lnTo>
                  <a:lnTo>
                    <a:pt x="464" y="344151"/>
                  </a:lnTo>
                  <a:lnTo>
                    <a:pt x="0" y="358786"/>
                  </a:lnTo>
                  <a:lnTo>
                    <a:pt x="1285" y="373203"/>
                  </a:lnTo>
                  <a:lnTo>
                    <a:pt x="4261" y="387197"/>
                  </a:lnTo>
                  <a:lnTo>
                    <a:pt x="8846" y="400573"/>
                  </a:lnTo>
                  <a:lnTo>
                    <a:pt x="14935" y="413148"/>
                  </a:lnTo>
                  <a:lnTo>
                    <a:pt x="22405" y="424757"/>
                  </a:lnTo>
                  <a:lnTo>
                    <a:pt x="31111" y="435252"/>
                  </a:lnTo>
                  <a:lnTo>
                    <a:pt x="40897" y="444507"/>
                  </a:lnTo>
                  <a:lnTo>
                    <a:pt x="51592" y="452415"/>
                  </a:lnTo>
                  <a:lnTo>
                    <a:pt x="63018" y="458892"/>
                  </a:lnTo>
                  <a:lnTo>
                    <a:pt x="74986" y="463880"/>
                  </a:lnTo>
                  <a:lnTo>
                    <a:pt x="87308" y="467343"/>
                  </a:lnTo>
                  <a:lnTo>
                    <a:pt x="99792" y="469267"/>
                  </a:lnTo>
                  <a:lnTo>
                    <a:pt x="112250" y="469665"/>
                  </a:lnTo>
                  <a:lnTo>
                    <a:pt x="124498" y="468570"/>
                  </a:lnTo>
                  <a:lnTo>
                    <a:pt x="136360" y="466038"/>
                  </a:lnTo>
                  <a:lnTo>
                    <a:pt x="147671" y="462146"/>
                  </a:lnTo>
                  <a:lnTo>
                    <a:pt x="158278" y="456988"/>
                  </a:lnTo>
                  <a:lnTo>
                    <a:pt x="168042" y="450676"/>
                  </a:lnTo>
                  <a:lnTo>
                    <a:pt x="176843" y="443336"/>
                  </a:lnTo>
                  <a:lnTo>
                    <a:pt x="184576" y="435106"/>
                  </a:lnTo>
                  <a:lnTo>
                    <a:pt x="191157" y="426135"/>
                  </a:lnTo>
                  <a:lnTo>
                    <a:pt x="196520" y="416578"/>
                  </a:lnTo>
                  <a:lnTo>
                    <a:pt x="200622" y="406597"/>
                  </a:lnTo>
                  <a:lnTo>
                    <a:pt x="203439" y="396352"/>
                  </a:lnTo>
                  <a:lnTo>
                    <a:pt x="204967" y="386007"/>
                  </a:lnTo>
                  <a:lnTo>
                    <a:pt x="205223" y="375720"/>
                  </a:lnTo>
                  <a:lnTo>
                    <a:pt x="204244" y="365643"/>
                  </a:lnTo>
                  <a:lnTo>
                    <a:pt x="202084" y="355924"/>
                  </a:lnTo>
                  <a:lnTo>
                    <a:pt x="198813" y="346696"/>
                  </a:lnTo>
                  <a:lnTo>
                    <a:pt x="194517" y="338085"/>
                  </a:lnTo>
                  <a:lnTo>
                    <a:pt x="189296" y="330200"/>
                  </a:lnTo>
                  <a:lnTo>
                    <a:pt x="183261" y="323137"/>
                  </a:lnTo>
                  <a:lnTo>
                    <a:pt x="176533" y="316975"/>
                  </a:lnTo>
                  <a:lnTo>
                    <a:pt x="169237" y="311778"/>
                  </a:lnTo>
                  <a:lnTo>
                    <a:pt x="161508" y="307591"/>
                  </a:lnTo>
                  <a:lnTo>
                    <a:pt x="153479" y="304441"/>
                  </a:lnTo>
                  <a:lnTo>
                    <a:pt x="145286" y="302340"/>
                  </a:lnTo>
                  <a:lnTo>
                    <a:pt x="137061" y="301280"/>
                  </a:lnTo>
                  <a:lnTo>
                    <a:pt x="128935" y="301238"/>
                  </a:lnTo>
                  <a:close/>
                </a:path>
              </a:pathLst>
            </a:custGeom>
            <a:solidFill>
              <a:srgbClr val="F1B722">
                <a:alpha val="25882"/>
              </a:srgbClr>
            </a:solidFill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1248446" y="2289693"/>
              <a:ext cx="511747" cy="441560"/>
            </a:xfrm>
            <a:custGeom>
              <a:avLst/>
              <a:pathLst>
                <a:path w="511747" h="441560">
                  <a:moveTo>
                    <a:pt x="91766" y="302176"/>
                  </a:moveTo>
                  <a:lnTo>
                    <a:pt x="94142" y="285388"/>
                  </a:lnTo>
                  <a:lnTo>
                    <a:pt x="97495" y="268697"/>
                  </a:lnTo>
                  <a:lnTo>
                    <a:pt x="101820" y="252146"/>
                  </a:lnTo>
                  <a:lnTo>
                    <a:pt x="107111" y="235778"/>
                  </a:lnTo>
                  <a:lnTo>
                    <a:pt x="113361" y="219634"/>
                  </a:lnTo>
                  <a:lnTo>
                    <a:pt x="120561" y="203757"/>
                  </a:lnTo>
                  <a:lnTo>
                    <a:pt x="128701" y="188189"/>
                  </a:lnTo>
                  <a:lnTo>
                    <a:pt x="137767" y="172969"/>
                  </a:lnTo>
                  <a:lnTo>
                    <a:pt x="147747" y="158139"/>
                  </a:lnTo>
                  <a:lnTo>
                    <a:pt x="158625" y="143740"/>
                  </a:lnTo>
                  <a:lnTo>
                    <a:pt x="170383" y="129810"/>
                  </a:lnTo>
                  <a:lnTo>
                    <a:pt x="183004" y="116388"/>
                  </a:lnTo>
                  <a:lnTo>
                    <a:pt x="196468" y="103514"/>
                  </a:lnTo>
                  <a:lnTo>
                    <a:pt x="210752" y="91223"/>
                  </a:lnTo>
                  <a:lnTo>
                    <a:pt x="225834" y="79554"/>
                  </a:lnTo>
                  <a:lnTo>
                    <a:pt x="241690" y="68541"/>
                  </a:lnTo>
                  <a:lnTo>
                    <a:pt x="258293" y="58221"/>
                  </a:lnTo>
                  <a:lnTo>
                    <a:pt x="275617" y="48625"/>
                  </a:lnTo>
                  <a:lnTo>
                    <a:pt x="293632" y="39789"/>
                  </a:lnTo>
                  <a:lnTo>
                    <a:pt x="312310" y="31743"/>
                  </a:lnTo>
                  <a:lnTo>
                    <a:pt x="331618" y="24519"/>
                  </a:lnTo>
                  <a:lnTo>
                    <a:pt x="351526" y="18146"/>
                  </a:lnTo>
                  <a:lnTo>
                    <a:pt x="371998" y="12653"/>
                  </a:lnTo>
                  <a:lnTo>
                    <a:pt x="393001" y="8066"/>
                  </a:lnTo>
                  <a:lnTo>
                    <a:pt x="414499" y="4412"/>
                  </a:lnTo>
                  <a:lnTo>
                    <a:pt x="436455" y="1715"/>
                  </a:lnTo>
                  <a:lnTo>
                    <a:pt x="458831" y="0"/>
                  </a:lnTo>
                  <a:lnTo>
                    <a:pt x="467769" y="18185"/>
                  </a:lnTo>
                  <a:lnTo>
                    <a:pt x="475867" y="36519"/>
                  </a:lnTo>
                  <a:lnTo>
                    <a:pt x="483126" y="54965"/>
                  </a:lnTo>
                  <a:lnTo>
                    <a:pt x="489550" y="73486"/>
                  </a:lnTo>
                  <a:lnTo>
                    <a:pt x="495143" y="92047"/>
                  </a:lnTo>
                  <a:lnTo>
                    <a:pt x="499911" y="110610"/>
                  </a:lnTo>
                  <a:lnTo>
                    <a:pt x="503863" y="129140"/>
                  </a:lnTo>
                  <a:lnTo>
                    <a:pt x="507008" y="147603"/>
                  </a:lnTo>
                  <a:lnTo>
                    <a:pt x="509355" y="165964"/>
                  </a:lnTo>
                  <a:lnTo>
                    <a:pt x="510918" y="184190"/>
                  </a:lnTo>
                  <a:lnTo>
                    <a:pt x="511711" y="202248"/>
                  </a:lnTo>
                  <a:lnTo>
                    <a:pt x="511747" y="220107"/>
                  </a:lnTo>
                  <a:lnTo>
                    <a:pt x="511042" y="237735"/>
                  </a:lnTo>
                  <a:lnTo>
                    <a:pt x="509616" y="255102"/>
                  </a:lnTo>
                  <a:lnTo>
                    <a:pt x="507485" y="272179"/>
                  </a:lnTo>
                  <a:lnTo>
                    <a:pt x="504670" y="288939"/>
                  </a:lnTo>
                  <a:lnTo>
                    <a:pt x="501192" y="305353"/>
                  </a:lnTo>
                  <a:lnTo>
                    <a:pt x="497072" y="321397"/>
                  </a:lnTo>
                  <a:lnTo>
                    <a:pt x="492333" y="337046"/>
                  </a:lnTo>
                  <a:lnTo>
                    <a:pt x="487000" y="352276"/>
                  </a:lnTo>
                  <a:lnTo>
                    <a:pt x="481097" y="367064"/>
                  </a:lnTo>
                  <a:lnTo>
                    <a:pt x="465952" y="378371"/>
                  </a:lnTo>
                  <a:lnTo>
                    <a:pt x="450493" y="388763"/>
                  </a:lnTo>
                  <a:lnTo>
                    <a:pt x="434761" y="398233"/>
                  </a:lnTo>
                  <a:lnTo>
                    <a:pt x="418798" y="406773"/>
                  </a:lnTo>
                  <a:lnTo>
                    <a:pt x="402646" y="414379"/>
                  </a:lnTo>
                  <a:lnTo>
                    <a:pt x="386346" y="421048"/>
                  </a:lnTo>
                  <a:lnTo>
                    <a:pt x="369940" y="426778"/>
                  </a:lnTo>
                  <a:lnTo>
                    <a:pt x="353470" y="431569"/>
                  </a:lnTo>
                  <a:lnTo>
                    <a:pt x="336979" y="435423"/>
                  </a:lnTo>
                  <a:lnTo>
                    <a:pt x="320506" y="438343"/>
                  </a:lnTo>
                  <a:lnTo>
                    <a:pt x="304093" y="440334"/>
                  </a:lnTo>
                  <a:lnTo>
                    <a:pt x="287782" y="441404"/>
                  </a:lnTo>
                  <a:lnTo>
                    <a:pt x="271613" y="441560"/>
                  </a:lnTo>
                  <a:lnTo>
                    <a:pt x="255626" y="440812"/>
                  </a:lnTo>
                  <a:lnTo>
                    <a:pt x="239861" y="439172"/>
                  </a:lnTo>
                  <a:lnTo>
                    <a:pt x="224356" y="436653"/>
                  </a:lnTo>
                  <a:lnTo>
                    <a:pt x="209151" y="433270"/>
                  </a:lnTo>
                  <a:lnTo>
                    <a:pt x="194283" y="429038"/>
                  </a:lnTo>
                  <a:lnTo>
                    <a:pt x="179790" y="423976"/>
                  </a:lnTo>
                  <a:lnTo>
                    <a:pt x="165707" y="418103"/>
                  </a:lnTo>
                  <a:lnTo>
                    <a:pt x="152071" y="411438"/>
                  </a:lnTo>
                  <a:lnTo>
                    <a:pt x="138916" y="404004"/>
                  </a:lnTo>
                  <a:lnTo>
                    <a:pt x="126275" y="395825"/>
                  </a:lnTo>
                  <a:lnTo>
                    <a:pt x="114183" y="386924"/>
                  </a:lnTo>
                  <a:lnTo>
                    <a:pt x="102669" y="377328"/>
                  </a:lnTo>
                  <a:lnTo>
                    <a:pt x="91766" y="367064"/>
                  </a:lnTo>
                  <a:lnTo>
                    <a:pt x="91766" y="367064"/>
                  </a:lnTo>
                  <a:lnTo>
                    <a:pt x="90354" y="377787"/>
                  </a:lnTo>
                  <a:lnTo>
                    <a:pt x="86168" y="387957"/>
                  </a:lnTo>
                  <a:lnTo>
                    <a:pt x="79350" y="397039"/>
                  </a:lnTo>
                  <a:lnTo>
                    <a:pt x="70136" y="404528"/>
                  </a:lnTo>
                  <a:lnTo>
                    <a:pt x="58848" y="409964"/>
                  </a:lnTo>
                  <a:lnTo>
                    <a:pt x="45883" y="412948"/>
                  </a:lnTo>
                  <a:lnTo>
                    <a:pt x="48866" y="399982"/>
                  </a:lnTo>
                  <a:lnTo>
                    <a:pt x="54302" y="388694"/>
                  </a:lnTo>
                  <a:lnTo>
                    <a:pt x="61791" y="379480"/>
                  </a:lnTo>
                  <a:lnTo>
                    <a:pt x="70873" y="372663"/>
                  </a:lnTo>
                  <a:lnTo>
                    <a:pt x="81043" y="368476"/>
                  </a:lnTo>
                  <a:lnTo>
                    <a:pt x="91766" y="367064"/>
                  </a:lnTo>
                  <a:lnTo>
                    <a:pt x="79998" y="366223"/>
                  </a:lnTo>
                  <a:lnTo>
                    <a:pt x="68410" y="363706"/>
                  </a:lnTo>
                  <a:lnTo>
                    <a:pt x="57181" y="359541"/>
                  </a:lnTo>
                  <a:lnTo>
                    <a:pt x="46486" y="353769"/>
                  </a:lnTo>
                  <a:lnTo>
                    <a:pt x="36495" y="346450"/>
                  </a:lnTo>
                  <a:lnTo>
                    <a:pt x="27375" y="337658"/>
                  </a:lnTo>
                  <a:lnTo>
                    <a:pt x="19282" y="327485"/>
                  </a:lnTo>
                  <a:lnTo>
                    <a:pt x="12365" y="316037"/>
                  </a:lnTo>
                  <a:lnTo>
                    <a:pt x="6763" y="303432"/>
                  </a:lnTo>
                  <a:lnTo>
                    <a:pt x="2603" y="289805"/>
                  </a:lnTo>
                  <a:lnTo>
                    <a:pt x="0" y="275298"/>
                  </a:lnTo>
                </a:path>
              </a:pathLst>
            </a:custGeom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1308611" y="2560268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1675676" y="2258092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1697942" y="2625157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1308611" y="2625157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1308611" y="2625157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1262728" y="2671040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1308611" y="2625157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1216845" y="2533390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1340212" y="2137650"/>
              <a:ext cx="0" cy="519108"/>
            </a:xfrm>
            <a:custGeom>
              <a:avLst/>
              <a:pathLst>
                <a:path w="0" h="519108">
                  <a:moveTo>
                    <a:pt x="0" y="519108"/>
                  </a:moveTo>
                  <a:lnTo>
                    <a:pt x="0" y="501207"/>
                  </a:lnTo>
                  <a:lnTo>
                    <a:pt x="0" y="483307"/>
                  </a:lnTo>
                  <a:lnTo>
                    <a:pt x="0" y="465407"/>
                  </a:lnTo>
                  <a:lnTo>
                    <a:pt x="0" y="447507"/>
                  </a:lnTo>
                  <a:lnTo>
                    <a:pt x="0" y="429606"/>
                  </a:lnTo>
                  <a:lnTo>
                    <a:pt x="0" y="411706"/>
                  </a:lnTo>
                  <a:lnTo>
                    <a:pt x="0" y="393806"/>
                  </a:lnTo>
                  <a:lnTo>
                    <a:pt x="0" y="375905"/>
                  </a:lnTo>
                  <a:lnTo>
                    <a:pt x="0" y="358005"/>
                  </a:lnTo>
                  <a:lnTo>
                    <a:pt x="0" y="340105"/>
                  </a:lnTo>
                  <a:lnTo>
                    <a:pt x="0" y="322205"/>
                  </a:lnTo>
                  <a:lnTo>
                    <a:pt x="0" y="304304"/>
                  </a:lnTo>
                  <a:lnTo>
                    <a:pt x="0" y="286404"/>
                  </a:lnTo>
                  <a:lnTo>
                    <a:pt x="0" y="268504"/>
                  </a:lnTo>
                  <a:lnTo>
                    <a:pt x="0" y="250603"/>
                  </a:lnTo>
                  <a:lnTo>
                    <a:pt x="0" y="232703"/>
                  </a:lnTo>
                  <a:lnTo>
                    <a:pt x="0" y="214803"/>
                  </a:lnTo>
                  <a:lnTo>
                    <a:pt x="0" y="196903"/>
                  </a:lnTo>
                  <a:lnTo>
                    <a:pt x="0" y="179002"/>
                  </a:lnTo>
                  <a:lnTo>
                    <a:pt x="0" y="161102"/>
                  </a:lnTo>
                  <a:lnTo>
                    <a:pt x="0" y="143202"/>
                  </a:lnTo>
                  <a:lnTo>
                    <a:pt x="0" y="125301"/>
                  </a:lnTo>
                  <a:lnTo>
                    <a:pt x="0" y="107401"/>
                  </a:lnTo>
                  <a:lnTo>
                    <a:pt x="0" y="89501"/>
                  </a:lnTo>
                  <a:lnTo>
                    <a:pt x="0" y="71601"/>
                  </a:lnTo>
                  <a:lnTo>
                    <a:pt x="0" y="53700"/>
                  </a:lnTo>
                  <a:lnTo>
                    <a:pt x="0" y="35800"/>
                  </a:lnTo>
                  <a:lnTo>
                    <a:pt x="0" y="1790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1340212" y="2289693"/>
              <a:ext cx="367064" cy="367064"/>
            </a:xfrm>
            <a:custGeom>
              <a:avLst/>
              <a:pathLst>
                <a:path w="367064" h="367064">
                  <a:moveTo>
                    <a:pt x="0" y="367064"/>
                  </a:moveTo>
                  <a:lnTo>
                    <a:pt x="12657" y="354407"/>
                  </a:lnTo>
                  <a:lnTo>
                    <a:pt x="25314" y="341750"/>
                  </a:lnTo>
                  <a:lnTo>
                    <a:pt x="37972" y="329092"/>
                  </a:lnTo>
                  <a:lnTo>
                    <a:pt x="50629" y="316435"/>
                  </a:lnTo>
                  <a:lnTo>
                    <a:pt x="63287" y="303777"/>
                  </a:lnTo>
                  <a:lnTo>
                    <a:pt x="75944" y="291120"/>
                  </a:lnTo>
                  <a:lnTo>
                    <a:pt x="88601" y="278463"/>
                  </a:lnTo>
                  <a:lnTo>
                    <a:pt x="101259" y="265805"/>
                  </a:lnTo>
                  <a:lnTo>
                    <a:pt x="113916" y="253148"/>
                  </a:lnTo>
                  <a:lnTo>
                    <a:pt x="126574" y="240490"/>
                  </a:lnTo>
                  <a:lnTo>
                    <a:pt x="139231" y="227833"/>
                  </a:lnTo>
                  <a:lnTo>
                    <a:pt x="151888" y="215175"/>
                  </a:lnTo>
                  <a:lnTo>
                    <a:pt x="164546" y="202518"/>
                  </a:lnTo>
                  <a:lnTo>
                    <a:pt x="177203" y="189861"/>
                  </a:lnTo>
                  <a:lnTo>
                    <a:pt x="189861" y="177203"/>
                  </a:lnTo>
                  <a:lnTo>
                    <a:pt x="202518" y="164546"/>
                  </a:lnTo>
                  <a:lnTo>
                    <a:pt x="215175" y="151888"/>
                  </a:lnTo>
                  <a:lnTo>
                    <a:pt x="227833" y="139231"/>
                  </a:lnTo>
                  <a:lnTo>
                    <a:pt x="240490" y="126574"/>
                  </a:lnTo>
                  <a:lnTo>
                    <a:pt x="253148" y="113916"/>
                  </a:lnTo>
                  <a:lnTo>
                    <a:pt x="265805" y="101259"/>
                  </a:lnTo>
                  <a:lnTo>
                    <a:pt x="278463" y="88601"/>
                  </a:lnTo>
                  <a:lnTo>
                    <a:pt x="291120" y="75944"/>
                  </a:lnTo>
                  <a:lnTo>
                    <a:pt x="303777" y="63287"/>
                  </a:lnTo>
                  <a:lnTo>
                    <a:pt x="316435" y="50629"/>
                  </a:lnTo>
                  <a:lnTo>
                    <a:pt x="329092" y="37972"/>
                  </a:lnTo>
                  <a:lnTo>
                    <a:pt x="341750" y="25314"/>
                  </a:lnTo>
                  <a:lnTo>
                    <a:pt x="354407" y="12657"/>
                  </a:lnTo>
                  <a:lnTo>
                    <a:pt x="367064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1340212" y="2656758"/>
              <a:ext cx="519108" cy="0"/>
            </a:xfrm>
            <a:custGeom>
              <a:avLst/>
              <a:pathLst>
                <a:path w="519108" h="0">
                  <a:moveTo>
                    <a:pt x="0" y="0"/>
                  </a:moveTo>
                  <a:lnTo>
                    <a:pt x="17900" y="0"/>
                  </a:lnTo>
                  <a:lnTo>
                    <a:pt x="35800" y="0"/>
                  </a:lnTo>
                  <a:lnTo>
                    <a:pt x="53700" y="0"/>
                  </a:lnTo>
                  <a:lnTo>
                    <a:pt x="71601" y="0"/>
                  </a:lnTo>
                  <a:lnTo>
                    <a:pt x="89501" y="0"/>
                  </a:lnTo>
                  <a:lnTo>
                    <a:pt x="107401" y="0"/>
                  </a:lnTo>
                  <a:lnTo>
                    <a:pt x="125301" y="0"/>
                  </a:lnTo>
                  <a:lnTo>
                    <a:pt x="143202" y="0"/>
                  </a:lnTo>
                  <a:lnTo>
                    <a:pt x="161102" y="0"/>
                  </a:lnTo>
                  <a:lnTo>
                    <a:pt x="179002" y="0"/>
                  </a:lnTo>
                  <a:lnTo>
                    <a:pt x="196903" y="0"/>
                  </a:lnTo>
                  <a:lnTo>
                    <a:pt x="214803" y="0"/>
                  </a:lnTo>
                  <a:lnTo>
                    <a:pt x="232703" y="0"/>
                  </a:lnTo>
                  <a:lnTo>
                    <a:pt x="250603" y="0"/>
                  </a:lnTo>
                  <a:lnTo>
                    <a:pt x="268504" y="0"/>
                  </a:lnTo>
                  <a:lnTo>
                    <a:pt x="286404" y="0"/>
                  </a:lnTo>
                  <a:lnTo>
                    <a:pt x="304304" y="0"/>
                  </a:lnTo>
                  <a:lnTo>
                    <a:pt x="322205" y="0"/>
                  </a:lnTo>
                  <a:lnTo>
                    <a:pt x="340105" y="0"/>
                  </a:lnTo>
                  <a:lnTo>
                    <a:pt x="358005" y="0"/>
                  </a:lnTo>
                  <a:lnTo>
                    <a:pt x="375905" y="0"/>
                  </a:lnTo>
                  <a:lnTo>
                    <a:pt x="393806" y="0"/>
                  </a:lnTo>
                  <a:lnTo>
                    <a:pt x="411706" y="0"/>
                  </a:lnTo>
                  <a:lnTo>
                    <a:pt x="429606" y="0"/>
                  </a:lnTo>
                  <a:lnTo>
                    <a:pt x="447507" y="0"/>
                  </a:lnTo>
                  <a:lnTo>
                    <a:pt x="465407" y="0"/>
                  </a:lnTo>
                  <a:lnTo>
                    <a:pt x="483307" y="0"/>
                  </a:lnTo>
                  <a:lnTo>
                    <a:pt x="501207" y="0"/>
                  </a:lnTo>
                  <a:lnTo>
                    <a:pt x="519108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1340212" y="2656758"/>
              <a:ext cx="367064" cy="367064"/>
            </a:xfrm>
            <a:custGeom>
              <a:avLst/>
              <a:pathLst>
                <a:path w="367064" h="367064">
                  <a:moveTo>
                    <a:pt x="0" y="0"/>
                  </a:moveTo>
                  <a:lnTo>
                    <a:pt x="12657" y="12657"/>
                  </a:lnTo>
                  <a:lnTo>
                    <a:pt x="25314" y="25314"/>
                  </a:lnTo>
                  <a:lnTo>
                    <a:pt x="37972" y="37972"/>
                  </a:lnTo>
                  <a:lnTo>
                    <a:pt x="50629" y="50629"/>
                  </a:lnTo>
                  <a:lnTo>
                    <a:pt x="63287" y="63287"/>
                  </a:lnTo>
                  <a:lnTo>
                    <a:pt x="75944" y="75944"/>
                  </a:lnTo>
                  <a:lnTo>
                    <a:pt x="88601" y="88601"/>
                  </a:lnTo>
                  <a:lnTo>
                    <a:pt x="101259" y="101259"/>
                  </a:lnTo>
                  <a:lnTo>
                    <a:pt x="113916" y="113916"/>
                  </a:lnTo>
                  <a:lnTo>
                    <a:pt x="126574" y="126574"/>
                  </a:lnTo>
                  <a:lnTo>
                    <a:pt x="139231" y="139231"/>
                  </a:lnTo>
                  <a:lnTo>
                    <a:pt x="151888" y="151888"/>
                  </a:lnTo>
                  <a:lnTo>
                    <a:pt x="164546" y="164546"/>
                  </a:lnTo>
                  <a:lnTo>
                    <a:pt x="177203" y="177203"/>
                  </a:lnTo>
                  <a:lnTo>
                    <a:pt x="189861" y="189861"/>
                  </a:lnTo>
                  <a:lnTo>
                    <a:pt x="202518" y="202518"/>
                  </a:lnTo>
                  <a:lnTo>
                    <a:pt x="215175" y="215175"/>
                  </a:lnTo>
                  <a:lnTo>
                    <a:pt x="227833" y="227833"/>
                  </a:lnTo>
                  <a:lnTo>
                    <a:pt x="240490" y="240490"/>
                  </a:lnTo>
                  <a:lnTo>
                    <a:pt x="253148" y="253148"/>
                  </a:lnTo>
                  <a:lnTo>
                    <a:pt x="265805" y="265805"/>
                  </a:lnTo>
                  <a:lnTo>
                    <a:pt x="278463" y="278463"/>
                  </a:lnTo>
                  <a:lnTo>
                    <a:pt x="291120" y="291120"/>
                  </a:lnTo>
                  <a:lnTo>
                    <a:pt x="303777" y="303777"/>
                  </a:lnTo>
                  <a:lnTo>
                    <a:pt x="316435" y="316435"/>
                  </a:lnTo>
                  <a:lnTo>
                    <a:pt x="329092" y="329092"/>
                  </a:lnTo>
                  <a:lnTo>
                    <a:pt x="341750" y="341750"/>
                  </a:lnTo>
                  <a:lnTo>
                    <a:pt x="354407" y="354407"/>
                  </a:lnTo>
                  <a:lnTo>
                    <a:pt x="367064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1340212" y="2656758"/>
              <a:ext cx="0" cy="519108"/>
            </a:xfrm>
            <a:custGeom>
              <a:avLst/>
              <a:pathLst>
                <a:path w="0" h="519108">
                  <a:moveTo>
                    <a:pt x="0" y="0"/>
                  </a:moveTo>
                  <a:lnTo>
                    <a:pt x="0" y="17900"/>
                  </a:lnTo>
                  <a:lnTo>
                    <a:pt x="0" y="35800"/>
                  </a:lnTo>
                  <a:lnTo>
                    <a:pt x="0" y="53700"/>
                  </a:lnTo>
                  <a:lnTo>
                    <a:pt x="0" y="71601"/>
                  </a:lnTo>
                  <a:lnTo>
                    <a:pt x="0" y="89501"/>
                  </a:lnTo>
                  <a:lnTo>
                    <a:pt x="0" y="107401"/>
                  </a:lnTo>
                  <a:lnTo>
                    <a:pt x="0" y="125301"/>
                  </a:lnTo>
                  <a:lnTo>
                    <a:pt x="0" y="143202"/>
                  </a:lnTo>
                  <a:lnTo>
                    <a:pt x="0" y="161102"/>
                  </a:lnTo>
                  <a:lnTo>
                    <a:pt x="0" y="179002"/>
                  </a:lnTo>
                  <a:lnTo>
                    <a:pt x="0" y="196903"/>
                  </a:lnTo>
                  <a:lnTo>
                    <a:pt x="0" y="214803"/>
                  </a:lnTo>
                  <a:lnTo>
                    <a:pt x="0" y="232703"/>
                  </a:lnTo>
                  <a:lnTo>
                    <a:pt x="0" y="250603"/>
                  </a:lnTo>
                  <a:lnTo>
                    <a:pt x="0" y="268504"/>
                  </a:lnTo>
                  <a:lnTo>
                    <a:pt x="0" y="286404"/>
                  </a:lnTo>
                  <a:lnTo>
                    <a:pt x="0" y="304304"/>
                  </a:lnTo>
                  <a:lnTo>
                    <a:pt x="0" y="322205"/>
                  </a:lnTo>
                  <a:lnTo>
                    <a:pt x="0" y="340105"/>
                  </a:lnTo>
                  <a:lnTo>
                    <a:pt x="0" y="358005"/>
                  </a:lnTo>
                  <a:lnTo>
                    <a:pt x="0" y="375905"/>
                  </a:lnTo>
                  <a:lnTo>
                    <a:pt x="0" y="393806"/>
                  </a:lnTo>
                  <a:lnTo>
                    <a:pt x="0" y="411706"/>
                  </a:lnTo>
                  <a:lnTo>
                    <a:pt x="0" y="429606"/>
                  </a:lnTo>
                  <a:lnTo>
                    <a:pt x="0" y="447507"/>
                  </a:lnTo>
                  <a:lnTo>
                    <a:pt x="0" y="465407"/>
                  </a:lnTo>
                  <a:lnTo>
                    <a:pt x="0" y="483307"/>
                  </a:lnTo>
                  <a:lnTo>
                    <a:pt x="0" y="501207"/>
                  </a:lnTo>
                  <a:lnTo>
                    <a:pt x="0" y="519108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973147" y="2656758"/>
              <a:ext cx="367064" cy="367064"/>
            </a:xfrm>
            <a:custGeom>
              <a:avLst/>
              <a:pathLst>
                <a:path w="367064" h="367064">
                  <a:moveTo>
                    <a:pt x="367064" y="0"/>
                  </a:moveTo>
                  <a:lnTo>
                    <a:pt x="354407" y="12657"/>
                  </a:lnTo>
                  <a:lnTo>
                    <a:pt x="341750" y="25314"/>
                  </a:lnTo>
                  <a:lnTo>
                    <a:pt x="329092" y="37972"/>
                  </a:lnTo>
                  <a:lnTo>
                    <a:pt x="316435" y="50629"/>
                  </a:lnTo>
                  <a:lnTo>
                    <a:pt x="303777" y="63287"/>
                  </a:lnTo>
                  <a:lnTo>
                    <a:pt x="291120" y="75944"/>
                  </a:lnTo>
                  <a:lnTo>
                    <a:pt x="278463" y="88601"/>
                  </a:lnTo>
                  <a:lnTo>
                    <a:pt x="265805" y="101259"/>
                  </a:lnTo>
                  <a:lnTo>
                    <a:pt x="253148" y="113916"/>
                  </a:lnTo>
                  <a:lnTo>
                    <a:pt x="240490" y="126574"/>
                  </a:lnTo>
                  <a:lnTo>
                    <a:pt x="227833" y="139231"/>
                  </a:lnTo>
                  <a:lnTo>
                    <a:pt x="215175" y="151888"/>
                  </a:lnTo>
                  <a:lnTo>
                    <a:pt x="202518" y="164546"/>
                  </a:lnTo>
                  <a:lnTo>
                    <a:pt x="189861" y="177203"/>
                  </a:lnTo>
                  <a:lnTo>
                    <a:pt x="177203" y="189861"/>
                  </a:lnTo>
                  <a:lnTo>
                    <a:pt x="164546" y="202518"/>
                  </a:lnTo>
                  <a:lnTo>
                    <a:pt x="151888" y="215175"/>
                  </a:lnTo>
                  <a:lnTo>
                    <a:pt x="139231" y="227833"/>
                  </a:lnTo>
                  <a:lnTo>
                    <a:pt x="126574" y="240490"/>
                  </a:lnTo>
                  <a:lnTo>
                    <a:pt x="113916" y="253148"/>
                  </a:lnTo>
                  <a:lnTo>
                    <a:pt x="101259" y="265805"/>
                  </a:lnTo>
                  <a:lnTo>
                    <a:pt x="88601" y="278463"/>
                  </a:lnTo>
                  <a:lnTo>
                    <a:pt x="75944" y="291120"/>
                  </a:lnTo>
                  <a:lnTo>
                    <a:pt x="63287" y="303777"/>
                  </a:lnTo>
                  <a:lnTo>
                    <a:pt x="50629" y="316435"/>
                  </a:lnTo>
                  <a:lnTo>
                    <a:pt x="37972" y="329092"/>
                  </a:lnTo>
                  <a:lnTo>
                    <a:pt x="25314" y="341750"/>
                  </a:lnTo>
                  <a:lnTo>
                    <a:pt x="12657" y="354407"/>
                  </a:lnTo>
                  <a:lnTo>
                    <a:pt x="0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821104" y="2656758"/>
              <a:ext cx="519108" cy="0"/>
            </a:xfrm>
            <a:custGeom>
              <a:avLst/>
              <a:pathLst>
                <a:path w="519108" h="0">
                  <a:moveTo>
                    <a:pt x="519108" y="0"/>
                  </a:moveTo>
                  <a:lnTo>
                    <a:pt x="501207" y="0"/>
                  </a:lnTo>
                  <a:lnTo>
                    <a:pt x="483307" y="0"/>
                  </a:lnTo>
                  <a:lnTo>
                    <a:pt x="465407" y="0"/>
                  </a:lnTo>
                  <a:lnTo>
                    <a:pt x="447507" y="0"/>
                  </a:lnTo>
                  <a:lnTo>
                    <a:pt x="429606" y="0"/>
                  </a:lnTo>
                  <a:lnTo>
                    <a:pt x="411706" y="0"/>
                  </a:lnTo>
                  <a:lnTo>
                    <a:pt x="393806" y="0"/>
                  </a:lnTo>
                  <a:lnTo>
                    <a:pt x="375905" y="0"/>
                  </a:lnTo>
                  <a:lnTo>
                    <a:pt x="358005" y="0"/>
                  </a:lnTo>
                  <a:lnTo>
                    <a:pt x="340105" y="0"/>
                  </a:lnTo>
                  <a:lnTo>
                    <a:pt x="322205" y="0"/>
                  </a:lnTo>
                  <a:lnTo>
                    <a:pt x="304304" y="0"/>
                  </a:lnTo>
                  <a:lnTo>
                    <a:pt x="286404" y="0"/>
                  </a:lnTo>
                  <a:lnTo>
                    <a:pt x="268504" y="0"/>
                  </a:lnTo>
                  <a:lnTo>
                    <a:pt x="250603" y="0"/>
                  </a:lnTo>
                  <a:lnTo>
                    <a:pt x="232703" y="0"/>
                  </a:lnTo>
                  <a:lnTo>
                    <a:pt x="214803" y="0"/>
                  </a:lnTo>
                  <a:lnTo>
                    <a:pt x="196903" y="0"/>
                  </a:lnTo>
                  <a:lnTo>
                    <a:pt x="179002" y="0"/>
                  </a:lnTo>
                  <a:lnTo>
                    <a:pt x="161102" y="0"/>
                  </a:lnTo>
                  <a:lnTo>
                    <a:pt x="143202" y="0"/>
                  </a:lnTo>
                  <a:lnTo>
                    <a:pt x="125301" y="0"/>
                  </a:lnTo>
                  <a:lnTo>
                    <a:pt x="107401" y="0"/>
                  </a:lnTo>
                  <a:lnTo>
                    <a:pt x="89501" y="0"/>
                  </a:lnTo>
                  <a:lnTo>
                    <a:pt x="71601" y="0"/>
                  </a:lnTo>
                  <a:lnTo>
                    <a:pt x="53700" y="0"/>
                  </a:lnTo>
                  <a:lnTo>
                    <a:pt x="35800" y="0"/>
                  </a:lnTo>
                  <a:lnTo>
                    <a:pt x="17900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973147" y="2289693"/>
              <a:ext cx="367064" cy="367064"/>
            </a:xfrm>
            <a:custGeom>
              <a:avLst/>
              <a:pathLst>
                <a:path w="367064" h="367064">
                  <a:moveTo>
                    <a:pt x="367064" y="367064"/>
                  </a:moveTo>
                  <a:lnTo>
                    <a:pt x="354407" y="354407"/>
                  </a:lnTo>
                  <a:lnTo>
                    <a:pt x="341750" y="341750"/>
                  </a:lnTo>
                  <a:lnTo>
                    <a:pt x="329092" y="329092"/>
                  </a:lnTo>
                  <a:lnTo>
                    <a:pt x="316435" y="316435"/>
                  </a:lnTo>
                  <a:lnTo>
                    <a:pt x="303777" y="303777"/>
                  </a:lnTo>
                  <a:lnTo>
                    <a:pt x="291120" y="291120"/>
                  </a:lnTo>
                  <a:lnTo>
                    <a:pt x="278463" y="278463"/>
                  </a:lnTo>
                  <a:lnTo>
                    <a:pt x="265805" y="265805"/>
                  </a:lnTo>
                  <a:lnTo>
                    <a:pt x="253148" y="253148"/>
                  </a:lnTo>
                  <a:lnTo>
                    <a:pt x="240490" y="240490"/>
                  </a:lnTo>
                  <a:lnTo>
                    <a:pt x="227833" y="227833"/>
                  </a:lnTo>
                  <a:lnTo>
                    <a:pt x="215175" y="215175"/>
                  </a:lnTo>
                  <a:lnTo>
                    <a:pt x="202518" y="202518"/>
                  </a:lnTo>
                  <a:lnTo>
                    <a:pt x="189861" y="189861"/>
                  </a:lnTo>
                  <a:lnTo>
                    <a:pt x="177203" y="177203"/>
                  </a:lnTo>
                  <a:lnTo>
                    <a:pt x="164546" y="164546"/>
                  </a:lnTo>
                  <a:lnTo>
                    <a:pt x="151888" y="151888"/>
                  </a:lnTo>
                  <a:lnTo>
                    <a:pt x="139231" y="139231"/>
                  </a:lnTo>
                  <a:lnTo>
                    <a:pt x="126574" y="126574"/>
                  </a:lnTo>
                  <a:lnTo>
                    <a:pt x="113916" y="113916"/>
                  </a:lnTo>
                  <a:lnTo>
                    <a:pt x="101259" y="101259"/>
                  </a:lnTo>
                  <a:lnTo>
                    <a:pt x="88601" y="88601"/>
                  </a:lnTo>
                  <a:lnTo>
                    <a:pt x="75944" y="75944"/>
                  </a:lnTo>
                  <a:lnTo>
                    <a:pt x="63287" y="63287"/>
                  </a:lnTo>
                  <a:lnTo>
                    <a:pt x="50629" y="50629"/>
                  </a:lnTo>
                  <a:lnTo>
                    <a:pt x="37972" y="37972"/>
                  </a:lnTo>
                  <a:lnTo>
                    <a:pt x="25314" y="25314"/>
                  </a:lnTo>
                  <a:lnTo>
                    <a:pt x="12657" y="1265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tx220"/>
            <p:cNvSpPr/>
            <p:nvPr/>
          </p:nvSpPr>
          <p:spPr>
            <a:xfrm>
              <a:off x="1208173" y="2034082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519028" y="220513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816127" y="2618079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1509930" y="3031027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199074" y="320207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675072" y="3031027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634143" y="2618079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684171" y="220513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450754" y="2365383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401285" y="210582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230" name="rc230"/>
            <p:cNvSpPr/>
            <p:nvPr/>
          </p:nvSpPr>
          <p:spPr>
            <a:xfrm>
              <a:off x="2320794" y="1749294"/>
              <a:ext cx="2251205" cy="22062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2320794" y="1969915"/>
              <a:ext cx="2251205" cy="14590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2648793" y="1749294"/>
              <a:ext cx="1885248" cy="22062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tx233"/>
            <p:cNvSpPr/>
            <p:nvPr/>
          </p:nvSpPr>
          <p:spPr>
            <a:xfrm>
              <a:off x="3250803" y="1779042"/>
              <a:ext cx="68122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Gruiformes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2989331" y="1875817"/>
              <a:ext cx="12041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16, species = 9</a:t>
              </a:r>
            </a:p>
          </p:txBody>
        </p:sp>
        <p:sp>
          <p:nvSpPr>
            <p:cNvPr id="235" name="rc235"/>
            <p:cNvSpPr/>
            <p:nvPr/>
          </p:nvSpPr>
          <p:spPr>
            <a:xfrm>
              <a:off x="2942532" y="2007873"/>
              <a:ext cx="1297770" cy="1297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3591417" y="2072761"/>
              <a:ext cx="0" cy="583996"/>
            </a:xfrm>
            <a:custGeom>
              <a:avLst/>
              <a:pathLst>
                <a:path w="0" h="583996">
                  <a:moveTo>
                    <a:pt x="0" y="583996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3591417" y="2243810"/>
              <a:ext cx="412948" cy="412948"/>
            </a:xfrm>
            <a:custGeom>
              <a:avLst/>
              <a:pathLst>
                <a:path w="412948" h="412948">
                  <a:moveTo>
                    <a:pt x="0" y="412948"/>
                  </a:moveTo>
                  <a:lnTo>
                    <a:pt x="41294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3591417" y="2656758"/>
              <a:ext cx="583996" cy="0"/>
            </a:xfrm>
            <a:custGeom>
              <a:avLst/>
              <a:pathLst>
                <a:path w="583996" h="0">
                  <a:moveTo>
                    <a:pt x="0" y="0"/>
                  </a:moveTo>
                  <a:lnTo>
                    <a:pt x="583996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3591417" y="2656758"/>
              <a:ext cx="412948" cy="412948"/>
            </a:xfrm>
            <a:custGeom>
              <a:avLst/>
              <a:pathLst>
                <a:path w="412948" h="412948">
                  <a:moveTo>
                    <a:pt x="0" y="0"/>
                  </a:moveTo>
                  <a:lnTo>
                    <a:pt x="412948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3591417" y="2656758"/>
              <a:ext cx="0" cy="583996"/>
            </a:xfrm>
            <a:custGeom>
              <a:avLst/>
              <a:pathLst>
                <a:path w="0" h="583996">
                  <a:moveTo>
                    <a:pt x="0" y="0"/>
                  </a:moveTo>
                  <a:lnTo>
                    <a:pt x="0" y="583996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3178469" y="2656758"/>
              <a:ext cx="412948" cy="412948"/>
            </a:xfrm>
            <a:custGeom>
              <a:avLst/>
              <a:pathLst>
                <a:path w="412948" h="412948">
                  <a:moveTo>
                    <a:pt x="412948" y="0"/>
                  </a:moveTo>
                  <a:lnTo>
                    <a:pt x="0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3007421" y="2656758"/>
              <a:ext cx="583996" cy="0"/>
            </a:xfrm>
            <a:custGeom>
              <a:avLst/>
              <a:pathLst>
                <a:path w="583996" h="0">
                  <a:moveTo>
                    <a:pt x="583996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3178469" y="2243810"/>
              <a:ext cx="412948" cy="412948"/>
            </a:xfrm>
            <a:custGeom>
              <a:avLst/>
              <a:pathLst>
                <a:path w="412948" h="412948">
                  <a:moveTo>
                    <a:pt x="412948" y="41294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3331896" y="2397204"/>
              <a:ext cx="519042" cy="518977"/>
            </a:xfrm>
            <a:custGeom>
              <a:avLst/>
              <a:pathLst>
                <a:path w="519042" h="518977">
                  <a:moveTo>
                    <a:pt x="259521" y="0"/>
                  </a:moveTo>
                  <a:lnTo>
                    <a:pt x="275983" y="522"/>
                  </a:lnTo>
                  <a:lnTo>
                    <a:pt x="292379" y="2088"/>
                  </a:lnTo>
                  <a:lnTo>
                    <a:pt x="308642" y="4690"/>
                  </a:lnTo>
                  <a:lnTo>
                    <a:pt x="324707" y="8319"/>
                  </a:lnTo>
                  <a:lnTo>
                    <a:pt x="340510" y="12959"/>
                  </a:lnTo>
                  <a:lnTo>
                    <a:pt x="355987" y="18592"/>
                  </a:lnTo>
                  <a:lnTo>
                    <a:pt x="371076" y="25195"/>
                  </a:lnTo>
                  <a:lnTo>
                    <a:pt x="385715" y="32742"/>
                  </a:lnTo>
                  <a:lnTo>
                    <a:pt x="399846" y="41203"/>
                  </a:lnTo>
                  <a:lnTo>
                    <a:pt x="413413" y="50542"/>
                  </a:lnTo>
                  <a:lnTo>
                    <a:pt x="426359" y="60724"/>
                  </a:lnTo>
                  <a:lnTo>
                    <a:pt x="438634" y="71705"/>
                  </a:lnTo>
                  <a:lnTo>
                    <a:pt x="450187" y="83444"/>
                  </a:lnTo>
                  <a:lnTo>
                    <a:pt x="460973" y="95891"/>
                  </a:lnTo>
                  <a:lnTo>
                    <a:pt x="470947" y="108997"/>
                  </a:lnTo>
                  <a:lnTo>
                    <a:pt x="480071" y="122710"/>
                  </a:lnTo>
                  <a:lnTo>
                    <a:pt x="488306" y="136974"/>
                  </a:lnTo>
                  <a:lnTo>
                    <a:pt x="495620" y="151731"/>
                  </a:lnTo>
                  <a:lnTo>
                    <a:pt x="501983" y="166922"/>
                  </a:lnTo>
                  <a:lnTo>
                    <a:pt x="507370" y="182487"/>
                  </a:lnTo>
                  <a:lnTo>
                    <a:pt x="511759" y="198361"/>
                  </a:lnTo>
                  <a:lnTo>
                    <a:pt x="515132" y="214483"/>
                  </a:lnTo>
                  <a:lnTo>
                    <a:pt x="517476" y="230785"/>
                  </a:lnTo>
                  <a:lnTo>
                    <a:pt x="518781" y="247204"/>
                  </a:lnTo>
                  <a:lnTo>
                    <a:pt x="519042" y="263672"/>
                  </a:lnTo>
                  <a:lnTo>
                    <a:pt x="518259" y="280123"/>
                  </a:lnTo>
                  <a:lnTo>
                    <a:pt x="516433" y="296492"/>
                  </a:lnTo>
                  <a:lnTo>
                    <a:pt x="513573" y="312712"/>
                  </a:lnTo>
                  <a:lnTo>
                    <a:pt x="509690" y="328718"/>
                  </a:lnTo>
                  <a:lnTo>
                    <a:pt x="504800" y="344445"/>
                  </a:lnTo>
                  <a:lnTo>
                    <a:pt x="498922" y="359831"/>
                  </a:lnTo>
                  <a:lnTo>
                    <a:pt x="492080" y="374813"/>
                  </a:lnTo>
                  <a:lnTo>
                    <a:pt x="484301" y="389331"/>
                  </a:lnTo>
                  <a:lnTo>
                    <a:pt x="475618" y="403326"/>
                  </a:lnTo>
                  <a:lnTo>
                    <a:pt x="466064" y="416742"/>
                  </a:lnTo>
                  <a:lnTo>
                    <a:pt x="455679" y="429525"/>
                  </a:lnTo>
                  <a:lnTo>
                    <a:pt x="444504" y="441624"/>
                  </a:lnTo>
                  <a:lnTo>
                    <a:pt x="432584" y="452990"/>
                  </a:lnTo>
                  <a:lnTo>
                    <a:pt x="419967" y="463577"/>
                  </a:lnTo>
                  <a:lnTo>
                    <a:pt x="406704" y="473342"/>
                  </a:lnTo>
                  <a:lnTo>
                    <a:pt x="392848" y="482247"/>
                  </a:lnTo>
                  <a:lnTo>
                    <a:pt x="378455" y="490254"/>
                  </a:lnTo>
                  <a:lnTo>
                    <a:pt x="363584" y="497333"/>
                  </a:lnTo>
                  <a:lnTo>
                    <a:pt x="348294" y="503455"/>
                  </a:lnTo>
                  <a:lnTo>
                    <a:pt x="332646" y="508594"/>
                  </a:lnTo>
                  <a:lnTo>
                    <a:pt x="316703" y="512730"/>
                  </a:lnTo>
                  <a:lnTo>
                    <a:pt x="300531" y="515847"/>
                  </a:lnTo>
                  <a:lnTo>
                    <a:pt x="284193" y="517932"/>
                  </a:lnTo>
                  <a:lnTo>
                    <a:pt x="267756" y="518977"/>
                  </a:lnTo>
                  <a:lnTo>
                    <a:pt x="251286" y="518977"/>
                  </a:lnTo>
                  <a:lnTo>
                    <a:pt x="234849" y="517932"/>
                  </a:lnTo>
                  <a:lnTo>
                    <a:pt x="218511" y="515847"/>
                  </a:lnTo>
                  <a:lnTo>
                    <a:pt x="202338" y="512730"/>
                  </a:lnTo>
                  <a:lnTo>
                    <a:pt x="186396" y="508594"/>
                  </a:lnTo>
                  <a:lnTo>
                    <a:pt x="170748" y="503455"/>
                  </a:lnTo>
                  <a:lnTo>
                    <a:pt x="155458" y="497333"/>
                  </a:lnTo>
                  <a:lnTo>
                    <a:pt x="140586" y="490254"/>
                  </a:lnTo>
                  <a:lnTo>
                    <a:pt x="126194" y="482247"/>
                  </a:lnTo>
                  <a:lnTo>
                    <a:pt x="112338" y="473342"/>
                  </a:lnTo>
                  <a:lnTo>
                    <a:pt x="99075" y="463577"/>
                  </a:lnTo>
                  <a:lnTo>
                    <a:pt x="86458" y="452990"/>
                  </a:lnTo>
                  <a:lnTo>
                    <a:pt x="74538" y="441624"/>
                  </a:lnTo>
                  <a:lnTo>
                    <a:pt x="63363" y="429525"/>
                  </a:lnTo>
                  <a:lnTo>
                    <a:pt x="52978" y="416742"/>
                  </a:lnTo>
                  <a:lnTo>
                    <a:pt x="43424" y="403326"/>
                  </a:lnTo>
                  <a:lnTo>
                    <a:pt x="34740" y="389331"/>
                  </a:lnTo>
                  <a:lnTo>
                    <a:pt x="26962" y="374813"/>
                  </a:lnTo>
                  <a:lnTo>
                    <a:pt x="20120" y="359831"/>
                  </a:lnTo>
                  <a:lnTo>
                    <a:pt x="14242" y="344445"/>
                  </a:lnTo>
                  <a:lnTo>
                    <a:pt x="9352" y="328718"/>
                  </a:lnTo>
                  <a:lnTo>
                    <a:pt x="5469" y="312712"/>
                  </a:lnTo>
                  <a:lnTo>
                    <a:pt x="2609" y="296492"/>
                  </a:lnTo>
                  <a:lnTo>
                    <a:pt x="783" y="280123"/>
                  </a:lnTo>
                  <a:lnTo>
                    <a:pt x="0" y="263672"/>
                  </a:lnTo>
                  <a:lnTo>
                    <a:pt x="261" y="247204"/>
                  </a:lnTo>
                  <a:lnTo>
                    <a:pt x="1566" y="230785"/>
                  </a:lnTo>
                  <a:lnTo>
                    <a:pt x="3910" y="214483"/>
                  </a:lnTo>
                  <a:lnTo>
                    <a:pt x="7283" y="198361"/>
                  </a:lnTo>
                  <a:lnTo>
                    <a:pt x="11672" y="182487"/>
                  </a:lnTo>
                  <a:lnTo>
                    <a:pt x="17059" y="166922"/>
                  </a:lnTo>
                  <a:lnTo>
                    <a:pt x="23422" y="151731"/>
                  </a:lnTo>
                  <a:lnTo>
                    <a:pt x="30736" y="136974"/>
                  </a:lnTo>
                  <a:lnTo>
                    <a:pt x="38971" y="122710"/>
                  </a:lnTo>
                  <a:lnTo>
                    <a:pt x="48094" y="108997"/>
                  </a:lnTo>
                  <a:lnTo>
                    <a:pt x="58069" y="95891"/>
                  </a:lnTo>
                  <a:lnTo>
                    <a:pt x="68855" y="83444"/>
                  </a:lnTo>
                  <a:lnTo>
                    <a:pt x="80408" y="71705"/>
                  </a:lnTo>
                  <a:lnTo>
                    <a:pt x="92683" y="60724"/>
                  </a:lnTo>
                  <a:lnTo>
                    <a:pt x="105629" y="50542"/>
                  </a:lnTo>
                  <a:lnTo>
                    <a:pt x="119195" y="41203"/>
                  </a:lnTo>
                  <a:lnTo>
                    <a:pt x="133327" y="32742"/>
                  </a:lnTo>
                  <a:lnTo>
                    <a:pt x="147966" y="25195"/>
                  </a:lnTo>
                  <a:lnTo>
                    <a:pt x="163054" y="18592"/>
                  </a:lnTo>
                  <a:lnTo>
                    <a:pt x="178531" y="12959"/>
                  </a:lnTo>
                  <a:lnTo>
                    <a:pt x="194334" y="8319"/>
                  </a:lnTo>
                  <a:lnTo>
                    <a:pt x="210400" y="4690"/>
                  </a:lnTo>
                  <a:lnTo>
                    <a:pt x="226663" y="2088"/>
                  </a:lnTo>
                  <a:lnTo>
                    <a:pt x="243059" y="522"/>
                  </a:lnTo>
                  <a:lnTo>
                    <a:pt x="25952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3072375" y="2137650"/>
              <a:ext cx="1038085" cy="1037955"/>
            </a:xfrm>
            <a:custGeom>
              <a:avLst/>
              <a:pathLst>
                <a:path w="1038085" h="1037955">
                  <a:moveTo>
                    <a:pt x="519042" y="0"/>
                  </a:moveTo>
                  <a:lnTo>
                    <a:pt x="551966" y="1045"/>
                  </a:lnTo>
                  <a:lnTo>
                    <a:pt x="584758" y="4176"/>
                  </a:lnTo>
                  <a:lnTo>
                    <a:pt x="617284" y="9380"/>
                  </a:lnTo>
                  <a:lnTo>
                    <a:pt x="649415" y="16638"/>
                  </a:lnTo>
                  <a:lnTo>
                    <a:pt x="681021" y="25918"/>
                  </a:lnTo>
                  <a:lnTo>
                    <a:pt x="711975" y="37184"/>
                  </a:lnTo>
                  <a:lnTo>
                    <a:pt x="742152" y="50391"/>
                  </a:lnTo>
                  <a:lnTo>
                    <a:pt x="771431" y="65485"/>
                  </a:lnTo>
                  <a:lnTo>
                    <a:pt x="799693" y="82406"/>
                  </a:lnTo>
                  <a:lnTo>
                    <a:pt x="826826" y="101085"/>
                  </a:lnTo>
                  <a:lnTo>
                    <a:pt x="852719" y="121448"/>
                  </a:lnTo>
                  <a:lnTo>
                    <a:pt x="877268" y="143411"/>
                  </a:lnTo>
                  <a:lnTo>
                    <a:pt x="900375" y="166888"/>
                  </a:lnTo>
                  <a:lnTo>
                    <a:pt x="921946" y="191783"/>
                  </a:lnTo>
                  <a:lnTo>
                    <a:pt x="941895" y="217995"/>
                  </a:lnTo>
                  <a:lnTo>
                    <a:pt x="960142" y="245421"/>
                  </a:lnTo>
                  <a:lnTo>
                    <a:pt x="976612" y="273948"/>
                  </a:lnTo>
                  <a:lnTo>
                    <a:pt x="991240" y="303462"/>
                  </a:lnTo>
                  <a:lnTo>
                    <a:pt x="1003966" y="333845"/>
                  </a:lnTo>
                  <a:lnTo>
                    <a:pt x="1014740" y="364974"/>
                  </a:lnTo>
                  <a:lnTo>
                    <a:pt x="1023518" y="396723"/>
                  </a:lnTo>
                  <a:lnTo>
                    <a:pt x="1030264" y="428966"/>
                  </a:lnTo>
                  <a:lnTo>
                    <a:pt x="1034952" y="461571"/>
                  </a:lnTo>
                  <a:lnTo>
                    <a:pt x="1037563" y="494408"/>
                  </a:lnTo>
                  <a:lnTo>
                    <a:pt x="1038085" y="527344"/>
                  </a:lnTo>
                  <a:lnTo>
                    <a:pt x="1036518" y="560247"/>
                  </a:lnTo>
                  <a:lnTo>
                    <a:pt x="1032867" y="592984"/>
                  </a:lnTo>
                  <a:lnTo>
                    <a:pt x="1027147" y="625425"/>
                  </a:lnTo>
                  <a:lnTo>
                    <a:pt x="1019381" y="657436"/>
                  </a:lnTo>
                  <a:lnTo>
                    <a:pt x="1009600" y="688891"/>
                  </a:lnTo>
                  <a:lnTo>
                    <a:pt x="997844" y="719663"/>
                  </a:lnTo>
                  <a:lnTo>
                    <a:pt x="984160" y="749626"/>
                  </a:lnTo>
                  <a:lnTo>
                    <a:pt x="968603" y="778662"/>
                  </a:lnTo>
                  <a:lnTo>
                    <a:pt x="951236" y="806652"/>
                  </a:lnTo>
                  <a:lnTo>
                    <a:pt x="932129" y="833485"/>
                  </a:lnTo>
                  <a:lnTo>
                    <a:pt x="911358" y="859051"/>
                  </a:lnTo>
                  <a:lnTo>
                    <a:pt x="889008" y="883249"/>
                  </a:lnTo>
                  <a:lnTo>
                    <a:pt x="865168" y="905981"/>
                  </a:lnTo>
                  <a:lnTo>
                    <a:pt x="839934" y="927154"/>
                  </a:lnTo>
                  <a:lnTo>
                    <a:pt x="813408" y="946685"/>
                  </a:lnTo>
                  <a:lnTo>
                    <a:pt x="785696" y="964494"/>
                  </a:lnTo>
                  <a:lnTo>
                    <a:pt x="756911" y="980509"/>
                  </a:lnTo>
                  <a:lnTo>
                    <a:pt x="727169" y="994667"/>
                  </a:lnTo>
                  <a:lnTo>
                    <a:pt x="696588" y="1006910"/>
                  </a:lnTo>
                  <a:lnTo>
                    <a:pt x="665292" y="1017188"/>
                  </a:lnTo>
                  <a:lnTo>
                    <a:pt x="633407" y="1025461"/>
                  </a:lnTo>
                  <a:lnTo>
                    <a:pt x="601062" y="1031695"/>
                  </a:lnTo>
                  <a:lnTo>
                    <a:pt x="568387" y="1035865"/>
                  </a:lnTo>
                  <a:lnTo>
                    <a:pt x="535513" y="1037955"/>
                  </a:lnTo>
                  <a:lnTo>
                    <a:pt x="502572" y="1037955"/>
                  </a:lnTo>
                  <a:lnTo>
                    <a:pt x="469698" y="1035865"/>
                  </a:lnTo>
                  <a:lnTo>
                    <a:pt x="437023" y="1031695"/>
                  </a:lnTo>
                  <a:lnTo>
                    <a:pt x="404677" y="1025461"/>
                  </a:lnTo>
                  <a:lnTo>
                    <a:pt x="372793" y="1017188"/>
                  </a:lnTo>
                  <a:lnTo>
                    <a:pt x="341497" y="1006910"/>
                  </a:lnTo>
                  <a:lnTo>
                    <a:pt x="310916" y="994667"/>
                  </a:lnTo>
                  <a:lnTo>
                    <a:pt x="281173" y="980509"/>
                  </a:lnTo>
                  <a:lnTo>
                    <a:pt x="252388" y="964494"/>
                  </a:lnTo>
                  <a:lnTo>
                    <a:pt x="224677" y="946685"/>
                  </a:lnTo>
                  <a:lnTo>
                    <a:pt x="198151" y="927154"/>
                  </a:lnTo>
                  <a:lnTo>
                    <a:pt x="172917" y="905981"/>
                  </a:lnTo>
                  <a:lnTo>
                    <a:pt x="149077" y="883249"/>
                  </a:lnTo>
                  <a:lnTo>
                    <a:pt x="126727" y="859051"/>
                  </a:lnTo>
                  <a:lnTo>
                    <a:pt x="105956" y="833485"/>
                  </a:lnTo>
                  <a:lnTo>
                    <a:pt x="86849" y="806652"/>
                  </a:lnTo>
                  <a:lnTo>
                    <a:pt x="69481" y="778662"/>
                  </a:lnTo>
                  <a:lnTo>
                    <a:pt x="53925" y="749626"/>
                  </a:lnTo>
                  <a:lnTo>
                    <a:pt x="40241" y="719663"/>
                  </a:lnTo>
                  <a:lnTo>
                    <a:pt x="28485" y="688891"/>
                  </a:lnTo>
                  <a:lnTo>
                    <a:pt x="18704" y="657436"/>
                  </a:lnTo>
                  <a:lnTo>
                    <a:pt x="10938" y="625425"/>
                  </a:lnTo>
                  <a:lnTo>
                    <a:pt x="5218" y="592984"/>
                  </a:lnTo>
                  <a:lnTo>
                    <a:pt x="1567" y="560247"/>
                  </a:lnTo>
                  <a:lnTo>
                    <a:pt x="0" y="527344"/>
                  </a:lnTo>
                  <a:lnTo>
                    <a:pt x="522" y="494408"/>
                  </a:lnTo>
                  <a:lnTo>
                    <a:pt x="3133" y="461571"/>
                  </a:lnTo>
                  <a:lnTo>
                    <a:pt x="7821" y="428966"/>
                  </a:lnTo>
                  <a:lnTo>
                    <a:pt x="14567" y="396723"/>
                  </a:lnTo>
                  <a:lnTo>
                    <a:pt x="23345" y="364974"/>
                  </a:lnTo>
                  <a:lnTo>
                    <a:pt x="34119" y="333845"/>
                  </a:lnTo>
                  <a:lnTo>
                    <a:pt x="46845" y="303462"/>
                  </a:lnTo>
                  <a:lnTo>
                    <a:pt x="61473" y="273948"/>
                  </a:lnTo>
                  <a:lnTo>
                    <a:pt x="77943" y="245421"/>
                  </a:lnTo>
                  <a:lnTo>
                    <a:pt x="96189" y="217995"/>
                  </a:lnTo>
                  <a:lnTo>
                    <a:pt x="116138" y="191783"/>
                  </a:lnTo>
                  <a:lnTo>
                    <a:pt x="137710" y="166888"/>
                  </a:lnTo>
                  <a:lnTo>
                    <a:pt x="160817" y="143411"/>
                  </a:lnTo>
                  <a:lnTo>
                    <a:pt x="185366" y="121448"/>
                  </a:lnTo>
                  <a:lnTo>
                    <a:pt x="211259" y="101085"/>
                  </a:lnTo>
                  <a:lnTo>
                    <a:pt x="238391" y="82406"/>
                  </a:lnTo>
                  <a:lnTo>
                    <a:pt x="266654" y="65485"/>
                  </a:lnTo>
                  <a:lnTo>
                    <a:pt x="295932" y="50391"/>
                  </a:lnTo>
                  <a:lnTo>
                    <a:pt x="326109" y="37184"/>
                  </a:lnTo>
                  <a:lnTo>
                    <a:pt x="357063" y="25918"/>
                  </a:lnTo>
                  <a:lnTo>
                    <a:pt x="388669" y="16638"/>
                  </a:lnTo>
                  <a:lnTo>
                    <a:pt x="420800" y="9380"/>
                  </a:lnTo>
                  <a:lnTo>
                    <a:pt x="453327" y="4176"/>
                  </a:lnTo>
                  <a:lnTo>
                    <a:pt x="486118" y="1045"/>
                  </a:lnTo>
                  <a:lnTo>
                    <a:pt x="51904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3007494" y="2072761"/>
              <a:ext cx="1167846" cy="1167699"/>
            </a:xfrm>
            <a:custGeom>
              <a:avLst/>
              <a:pathLst>
                <a:path w="1167846" h="1167699">
                  <a:moveTo>
                    <a:pt x="583923" y="0"/>
                  </a:moveTo>
                  <a:lnTo>
                    <a:pt x="620962" y="1175"/>
                  </a:lnTo>
                  <a:lnTo>
                    <a:pt x="657852" y="4698"/>
                  </a:lnTo>
                  <a:lnTo>
                    <a:pt x="694445" y="10553"/>
                  </a:lnTo>
                  <a:lnTo>
                    <a:pt x="730592" y="18717"/>
                  </a:lnTo>
                  <a:lnTo>
                    <a:pt x="766149" y="29158"/>
                  </a:lnTo>
                  <a:lnTo>
                    <a:pt x="800972" y="41832"/>
                  </a:lnTo>
                  <a:lnTo>
                    <a:pt x="834922" y="56690"/>
                  </a:lnTo>
                  <a:lnTo>
                    <a:pt x="867860" y="73671"/>
                  </a:lnTo>
                  <a:lnTo>
                    <a:pt x="899655" y="92707"/>
                  </a:lnTo>
                  <a:lnTo>
                    <a:pt x="930179" y="113721"/>
                  </a:lnTo>
                  <a:lnTo>
                    <a:pt x="959309" y="136629"/>
                  </a:lnTo>
                  <a:lnTo>
                    <a:pt x="986927" y="161338"/>
                  </a:lnTo>
                  <a:lnTo>
                    <a:pt x="1012922" y="187749"/>
                  </a:lnTo>
                  <a:lnTo>
                    <a:pt x="1037190" y="215756"/>
                  </a:lnTo>
                  <a:lnTo>
                    <a:pt x="1059632" y="245245"/>
                  </a:lnTo>
                  <a:lnTo>
                    <a:pt x="1080160" y="276098"/>
                  </a:lnTo>
                  <a:lnTo>
                    <a:pt x="1098689" y="308191"/>
                  </a:lnTo>
                  <a:lnTo>
                    <a:pt x="1115145" y="341395"/>
                  </a:lnTo>
                  <a:lnTo>
                    <a:pt x="1129462" y="375576"/>
                  </a:lnTo>
                  <a:lnTo>
                    <a:pt x="1141582" y="410596"/>
                  </a:lnTo>
                  <a:lnTo>
                    <a:pt x="1151457" y="446314"/>
                  </a:lnTo>
                  <a:lnTo>
                    <a:pt x="1159047" y="482586"/>
                  </a:lnTo>
                  <a:lnTo>
                    <a:pt x="1164321" y="519267"/>
                  </a:lnTo>
                  <a:lnTo>
                    <a:pt x="1167258" y="556209"/>
                  </a:lnTo>
                  <a:lnTo>
                    <a:pt x="1167846" y="593262"/>
                  </a:lnTo>
                  <a:lnTo>
                    <a:pt x="1166083" y="630278"/>
                  </a:lnTo>
                  <a:lnTo>
                    <a:pt x="1161975" y="667108"/>
                  </a:lnTo>
                  <a:lnTo>
                    <a:pt x="1155540" y="703603"/>
                  </a:lnTo>
                  <a:lnTo>
                    <a:pt x="1146803" y="739616"/>
                  </a:lnTo>
                  <a:lnTo>
                    <a:pt x="1135800" y="775003"/>
                  </a:lnTo>
                  <a:lnTo>
                    <a:pt x="1122575" y="809621"/>
                  </a:lnTo>
                  <a:lnTo>
                    <a:pt x="1107180" y="843330"/>
                  </a:lnTo>
                  <a:lnTo>
                    <a:pt x="1089679" y="875995"/>
                  </a:lnTo>
                  <a:lnTo>
                    <a:pt x="1070141" y="907484"/>
                  </a:lnTo>
                  <a:lnTo>
                    <a:pt x="1048645" y="937670"/>
                  </a:lnTo>
                  <a:lnTo>
                    <a:pt x="1025278" y="966433"/>
                  </a:lnTo>
                  <a:lnTo>
                    <a:pt x="1000134" y="993655"/>
                  </a:lnTo>
                  <a:lnTo>
                    <a:pt x="973314" y="1019228"/>
                  </a:lnTo>
                  <a:lnTo>
                    <a:pt x="944926" y="1043049"/>
                  </a:lnTo>
                  <a:lnTo>
                    <a:pt x="915084" y="1065021"/>
                  </a:lnTo>
                  <a:lnTo>
                    <a:pt x="883909" y="1085056"/>
                  </a:lnTo>
                  <a:lnTo>
                    <a:pt x="851525" y="1103073"/>
                  </a:lnTo>
                  <a:lnTo>
                    <a:pt x="818065" y="1119001"/>
                  </a:lnTo>
                  <a:lnTo>
                    <a:pt x="783661" y="1132774"/>
                  </a:lnTo>
                  <a:lnTo>
                    <a:pt x="748454" y="1144337"/>
                  </a:lnTo>
                  <a:lnTo>
                    <a:pt x="712583" y="1153644"/>
                  </a:lnTo>
                  <a:lnTo>
                    <a:pt x="676195" y="1160657"/>
                  </a:lnTo>
                  <a:lnTo>
                    <a:pt x="639435" y="1165349"/>
                  </a:lnTo>
                  <a:lnTo>
                    <a:pt x="602452" y="1167699"/>
                  </a:lnTo>
                  <a:lnTo>
                    <a:pt x="565394" y="1167699"/>
                  </a:lnTo>
                  <a:lnTo>
                    <a:pt x="528410" y="1165349"/>
                  </a:lnTo>
                  <a:lnTo>
                    <a:pt x="491650" y="1160657"/>
                  </a:lnTo>
                  <a:lnTo>
                    <a:pt x="455262" y="1153644"/>
                  </a:lnTo>
                  <a:lnTo>
                    <a:pt x="419392" y="1144337"/>
                  </a:lnTo>
                  <a:lnTo>
                    <a:pt x="384184" y="1132774"/>
                  </a:lnTo>
                  <a:lnTo>
                    <a:pt x="349781" y="1119001"/>
                  </a:lnTo>
                  <a:lnTo>
                    <a:pt x="316320" y="1103073"/>
                  </a:lnTo>
                  <a:lnTo>
                    <a:pt x="283937" y="1085056"/>
                  </a:lnTo>
                  <a:lnTo>
                    <a:pt x="252762" y="1065021"/>
                  </a:lnTo>
                  <a:lnTo>
                    <a:pt x="222920" y="1043049"/>
                  </a:lnTo>
                  <a:lnTo>
                    <a:pt x="194532" y="1019228"/>
                  </a:lnTo>
                  <a:lnTo>
                    <a:pt x="167712" y="993655"/>
                  </a:lnTo>
                  <a:lnTo>
                    <a:pt x="142567" y="966433"/>
                  </a:lnTo>
                  <a:lnTo>
                    <a:pt x="119200" y="937670"/>
                  </a:lnTo>
                  <a:lnTo>
                    <a:pt x="97705" y="907484"/>
                  </a:lnTo>
                  <a:lnTo>
                    <a:pt x="78167" y="875995"/>
                  </a:lnTo>
                  <a:lnTo>
                    <a:pt x="60665" y="843330"/>
                  </a:lnTo>
                  <a:lnTo>
                    <a:pt x="45271" y="809621"/>
                  </a:lnTo>
                  <a:lnTo>
                    <a:pt x="32045" y="775003"/>
                  </a:lnTo>
                  <a:lnTo>
                    <a:pt x="21042" y="739616"/>
                  </a:lnTo>
                  <a:lnTo>
                    <a:pt x="12305" y="703603"/>
                  </a:lnTo>
                  <a:lnTo>
                    <a:pt x="5870" y="667108"/>
                  </a:lnTo>
                  <a:lnTo>
                    <a:pt x="1763" y="630278"/>
                  </a:lnTo>
                  <a:lnTo>
                    <a:pt x="0" y="593262"/>
                  </a:lnTo>
                  <a:lnTo>
                    <a:pt x="587" y="556209"/>
                  </a:lnTo>
                  <a:lnTo>
                    <a:pt x="3524" y="519267"/>
                  </a:lnTo>
                  <a:lnTo>
                    <a:pt x="8798" y="482586"/>
                  </a:lnTo>
                  <a:lnTo>
                    <a:pt x="16388" y="446314"/>
                  </a:lnTo>
                  <a:lnTo>
                    <a:pt x="26263" y="410596"/>
                  </a:lnTo>
                  <a:lnTo>
                    <a:pt x="38383" y="375576"/>
                  </a:lnTo>
                  <a:lnTo>
                    <a:pt x="52701" y="341395"/>
                  </a:lnTo>
                  <a:lnTo>
                    <a:pt x="69157" y="308191"/>
                  </a:lnTo>
                  <a:lnTo>
                    <a:pt x="87686" y="276098"/>
                  </a:lnTo>
                  <a:lnTo>
                    <a:pt x="108213" y="245245"/>
                  </a:lnTo>
                  <a:lnTo>
                    <a:pt x="130656" y="215756"/>
                  </a:lnTo>
                  <a:lnTo>
                    <a:pt x="154924" y="187749"/>
                  </a:lnTo>
                  <a:lnTo>
                    <a:pt x="180919" y="161338"/>
                  </a:lnTo>
                  <a:lnTo>
                    <a:pt x="208537" y="136629"/>
                  </a:lnTo>
                  <a:lnTo>
                    <a:pt x="237666" y="113721"/>
                  </a:lnTo>
                  <a:lnTo>
                    <a:pt x="268190" y="92707"/>
                  </a:lnTo>
                  <a:lnTo>
                    <a:pt x="299985" y="73671"/>
                  </a:lnTo>
                  <a:lnTo>
                    <a:pt x="332924" y="56690"/>
                  </a:lnTo>
                  <a:lnTo>
                    <a:pt x="366873" y="41832"/>
                  </a:lnTo>
                  <a:lnTo>
                    <a:pt x="401696" y="29158"/>
                  </a:lnTo>
                  <a:lnTo>
                    <a:pt x="437253" y="18717"/>
                  </a:lnTo>
                  <a:lnTo>
                    <a:pt x="473401" y="10553"/>
                  </a:lnTo>
                  <a:lnTo>
                    <a:pt x="509993" y="4698"/>
                  </a:lnTo>
                  <a:lnTo>
                    <a:pt x="546883" y="1175"/>
                  </a:lnTo>
                  <a:lnTo>
                    <a:pt x="58392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3371179" y="2354373"/>
              <a:ext cx="739347" cy="523549"/>
            </a:xfrm>
            <a:custGeom>
              <a:avLst/>
              <a:pathLst>
                <a:path w="739347" h="523549">
                  <a:moveTo>
                    <a:pt x="220238" y="94741"/>
                  </a:moveTo>
                  <a:lnTo>
                    <a:pt x="229799" y="83414"/>
                  </a:lnTo>
                  <a:lnTo>
                    <a:pt x="240347" y="72547"/>
                  </a:lnTo>
                  <a:lnTo>
                    <a:pt x="251858" y="62206"/>
                  </a:lnTo>
                  <a:lnTo>
                    <a:pt x="264308" y="52454"/>
                  </a:lnTo>
                  <a:lnTo>
                    <a:pt x="277665" y="43351"/>
                  </a:lnTo>
                  <a:lnTo>
                    <a:pt x="291895" y="34960"/>
                  </a:lnTo>
                  <a:lnTo>
                    <a:pt x="306960" y="27339"/>
                  </a:lnTo>
                  <a:lnTo>
                    <a:pt x="322820" y="20543"/>
                  </a:lnTo>
                  <a:lnTo>
                    <a:pt x="339431" y="14628"/>
                  </a:lnTo>
                  <a:lnTo>
                    <a:pt x="356744" y="9646"/>
                  </a:lnTo>
                  <a:lnTo>
                    <a:pt x="374710" y="5647"/>
                  </a:lnTo>
                  <a:lnTo>
                    <a:pt x="393275" y="2677"/>
                  </a:lnTo>
                  <a:lnTo>
                    <a:pt x="412381" y="781"/>
                  </a:lnTo>
                  <a:lnTo>
                    <a:pt x="431971" y="0"/>
                  </a:lnTo>
                  <a:lnTo>
                    <a:pt x="451981" y="371"/>
                  </a:lnTo>
                  <a:lnTo>
                    <a:pt x="472349" y="1930"/>
                  </a:lnTo>
                  <a:lnTo>
                    <a:pt x="493009" y="4708"/>
                  </a:lnTo>
                  <a:lnTo>
                    <a:pt x="513890" y="8732"/>
                  </a:lnTo>
                  <a:lnTo>
                    <a:pt x="528289" y="16555"/>
                  </a:lnTo>
                  <a:lnTo>
                    <a:pt x="542509" y="25048"/>
                  </a:lnTo>
                  <a:lnTo>
                    <a:pt x="556518" y="34210"/>
                  </a:lnTo>
                  <a:lnTo>
                    <a:pt x="570288" y="44036"/>
                  </a:lnTo>
                  <a:lnTo>
                    <a:pt x="583788" y="54520"/>
                  </a:lnTo>
                  <a:lnTo>
                    <a:pt x="596988" y="65657"/>
                  </a:lnTo>
                  <a:lnTo>
                    <a:pt x="609858" y="77437"/>
                  </a:lnTo>
                  <a:lnTo>
                    <a:pt x="622367" y="89853"/>
                  </a:lnTo>
                  <a:lnTo>
                    <a:pt x="634487" y="102893"/>
                  </a:lnTo>
                  <a:lnTo>
                    <a:pt x="646188" y="116544"/>
                  </a:lnTo>
                  <a:lnTo>
                    <a:pt x="657441" y="130795"/>
                  </a:lnTo>
                  <a:lnTo>
                    <a:pt x="668218" y="145629"/>
                  </a:lnTo>
                  <a:lnTo>
                    <a:pt x="678490" y="161032"/>
                  </a:lnTo>
                  <a:lnTo>
                    <a:pt x="688230" y="176986"/>
                  </a:lnTo>
                  <a:lnTo>
                    <a:pt x="697412" y="193473"/>
                  </a:lnTo>
                  <a:lnTo>
                    <a:pt x="706008" y="210472"/>
                  </a:lnTo>
                  <a:lnTo>
                    <a:pt x="713994" y="227963"/>
                  </a:lnTo>
                  <a:lnTo>
                    <a:pt x="721344" y="245923"/>
                  </a:lnTo>
                  <a:lnTo>
                    <a:pt x="728035" y="264330"/>
                  </a:lnTo>
                  <a:lnTo>
                    <a:pt x="734043" y="283159"/>
                  </a:lnTo>
                  <a:lnTo>
                    <a:pt x="739347" y="302384"/>
                  </a:lnTo>
                  <a:lnTo>
                    <a:pt x="722487" y="318168"/>
                  </a:lnTo>
                  <a:lnTo>
                    <a:pt x="705165" y="332893"/>
                  </a:lnTo>
                  <a:lnTo>
                    <a:pt x="687430" y="346547"/>
                  </a:lnTo>
                  <a:lnTo>
                    <a:pt x="669331" y="359118"/>
                  </a:lnTo>
                  <a:lnTo>
                    <a:pt x="650921" y="370598"/>
                  </a:lnTo>
                  <a:lnTo>
                    <a:pt x="632248" y="380979"/>
                  </a:lnTo>
                  <a:lnTo>
                    <a:pt x="613365" y="390258"/>
                  </a:lnTo>
                  <a:lnTo>
                    <a:pt x="594321" y="398432"/>
                  </a:lnTo>
                  <a:lnTo>
                    <a:pt x="575168" y="405501"/>
                  </a:lnTo>
                  <a:lnTo>
                    <a:pt x="555955" y="411465"/>
                  </a:lnTo>
                  <a:lnTo>
                    <a:pt x="536734" y="416330"/>
                  </a:lnTo>
                  <a:lnTo>
                    <a:pt x="517554" y="420100"/>
                  </a:lnTo>
                  <a:lnTo>
                    <a:pt x="498464" y="422783"/>
                  </a:lnTo>
                  <a:lnTo>
                    <a:pt x="479515" y="424390"/>
                  </a:lnTo>
                  <a:lnTo>
                    <a:pt x="460753" y="424933"/>
                  </a:lnTo>
                  <a:lnTo>
                    <a:pt x="442229" y="424424"/>
                  </a:lnTo>
                  <a:lnTo>
                    <a:pt x="423988" y="422881"/>
                  </a:lnTo>
                  <a:lnTo>
                    <a:pt x="406077" y="420321"/>
                  </a:lnTo>
                  <a:lnTo>
                    <a:pt x="388541" y="416763"/>
                  </a:lnTo>
                  <a:lnTo>
                    <a:pt x="371427" y="412229"/>
                  </a:lnTo>
                  <a:lnTo>
                    <a:pt x="354776" y="406742"/>
                  </a:lnTo>
                  <a:lnTo>
                    <a:pt x="338632" y="400328"/>
                  </a:lnTo>
                  <a:lnTo>
                    <a:pt x="323037" y="393013"/>
                  </a:lnTo>
                  <a:lnTo>
                    <a:pt x="308030" y="384826"/>
                  </a:lnTo>
                  <a:lnTo>
                    <a:pt x="293651" y="375797"/>
                  </a:lnTo>
                  <a:lnTo>
                    <a:pt x="283441" y="384751"/>
                  </a:lnTo>
                  <a:lnTo>
                    <a:pt x="272149" y="392296"/>
                  </a:lnTo>
                  <a:lnTo>
                    <a:pt x="259969" y="398303"/>
                  </a:lnTo>
                  <a:lnTo>
                    <a:pt x="247109" y="402668"/>
                  </a:lnTo>
                  <a:lnTo>
                    <a:pt x="233790" y="405318"/>
                  </a:lnTo>
                  <a:lnTo>
                    <a:pt x="220238" y="406206"/>
                  </a:lnTo>
                  <a:lnTo>
                    <a:pt x="214507" y="419043"/>
                  </a:lnTo>
                  <a:lnTo>
                    <a:pt x="207518" y="431536"/>
                  </a:lnTo>
                  <a:lnTo>
                    <a:pt x="199292" y="443594"/>
                  </a:lnTo>
                  <a:lnTo>
                    <a:pt x="189857" y="455124"/>
                  </a:lnTo>
                  <a:lnTo>
                    <a:pt x="179245" y="466038"/>
                  </a:lnTo>
                  <a:lnTo>
                    <a:pt x="167497" y="476249"/>
                  </a:lnTo>
                  <a:lnTo>
                    <a:pt x="154658" y="485670"/>
                  </a:lnTo>
                  <a:lnTo>
                    <a:pt x="140777" y="494222"/>
                  </a:lnTo>
                  <a:lnTo>
                    <a:pt x="125911" y="501823"/>
                  </a:lnTo>
                  <a:lnTo>
                    <a:pt x="110121" y="508400"/>
                  </a:lnTo>
                  <a:lnTo>
                    <a:pt x="93473" y="513880"/>
                  </a:lnTo>
                  <a:lnTo>
                    <a:pt x="76038" y="518196"/>
                  </a:lnTo>
                  <a:lnTo>
                    <a:pt x="57891" y="521284"/>
                  </a:lnTo>
                  <a:lnTo>
                    <a:pt x="39113" y="523086"/>
                  </a:lnTo>
                  <a:lnTo>
                    <a:pt x="19787" y="523549"/>
                  </a:lnTo>
                  <a:lnTo>
                    <a:pt x="0" y="522623"/>
                  </a:lnTo>
                  <a:lnTo>
                    <a:pt x="2641" y="504975"/>
                  </a:lnTo>
                  <a:lnTo>
                    <a:pt x="6248" y="487808"/>
                  </a:lnTo>
                  <a:lnTo>
                    <a:pt x="10790" y="471169"/>
                  </a:lnTo>
                  <a:lnTo>
                    <a:pt x="16233" y="455101"/>
                  </a:lnTo>
                  <a:lnTo>
                    <a:pt x="22541" y="439648"/>
                  </a:lnTo>
                  <a:lnTo>
                    <a:pt x="29678" y="424850"/>
                  </a:lnTo>
                  <a:lnTo>
                    <a:pt x="37604" y="410746"/>
                  </a:lnTo>
                  <a:lnTo>
                    <a:pt x="46278" y="397374"/>
                  </a:lnTo>
                  <a:lnTo>
                    <a:pt x="55659" y="384767"/>
                  </a:lnTo>
                  <a:lnTo>
                    <a:pt x="65701" y="372959"/>
                  </a:lnTo>
                  <a:lnTo>
                    <a:pt x="76360" y="361980"/>
                  </a:lnTo>
                  <a:lnTo>
                    <a:pt x="87590" y="351860"/>
                  </a:lnTo>
                  <a:lnTo>
                    <a:pt x="99341" y="342623"/>
                  </a:lnTo>
                  <a:lnTo>
                    <a:pt x="111566" y="334293"/>
                  </a:lnTo>
                  <a:lnTo>
                    <a:pt x="124214" y="326893"/>
                  </a:lnTo>
                  <a:lnTo>
                    <a:pt x="137235" y="320441"/>
                  </a:lnTo>
                  <a:lnTo>
                    <a:pt x="150576" y="314953"/>
                  </a:lnTo>
                  <a:lnTo>
                    <a:pt x="164185" y="310444"/>
                  </a:lnTo>
                  <a:lnTo>
                    <a:pt x="178009" y="306924"/>
                  </a:lnTo>
                  <a:lnTo>
                    <a:pt x="191996" y="304404"/>
                  </a:lnTo>
                  <a:lnTo>
                    <a:pt x="206090" y="302890"/>
                  </a:lnTo>
                  <a:lnTo>
                    <a:pt x="220238" y="302384"/>
                  </a:lnTo>
                  <a:lnTo>
                    <a:pt x="216512" y="299489"/>
                  </a:lnTo>
                  <a:lnTo>
                    <a:pt x="212121" y="297568"/>
                  </a:lnTo>
                  <a:lnTo>
                    <a:pt x="207257" y="296734"/>
                  </a:lnTo>
                  <a:lnTo>
                    <a:pt x="202126" y="297066"/>
                  </a:lnTo>
                  <a:lnTo>
                    <a:pt x="196946" y="298610"/>
                  </a:lnTo>
                  <a:lnTo>
                    <a:pt x="191942" y="301374"/>
                  </a:lnTo>
                  <a:lnTo>
                    <a:pt x="187336" y="305329"/>
                  </a:lnTo>
                  <a:lnTo>
                    <a:pt x="183348" y="310409"/>
                  </a:lnTo>
                  <a:lnTo>
                    <a:pt x="180185" y="316514"/>
                  </a:lnTo>
                  <a:lnTo>
                    <a:pt x="178038" y="323508"/>
                  </a:lnTo>
                  <a:lnTo>
                    <a:pt x="177076" y="331224"/>
                  </a:lnTo>
                  <a:lnTo>
                    <a:pt x="177440" y="339469"/>
                  </a:lnTo>
                  <a:lnTo>
                    <a:pt x="179242" y="348024"/>
                  </a:lnTo>
                  <a:lnTo>
                    <a:pt x="182558" y="356654"/>
                  </a:lnTo>
                  <a:lnTo>
                    <a:pt x="187428" y="365109"/>
                  </a:lnTo>
                  <a:lnTo>
                    <a:pt x="193852" y="373130"/>
                  </a:lnTo>
                  <a:lnTo>
                    <a:pt x="201789" y="380460"/>
                  </a:lnTo>
                  <a:lnTo>
                    <a:pt x="211158" y="386843"/>
                  </a:lnTo>
                  <a:lnTo>
                    <a:pt x="221839" y="392034"/>
                  </a:lnTo>
                  <a:lnTo>
                    <a:pt x="233671" y="395807"/>
                  </a:lnTo>
                  <a:lnTo>
                    <a:pt x="246457" y="397956"/>
                  </a:lnTo>
                  <a:lnTo>
                    <a:pt x="259969" y="398303"/>
                  </a:lnTo>
                  <a:lnTo>
                    <a:pt x="273949" y="396705"/>
                  </a:lnTo>
                  <a:lnTo>
                    <a:pt x="288113" y="393054"/>
                  </a:lnTo>
                  <a:lnTo>
                    <a:pt x="302160" y="387284"/>
                  </a:lnTo>
                  <a:lnTo>
                    <a:pt x="315776" y="379374"/>
                  </a:lnTo>
                  <a:lnTo>
                    <a:pt x="328641" y="369347"/>
                  </a:lnTo>
                  <a:lnTo>
                    <a:pt x="340434" y="357276"/>
                  </a:lnTo>
                  <a:lnTo>
                    <a:pt x="350842" y="343279"/>
                  </a:lnTo>
                  <a:lnTo>
                    <a:pt x="359564" y="327521"/>
                  </a:lnTo>
                  <a:lnTo>
                    <a:pt x="366323" y="310215"/>
                  </a:lnTo>
                  <a:lnTo>
                    <a:pt x="370867" y="291611"/>
                  </a:lnTo>
                  <a:lnTo>
                    <a:pt x="372979" y="272002"/>
                  </a:lnTo>
                  <a:lnTo>
                    <a:pt x="372479" y="251714"/>
                  </a:lnTo>
                  <a:lnTo>
                    <a:pt x="369234" y="231099"/>
                  </a:lnTo>
                  <a:lnTo>
                    <a:pt x="363159" y="210535"/>
                  </a:lnTo>
                  <a:lnTo>
                    <a:pt x="354219" y="190413"/>
                  </a:lnTo>
                  <a:lnTo>
                    <a:pt x="342436" y="171135"/>
                  </a:lnTo>
                  <a:lnTo>
                    <a:pt x="327887" y="153101"/>
                  </a:lnTo>
                  <a:lnTo>
                    <a:pt x="310705" y="136708"/>
                  </a:lnTo>
                  <a:lnTo>
                    <a:pt x="291080" y="122334"/>
                  </a:lnTo>
                  <a:lnTo>
                    <a:pt x="269256" y="110336"/>
                  </a:lnTo>
                  <a:lnTo>
                    <a:pt x="245528" y="101042"/>
                  </a:lnTo>
                  <a:close/>
                </a:path>
              </a:pathLst>
            </a:custGeom>
            <a:solidFill>
              <a:srgbClr val="619CFF">
                <a:alpha val="25882"/>
              </a:srgbClr>
            </a:solidFill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3371179" y="2354373"/>
              <a:ext cx="739347" cy="523549"/>
            </a:xfrm>
            <a:custGeom>
              <a:avLst/>
              <a:pathLst>
                <a:path w="739347" h="523549">
                  <a:moveTo>
                    <a:pt x="220238" y="94741"/>
                  </a:moveTo>
                  <a:lnTo>
                    <a:pt x="229799" y="83414"/>
                  </a:lnTo>
                  <a:lnTo>
                    <a:pt x="240347" y="72547"/>
                  </a:lnTo>
                  <a:lnTo>
                    <a:pt x="251858" y="62206"/>
                  </a:lnTo>
                  <a:lnTo>
                    <a:pt x="264308" y="52454"/>
                  </a:lnTo>
                  <a:lnTo>
                    <a:pt x="277665" y="43351"/>
                  </a:lnTo>
                  <a:lnTo>
                    <a:pt x="291895" y="34960"/>
                  </a:lnTo>
                  <a:lnTo>
                    <a:pt x="306960" y="27339"/>
                  </a:lnTo>
                  <a:lnTo>
                    <a:pt x="322820" y="20543"/>
                  </a:lnTo>
                  <a:lnTo>
                    <a:pt x="339431" y="14628"/>
                  </a:lnTo>
                  <a:lnTo>
                    <a:pt x="356744" y="9646"/>
                  </a:lnTo>
                  <a:lnTo>
                    <a:pt x="374710" y="5647"/>
                  </a:lnTo>
                  <a:lnTo>
                    <a:pt x="393275" y="2677"/>
                  </a:lnTo>
                  <a:lnTo>
                    <a:pt x="412381" y="781"/>
                  </a:lnTo>
                  <a:lnTo>
                    <a:pt x="431971" y="0"/>
                  </a:lnTo>
                  <a:lnTo>
                    <a:pt x="451981" y="371"/>
                  </a:lnTo>
                  <a:lnTo>
                    <a:pt x="472349" y="1930"/>
                  </a:lnTo>
                  <a:lnTo>
                    <a:pt x="493009" y="4708"/>
                  </a:lnTo>
                  <a:lnTo>
                    <a:pt x="513890" y="8732"/>
                  </a:lnTo>
                  <a:lnTo>
                    <a:pt x="528289" y="16555"/>
                  </a:lnTo>
                  <a:lnTo>
                    <a:pt x="542509" y="25048"/>
                  </a:lnTo>
                  <a:lnTo>
                    <a:pt x="556518" y="34210"/>
                  </a:lnTo>
                  <a:lnTo>
                    <a:pt x="570288" y="44036"/>
                  </a:lnTo>
                  <a:lnTo>
                    <a:pt x="583788" y="54520"/>
                  </a:lnTo>
                  <a:lnTo>
                    <a:pt x="596988" y="65657"/>
                  </a:lnTo>
                  <a:lnTo>
                    <a:pt x="609858" y="77437"/>
                  </a:lnTo>
                  <a:lnTo>
                    <a:pt x="622367" y="89853"/>
                  </a:lnTo>
                  <a:lnTo>
                    <a:pt x="634487" y="102893"/>
                  </a:lnTo>
                  <a:lnTo>
                    <a:pt x="646188" y="116544"/>
                  </a:lnTo>
                  <a:lnTo>
                    <a:pt x="657441" y="130795"/>
                  </a:lnTo>
                  <a:lnTo>
                    <a:pt x="668218" y="145629"/>
                  </a:lnTo>
                  <a:lnTo>
                    <a:pt x="678490" y="161032"/>
                  </a:lnTo>
                  <a:lnTo>
                    <a:pt x="688230" y="176986"/>
                  </a:lnTo>
                  <a:lnTo>
                    <a:pt x="697412" y="193473"/>
                  </a:lnTo>
                  <a:lnTo>
                    <a:pt x="706008" y="210472"/>
                  </a:lnTo>
                  <a:lnTo>
                    <a:pt x="713994" y="227963"/>
                  </a:lnTo>
                  <a:lnTo>
                    <a:pt x="721344" y="245923"/>
                  </a:lnTo>
                  <a:lnTo>
                    <a:pt x="728035" y="264330"/>
                  </a:lnTo>
                  <a:lnTo>
                    <a:pt x="734043" y="283159"/>
                  </a:lnTo>
                  <a:lnTo>
                    <a:pt x="739347" y="302384"/>
                  </a:lnTo>
                  <a:lnTo>
                    <a:pt x="722487" y="318168"/>
                  </a:lnTo>
                  <a:lnTo>
                    <a:pt x="705165" y="332893"/>
                  </a:lnTo>
                  <a:lnTo>
                    <a:pt x="687430" y="346547"/>
                  </a:lnTo>
                  <a:lnTo>
                    <a:pt x="669331" y="359118"/>
                  </a:lnTo>
                  <a:lnTo>
                    <a:pt x="650921" y="370598"/>
                  </a:lnTo>
                  <a:lnTo>
                    <a:pt x="632248" y="380979"/>
                  </a:lnTo>
                  <a:lnTo>
                    <a:pt x="613365" y="390258"/>
                  </a:lnTo>
                  <a:lnTo>
                    <a:pt x="594321" y="398432"/>
                  </a:lnTo>
                  <a:lnTo>
                    <a:pt x="575168" y="405501"/>
                  </a:lnTo>
                  <a:lnTo>
                    <a:pt x="555955" y="411465"/>
                  </a:lnTo>
                  <a:lnTo>
                    <a:pt x="536734" y="416330"/>
                  </a:lnTo>
                  <a:lnTo>
                    <a:pt x="517554" y="420100"/>
                  </a:lnTo>
                  <a:lnTo>
                    <a:pt x="498464" y="422783"/>
                  </a:lnTo>
                  <a:lnTo>
                    <a:pt x="479515" y="424390"/>
                  </a:lnTo>
                  <a:lnTo>
                    <a:pt x="460753" y="424933"/>
                  </a:lnTo>
                  <a:lnTo>
                    <a:pt x="442229" y="424424"/>
                  </a:lnTo>
                  <a:lnTo>
                    <a:pt x="423988" y="422881"/>
                  </a:lnTo>
                  <a:lnTo>
                    <a:pt x="406077" y="420321"/>
                  </a:lnTo>
                  <a:lnTo>
                    <a:pt x="388541" y="416763"/>
                  </a:lnTo>
                  <a:lnTo>
                    <a:pt x="371427" y="412229"/>
                  </a:lnTo>
                  <a:lnTo>
                    <a:pt x="354776" y="406742"/>
                  </a:lnTo>
                  <a:lnTo>
                    <a:pt x="338632" y="400328"/>
                  </a:lnTo>
                  <a:lnTo>
                    <a:pt x="323037" y="393013"/>
                  </a:lnTo>
                  <a:lnTo>
                    <a:pt x="308030" y="384826"/>
                  </a:lnTo>
                  <a:lnTo>
                    <a:pt x="293651" y="375797"/>
                  </a:lnTo>
                  <a:lnTo>
                    <a:pt x="283441" y="384751"/>
                  </a:lnTo>
                  <a:lnTo>
                    <a:pt x="272149" y="392296"/>
                  </a:lnTo>
                  <a:lnTo>
                    <a:pt x="259969" y="398303"/>
                  </a:lnTo>
                  <a:lnTo>
                    <a:pt x="247109" y="402668"/>
                  </a:lnTo>
                  <a:lnTo>
                    <a:pt x="233790" y="405318"/>
                  </a:lnTo>
                  <a:lnTo>
                    <a:pt x="220238" y="406206"/>
                  </a:lnTo>
                  <a:lnTo>
                    <a:pt x="214507" y="419043"/>
                  </a:lnTo>
                  <a:lnTo>
                    <a:pt x="207518" y="431536"/>
                  </a:lnTo>
                  <a:lnTo>
                    <a:pt x="199292" y="443594"/>
                  </a:lnTo>
                  <a:lnTo>
                    <a:pt x="189857" y="455124"/>
                  </a:lnTo>
                  <a:lnTo>
                    <a:pt x="179245" y="466038"/>
                  </a:lnTo>
                  <a:lnTo>
                    <a:pt x="167497" y="476249"/>
                  </a:lnTo>
                  <a:lnTo>
                    <a:pt x="154658" y="485670"/>
                  </a:lnTo>
                  <a:lnTo>
                    <a:pt x="140777" y="494222"/>
                  </a:lnTo>
                  <a:lnTo>
                    <a:pt x="125911" y="501823"/>
                  </a:lnTo>
                  <a:lnTo>
                    <a:pt x="110121" y="508400"/>
                  </a:lnTo>
                  <a:lnTo>
                    <a:pt x="93473" y="513880"/>
                  </a:lnTo>
                  <a:lnTo>
                    <a:pt x="76038" y="518196"/>
                  </a:lnTo>
                  <a:lnTo>
                    <a:pt x="57891" y="521284"/>
                  </a:lnTo>
                  <a:lnTo>
                    <a:pt x="39113" y="523086"/>
                  </a:lnTo>
                  <a:lnTo>
                    <a:pt x="19787" y="523549"/>
                  </a:lnTo>
                  <a:lnTo>
                    <a:pt x="0" y="522623"/>
                  </a:lnTo>
                  <a:lnTo>
                    <a:pt x="2641" y="504975"/>
                  </a:lnTo>
                  <a:lnTo>
                    <a:pt x="6248" y="487808"/>
                  </a:lnTo>
                  <a:lnTo>
                    <a:pt x="10790" y="471169"/>
                  </a:lnTo>
                  <a:lnTo>
                    <a:pt x="16233" y="455101"/>
                  </a:lnTo>
                  <a:lnTo>
                    <a:pt x="22541" y="439648"/>
                  </a:lnTo>
                  <a:lnTo>
                    <a:pt x="29678" y="424850"/>
                  </a:lnTo>
                  <a:lnTo>
                    <a:pt x="37604" y="410746"/>
                  </a:lnTo>
                  <a:lnTo>
                    <a:pt x="46278" y="397374"/>
                  </a:lnTo>
                  <a:lnTo>
                    <a:pt x="55659" y="384767"/>
                  </a:lnTo>
                  <a:lnTo>
                    <a:pt x="65701" y="372959"/>
                  </a:lnTo>
                  <a:lnTo>
                    <a:pt x="76360" y="361980"/>
                  </a:lnTo>
                  <a:lnTo>
                    <a:pt x="87590" y="351860"/>
                  </a:lnTo>
                  <a:lnTo>
                    <a:pt x="99341" y="342623"/>
                  </a:lnTo>
                  <a:lnTo>
                    <a:pt x="111566" y="334293"/>
                  </a:lnTo>
                  <a:lnTo>
                    <a:pt x="124214" y="326893"/>
                  </a:lnTo>
                  <a:lnTo>
                    <a:pt x="137235" y="320441"/>
                  </a:lnTo>
                  <a:lnTo>
                    <a:pt x="150576" y="314953"/>
                  </a:lnTo>
                  <a:lnTo>
                    <a:pt x="164185" y="310444"/>
                  </a:lnTo>
                  <a:lnTo>
                    <a:pt x="178009" y="306924"/>
                  </a:lnTo>
                  <a:lnTo>
                    <a:pt x="191996" y="304404"/>
                  </a:lnTo>
                  <a:lnTo>
                    <a:pt x="206090" y="302890"/>
                  </a:lnTo>
                  <a:lnTo>
                    <a:pt x="220238" y="302384"/>
                  </a:lnTo>
                  <a:lnTo>
                    <a:pt x="220238" y="302384"/>
                  </a:lnTo>
                </a:path>
              </a:pathLst>
            </a:custGeom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3559816" y="2417513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3853468" y="233150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078924" y="2625157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3633229" y="2698570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3559816" y="2728978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339577" y="2845396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3559816" y="2625157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559816" y="2625157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3591417" y="2137650"/>
              <a:ext cx="0" cy="519108"/>
            </a:xfrm>
            <a:custGeom>
              <a:avLst/>
              <a:pathLst>
                <a:path w="0" h="519108">
                  <a:moveTo>
                    <a:pt x="0" y="519108"/>
                  </a:moveTo>
                  <a:lnTo>
                    <a:pt x="0" y="501207"/>
                  </a:lnTo>
                  <a:lnTo>
                    <a:pt x="0" y="483307"/>
                  </a:lnTo>
                  <a:lnTo>
                    <a:pt x="0" y="465407"/>
                  </a:lnTo>
                  <a:lnTo>
                    <a:pt x="0" y="447507"/>
                  </a:lnTo>
                  <a:lnTo>
                    <a:pt x="0" y="429606"/>
                  </a:lnTo>
                  <a:lnTo>
                    <a:pt x="0" y="411706"/>
                  </a:lnTo>
                  <a:lnTo>
                    <a:pt x="0" y="393806"/>
                  </a:lnTo>
                  <a:lnTo>
                    <a:pt x="0" y="375905"/>
                  </a:lnTo>
                  <a:lnTo>
                    <a:pt x="0" y="358005"/>
                  </a:lnTo>
                  <a:lnTo>
                    <a:pt x="0" y="340105"/>
                  </a:lnTo>
                  <a:lnTo>
                    <a:pt x="0" y="322205"/>
                  </a:lnTo>
                  <a:lnTo>
                    <a:pt x="0" y="304304"/>
                  </a:lnTo>
                  <a:lnTo>
                    <a:pt x="0" y="286404"/>
                  </a:lnTo>
                  <a:lnTo>
                    <a:pt x="0" y="268504"/>
                  </a:lnTo>
                  <a:lnTo>
                    <a:pt x="0" y="250603"/>
                  </a:lnTo>
                  <a:lnTo>
                    <a:pt x="0" y="232703"/>
                  </a:lnTo>
                  <a:lnTo>
                    <a:pt x="0" y="214803"/>
                  </a:lnTo>
                  <a:lnTo>
                    <a:pt x="0" y="196903"/>
                  </a:lnTo>
                  <a:lnTo>
                    <a:pt x="0" y="179002"/>
                  </a:lnTo>
                  <a:lnTo>
                    <a:pt x="0" y="161102"/>
                  </a:lnTo>
                  <a:lnTo>
                    <a:pt x="0" y="143202"/>
                  </a:lnTo>
                  <a:lnTo>
                    <a:pt x="0" y="125301"/>
                  </a:lnTo>
                  <a:lnTo>
                    <a:pt x="0" y="107401"/>
                  </a:lnTo>
                  <a:lnTo>
                    <a:pt x="0" y="89501"/>
                  </a:lnTo>
                  <a:lnTo>
                    <a:pt x="0" y="71601"/>
                  </a:lnTo>
                  <a:lnTo>
                    <a:pt x="0" y="53700"/>
                  </a:lnTo>
                  <a:lnTo>
                    <a:pt x="0" y="35800"/>
                  </a:lnTo>
                  <a:lnTo>
                    <a:pt x="0" y="1790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3591417" y="2289693"/>
              <a:ext cx="367064" cy="367064"/>
            </a:xfrm>
            <a:custGeom>
              <a:avLst/>
              <a:pathLst>
                <a:path w="367064" h="367064">
                  <a:moveTo>
                    <a:pt x="0" y="367064"/>
                  </a:moveTo>
                  <a:lnTo>
                    <a:pt x="12657" y="354407"/>
                  </a:lnTo>
                  <a:lnTo>
                    <a:pt x="25314" y="341750"/>
                  </a:lnTo>
                  <a:lnTo>
                    <a:pt x="37972" y="329092"/>
                  </a:lnTo>
                  <a:lnTo>
                    <a:pt x="50629" y="316435"/>
                  </a:lnTo>
                  <a:lnTo>
                    <a:pt x="63287" y="303777"/>
                  </a:lnTo>
                  <a:lnTo>
                    <a:pt x="75944" y="291120"/>
                  </a:lnTo>
                  <a:lnTo>
                    <a:pt x="88601" y="278463"/>
                  </a:lnTo>
                  <a:lnTo>
                    <a:pt x="101259" y="265805"/>
                  </a:lnTo>
                  <a:lnTo>
                    <a:pt x="113916" y="253148"/>
                  </a:lnTo>
                  <a:lnTo>
                    <a:pt x="126574" y="240490"/>
                  </a:lnTo>
                  <a:lnTo>
                    <a:pt x="139231" y="227833"/>
                  </a:lnTo>
                  <a:lnTo>
                    <a:pt x="151888" y="215175"/>
                  </a:lnTo>
                  <a:lnTo>
                    <a:pt x="164546" y="202518"/>
                  </a:lnTo>
                  <a:lnTo>
                    <a:pt x="177203" y="189861"/>
                  </a:lnTo>
                  <a:lnTo>
                    <a:pt x="189861" y="177203"/>
                  </a:lnTo>
                  <a:lnTo>
                    <a:pt x="202518" y="164546"/>
                  </a:lnTo>
                  <a:lnTo>
                    <a:pt x="215175" y="151888"/>
                  </a:lnTo>
                  <a:lnTo>
                    <a:pt x="227833" y="139231"/>
                  </a:lnTo>
                  <a:lnTo>
                    <a:pt x="240490" y="126574"/>
                  </a:lnTo>
                  <a:lnTo>
                    <a:pt x="253148" y="113916"/>
                  </a:lnTo>
                  <a:lnTo>
                    <a:pt x="265805" y="101259"/>
                  </a:lnTo>
                  <a:lnTo>
                    <a:pt x="278463" y="88601"/>
                  </a:lnTo>
                  <a:lnTo>
                    <a:pt x="291120" y="75944"/>
                  </a:lnTo>
                  <a:lnTo>
                    <a:pt x="303777" y="63287"/>
                  </a:lnTo>
                  <a:lnTo>
                    <a:pt x="316435" y="50629"/>
                  </a:lnTo>
                  <a:lnTo>
                    <a:pt x="329092" y="37972"/>
                  </a:lnTo>
                  <a:lnTo>
                    <a:pt x="341750" y="25314"/>
                  </a:lnTo>
                  <a:lnTo>
                    <a:pt x="354407" y="12657"/>
                  </a:lnTo>
                  <a:lnTo>
                    <a:pt x="367064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3591417" y="2656758"/>
              <a:ext cx="519108" cy="0"/>
            </a:xfrm>
            <a:custGeom>
              <a:avLst/>
              <a:pathLst>
                <a:path w="519108" h="0">
                  <a:moveTo>
                    <a:pt x="0" y="0"/>
                  </a:moveTo>
                  <a:lnTo>
                    <a:pt x="17900" y="0"/>
                  </a:lnTo>
                  <a:lnTo>
                    <a:pt x="35800" y="0"/>
                  </a:lnTo>
                  <a:lnTo>
                    <a:pt x="53700" y="0"/>
                  </a:lnTo>
                  <a:lnTo>
                    <a:pt x="71601" y="0"/>
                  </a:lnTo>
                  <a:lnTo>
                    <a:pt x="89501" y="0"/>
                  </a:lnTo>
                  <a:lnTo>
                    <a:pt x="107401" y="0"/>
                  </a:lnTo>
                  <a:lnTo>
                    <a:pt x="125301" y="0"/>
                  </a:lnTo>
                  <a:lnTo>
                    <a:pt x="143202" y="0"/>
                  </a:lnTo>
                  <a:lnTo>
                    <a:pt x="161102" y="0"/>
                  </a:lnTo>
                  <a:lnTo>
                    <a:pt x="179002" y="0"/>
                  </a:lnTo>
                  <a:lnTo>
                    <a:pt x="196903" y="0"/>
                  </a:lnTo>
                  <a:lnTo>
                    <a:pt x="214803" y="0"/>
                  </a:lnTo>
                  <a:lnTo>
                    <a:pt x="232703" y="0"/>
                  </a:lnTo>
                  <a:lnTo>
                    <a:pt x="250603" y="0"/>
                  </a:lnTo>
                  <a:lnTo>
                    <a:pt x="268504" y="0"/>
                  </a:lnTo>
                  <a:lnTo>
                    <a:pt x="286404" y="0"/>
                  </a:lnTo>
                  <a:lnTo>
                    <a:pt x="304304" y="0"/>
                  </a:lnTo>
                  <a:lnTo>
                    <a:pt x="322205" y="0"/>
                  </a:lnTo>
                  <a:lnTo>
                    <a:pt x="340105" y="0"/>
                  </a:lnTo>
                  <a:lnTo>
                    <a:pt x="358005" y="0"/>
                  </a:lnTo>
                  <a:lnTo>
                    <a:pt x="375905" y="0"/>
                  </a:lnTo>
                  <a:lnTo>
                    <a:pt x="393806" y="0"/>
                  </a:lnTo>
                  <a:lnTo>
                    <a:pt x="411706" y="0"/>
                  </a:lnTo>
                  <a:lnTo>
                    <a:pt x="429606" y="0"/>
                  </a:lnTo>
                  <a:lnTo>
                    <a:pt x="447507" y="0"/>
                  </a:lnTo>
                  <a:lnTo>
                    <a:pt x="465407" y="0"/>
                  </a:lnTo>
                  <a:lnTo>
                    <a:pt x="483307" y="0"/>
                  </a:lnTo>
                  <a:lnTo>
                    <a:pt x="501207" y="0"/>
                  </a:lnTo>
                  <a:lnTo>
                    <a:pt x="519108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3591417" y="2656758"/>
              <a:ext cx="367064" cy="367064"/>
            </a:xfrm>
            <a:custGeom>
              <a:avLst/>
              <a:pathLst>
                <a:path w="367064" h="367064">
                  <a:moveTo>
                    <a:pt x="0" y="0"/>
                  </a:moveTo>
                  <a:lnTo>
                    <a:pt x="12657" y="12657"/>
                  </a:lnTo>
                  <a:lnTo>
                    <a:pt x="25314" y="25314"/>
                  </a:lnTo>
                  <a:lnTo>
                    <a:pt x="37972" y="37972"/>
                  </a:lnTo>
                  <a:lnTo>
                    <a:pt x="50629" y="50629"/>
                  </a:lnTo>
                  <a:lnTo>
                    <a:pt x="63287" y="63287"/>
                  </a:lnTo>
                  <a:lnTo>
                    <a:pt x="75944" y="75944"/>
                  </a:lnTo>
                  <a:lnTo>
                    <a:pt x="88601" y="88601"/>
                  </a:lnTo>
                  <a:lnTo>
                    <a:pt x="101259" y="101259"/>
                  </a:lnTo>
                  <a:lnTo>
                    <a:pt x="113916" y="113916"/>
                  </a:lnTo>
                  <a:lnTo>
                    <a:pt x="126574" y="126574"/>
                  </a:lnTo>
                  <a:lnTo>
                    <a:pt x="139231" y="139231"/>
                  </a:lnTo>
                  <a:lnTo>
                    <a:pt x="151888" y="151888"/>
                  </a:lnTo>
                  <a:lnTo>
                    <a:pt x="164546" y="164546"/>
                  </a:lnTo>
                  <a:lnTo>
                    <a:pt x="177203" y="177203"/>
                  </a:lnTo>
                  <a:lnTo>
                    <a:pt x="189861" y="189861"/>
                  </a:lnTo>
                  <a:lnTo>
                    <a:pt x="202518" y="202518"/>
                  </a:lnTo>
                  <a:lnTo>
                    <a:pt x="215175" y="215175"/>
                  </a:lnTo>
                  <a:lnTo>
                    <a:pt x="227833" y="227833"/>
                  </a:lnTo>
                  <a:lnTo>
                    <a:pt x="240490" y="240490"/>
                  </a:lnTo>
                  <a:lnTo>
                    <a:pt x="253148" y="253148"/>
                  </a:lnTo>
                  <a:lnTo>
                    <a:pt x="265805" y="265805"/>
                  </a:lnTo>
                  <a:lnTo>
                    <a:pt x="278463" y="278463"/>
                  </a:lnTo>
                  <a:lnTo>
                    <a:pt x="291120" y="291120"/>
                  </a:lnTo>
                  <a:lnTo>
                    <a:pt x="303777" y="303777"/>
                  </a:lnTo>
                  <a:lnTo>
                    <a:pt x="316435" y="316435"/>
                  </a:lnTo>
                  <a:lnTo>
                    <a:pt x="329092" y="329092"/>
                  </a:lnTo>
                  <a:lnTo>
                    <a:pt x="341750" y="341750"/>
                  </a:lnTo>
                  <a:lnTo>
                    <a:pt x="354407" y="354407"/>
                  </a:lnTo>
                  <a:lnTo>
                    <a:pt x="367064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3591417" y="2656758"/>
              <a:ext cx="0" cy="519108"/>
            </a:xfrm>
            <a:custGeom>
              <a:avLst/>
              <a:pathLst>
                <a:path w="0" h="519108">
                  <a:moveTo>
                    <a:pt x="0" y="0"/>
                  </a:moveTo>
                  <a:lnTo>
                    <a:pt x="0" y="17900"/>
                  </a:lnTo>
                  <a:lnTo>
                    <a:pt x="0" y="35800"/>
                  </a:lnTo>
                  <a:lnTo>
                    <a:pt x="0" y="53700"/>
                  </a:lnTo>
                  <a:lnTo>
                    <a:pt x="0" y="71601"/>
                  </a:lnTo>
                  <a:lnTo>
                    <a:pt x="0" y="89501"/>
                  </a:lnTo>
                  <a:lnTo>
                    <a:pt x="0" y="107401"/>
                  </a:lnTo>
                  <a:lnTo>
                    <a:pt x="0" y="125301"/>
                  </a:lnTo>
                  <a:lnTo>
                    <a:pt x="0" y="143202"/>
                  </a:lnTo>
                  <a:lnTo>
                    <a:pt x="0" y="161102"/>
                  </a:lnTo>
                  <a:lnTo>
                    <a:pt x="0" y="179002"/>
                  </a:lnTo>
                  <a:lnTo>
                    <a:pt x="0" y="196903"/>
                  </a:lnTo>
                  <a:lnTo>
                    <a:pt x="0" y="214803"/>
                  </a:lnTo>
                  <a:lnTo>
                    <a:pt x="0" y="232703"/>
                  </a:lnTo>
                  <a:lnTo>
                    <a:pt x="0" y="250603"/>
                  </a:lnTo>
                  <a:lnTo>
                    <a:pt x="0" y="268504"/>
                  </a:lnTo>
                  <a:lnTo>
                    <a:pt x="0" y="286404"/>
                  </a:lnTo>
                  <a:lnTo>
                    <a:pt x="0" y="304304"/>
                  </a:lnTo>
                  <a:lnTo>
                    <a:pt x="0" y="322205"/>
                  </a:lnTo>
                  <a:lnTo>
                    <a:pt x="0" y="340105"/>
                  </a:lnTo>
                  <a:lnTo>
                    <a:pt x="0" y="358005"/>
                  </a:lnTo>
                  <a:lnTo>
                    <a:pt x="0" y="375905"/>
                  </a:lnTo>
                  <a:lnTo>
                    <a:pt x="0" y="393806"/>
                  </a:lnTo>
                  <a:lnTo>
                    <a:pt x="0" y="411706"/>
                  </a:lnTo>
                  <a:lnTo>
                    <a:pt x="0" y="429606"/>
                  </a:lnTo>
                  <a:lnTo>
                    <a:pt x="0" y="447507"/>
                  </a:lnTo>
                  <a:lnTo>
                    <a:pt x="0" y="465407"/>
                  </a:lnTo>
                  <a:lnTo>
                    <a:pt x="0" y="483307"/>
                  </a:lnTo>
                  <a:lnTo>
                    <a:pt x="0" y="501207"/>
                  </a:lnTo>
                  <a:lnTo>
                    <a:pt x="0" y="519108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3224353" y="2656758"/>
              <a:ext cx="367064" cy="367064"/>
            </a:xfrm>
            <a:custGeom>
              <a:avLst/>
              <a:pathLst>
                <a:path w="367064" h="367064">
                  <a:moveTo>
                    <a:pt x="367064" y="0"/>
                  </a:moveTo>
                  <a:lnTo>
                    <a:pt x="354407" y="12657"/>
                  </a:lnTo>
                  <a:lnTo>
                    <a:pt x="341750" y="25314"/>
                  </a:lnTo>
                  <a:lnTo>
                    <a:pt x="329092" y="37972"/>
                  </a:lnTo>
                  <a:lnTo>
                    <a:pt x="316435" y="50629"/>
                  </a:lnTo>
                  <a:lnTo>
                    <a:pt x="303777" y="63287"/>
                  </a:lnTo>
                  <a:lnTo>
                    <a:pt x="291120" y="75944"/>
                  </a:lnTo>
                  <a:lnTo>
                    <a:pt x="278463" y="88601"/>
                  </a:lnTo>
                  <a:lnTo>
                    <a:pt x="265805" y="101259"/>
                  </a:lnTo>
                  <a:lnTo>
                    <a:pt x="253148" y="113916"/>
                  </a:lnTo>
                  <a:lnTo>
                    <a:pt x="240490" y="126574"/>
                  </a:lnTo>
                  <a:lnTo>
                    <a:pt x="227833" y="139231"/>
                  </a:lnTo>
                  <a:lnTo>
                    <a:pt x="215175" y="151888"/>
                  </a:lnTo>
                  <a:lnTo>
                    <a:pt x="202518" y="164546"/>
                  </a:lnTo>
                  <a:lnTo>
                    <a:pt x="189861" y="177203"/>
                  </a:lnTo>
                  <a:lnTo>
                    <a:pt x="177203" y="189861"/>
                  </a:lnTo>
                  <a:lnTo>
                    <a:pt x="164546" y="202518"/>
                  </a:lnTo>
                  <a:lnTo>
                    <a:pt x="151888" y="215175"/>
                  </a:lnTo>
                  <a:lnTo>
                    <a:pt x="139231" y="227833"/>
                  </a:lnTo>
                  <a:lnTo>
                    <a:pt x="126574" y="240490"/>
                  </a:lnTo>
                  <a:lnTo>
                    <a:pt x="113916" y="253148"/>
                  </a:lnTo>
                  <a:lnTo>
                    <a:pt x="101259" y="265805"/>
                  </a:lnTo>
                  <a:lnTo>
                    <a:pt x="88601" y="278463"/>
                  </a:lnTo>
                  <a:lnTo>
                    <a:pt x="75944" y="291120"/>
                  </a:lnTo>
                  <a:lnTo>
                    <a:pt x="63287" y="303777"/>
                  </a:lnTo>
                  <a:lnTo>
                    <a:pt x="50629" y="316435"/>
                  </a:lnTo>
                  <a:lnTo>
                    <a:pt x="37972" y="329092"/>
                  </a:lnTo>
                  <a:lnTo>
                    <a:pt x="25314" y="341750"/>
                  </a:lnTo>
                  <a:lnTo>
                    <a:pt x="12657" y="354407"/>
                  </a:lnTo>
                  <a:lnTo>
                    <a:pt x="0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3072309" y="2656758"/>
              <a:ext cx="519108" cy="0"/>
            </a:xfrm>
            <a:custGeom>
              <a:avLst/>
              <a:pathLst>
                <a:path w="519108" h="0">
                  <a:moveTo>
                    <a:pt x="519108" y="0"/>
                  </a:moveTo>
                  <a:lnTo>
                    <a:pt x="501207" y="0"/>
                  </a:lnTo>
                  <a:lnTo>
                    <a:pt x="483307" y="0"/>
                  </a:lnTo>
                  <a:lnTo>
                    <a:pt x="465407" y="0"/>
                  </a:lnTo>
                  <a:lnTo>
                    <a:pt x="447507" y="0"/>
                  </a:lnTo>
                  <a:lnTo>
                    <a:pt x="429606" y="0"/>
                  </a:lnTo>
                  <a:lnTo>
                    <a:pt x="411706" y="0"/>
                  </a:lnTo>
                  <a:lnTo>
                    <a:pt x="393806" y="0"/>
                  </a:lnTo>
                  <a:lnTo>
                    <a:pt x="375905" y="0"/>
                  </a:lnTo>
                  <a:lnTo>
                    <a:pt x="358005" y="0"/>
                  </a:lnTo>
                  <a:lnTo>
                    <a:pt x="340105" y="0"/>
                  </a:lnTo>
                  <a:lnTo>
                    <a:pt x="322205" y="0"/>
                  </a:lnTo>
                  <a:lnTo>
                    <a:pt x="304304" y="0"/>
                  </a:lnTo>
                  <a:lnTo>
                    <a:pt x="286404" y="0"/>
                  </a:lnTo>
                  <a:lnTo>
                    <a:pt x="268504" y="0"/>
                  </a:lnTo>
                  <a:lnTo>
                    <a:pt x="250603" y="0"/>
                  </a:lnTo>
                  <a:lnTo>
                    <a:pt x="232703" y="0"/>
                  </a:lnTo>
                  <a:lnTo>
                    <a:pt x="214803" y="0"/>
                  </a:lnTo>
                  <a:lnTo>
                    <a:pt x="196903" y="0"/>
                  </a:lnTo>
                  <a:lnTo>
                    <a:pt x="179002" y="0"/>
                  </a:lnTo>
                  <a:lnTo>
                    <a:pt x="161102" y="0"/>
                  </a:lnTo>
                  <a:lnTo>
                    <a:pt x="143202" y="0"/>
                  </a:lnTo>
                  <a:lnTo>
                    <a:pt x="125301" y="0"/>
                  </a:lnTo>
                  <a:lnTo>
                    <a:pt x="107401" y="0"/>
                  </a:lnTo>
                  <a:lnTo>
                    <a:pt x="89501" y="0"/>
                  </a:lnTo>
                  <a:lnTo>
                    <a:pt x="71601" y="0"/>
                  </a:lnTo>
                  <a:lnTo>
                    <a:pt x="53700" y="0"/>
                  </a:lnTo>
                  <a:lnTo>
                    <a:pt x="35800" y="0"/>
                  </a:lnTo>
                  <a:lnTo>
                    <a:pt x="17900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3224353" y="2289693"/>
              <a:ext cx="367064" cy="367064"/>
            </a:xfrm>
            <a:custGeom>
              <a:avLst/>
              <a:pathLst>
                <a:path w="367064" h="367064">
                  <a:moveTo>
                    <a:pt x="367064" y="367064"/>
                  </a:moveTo>
                  <a:lnTo>
                    <a:pt x="354407" y="354407"/>
                  </a:lnTo>
                  <a:lnTo>
                    <a:pt x="341750" y="341750"/>
                  </a:lnTo>
                  <a:lnTo>
                    <a:pt x="329092" y="329092"/>
                  </a:lnTo>
                  <a:lnTo>
                    <a:pt x="316435" y="316435"/>
                  </a:lnTo>
                  <a:lnTo>
                    <a:pt x="303777" y="303777"/>
                  </a:lnTo>
                  <a:lnTo>
                    <a:pt x="291120" y="291120"/>
                  </a:lnTo>
                  <a:lnTo>
                    <a:pt x="278463" y="278463"/>
                  </a:lnTo>
                  <a:lnTo>
                    <a:pt x="265805" y="265805"/>
                  </a:lnTo>
                  <a:lnTo>
                    <a:pt x="253148" y="253148"/>
                  </a:lnTo>
                  <a:lnTo>
                    <a:pt x="240490" y="240490"/>
                  </a:lnTo>
                  <a:lnTo>
                    <a:pt x="227833" y="227833"/>
                  </a:lnTo>
                  <a:lnTo>
                    <a:pt x="215175" y="215175"/>
                  </a:lnTo>
                  <a:lnTo>
                    <a:pt x="202518" y="202518"/>
                  </a:lnTo>
                  <a:lnTo>
                    <a:pt x="189861" y="189861"/>
                  </a:lnTo>
                  <a:lnTo>
                    <a:pt x="177203" y="177203"/>
                  </a:lnTo>
                  <a:lnTo>
                    <a:pt x="164546" y="164546"/>
                  </a:lnTo>
                  <a:lnTo>
                    <a:pt x="151888" y="151888"/>
                  </a:lnTo>
                  <a:lnTo>
                    <a:pt x="139231" y="139231"/>
                  </a:lnTo>
                  <a:lnTo>
                    <a:pt x="126574" y="126574"/>
                  </a:lnTo>
                  <a:lnTo>
                    <a:pt x="113916" y="113916"/>
                  </a:lnTo>
                  <a:lnTo>
                    <a:pt x="101259" y="101259"/>
                  </a:lnTo>
                  <a:lnTo>
                    <a:pt x="88601" y="88601"/>
                  </a:lnTo>
                  <a:lnTo>
                    <a:pt x="75944" y="75944"/>
                  </a:lnTo>
                  <a:lnTo>
                    <a:pt x="63287" y="63287"/>
                  </a:lnTo>
                  <a:lnTo>
                    <a:pt x="50629" y="50629"/>
                  </a:lnTo>
                  <a:lnTo>
                    <a:pt x="37972" y="37972"/>
                  </a:lnTo>
                  <a:lnTo>
                    <a:pt x="25314" y="25314"/>
                  </a:lnTo>
                  <a:lnTo>
                    <a:pt x="12657" y="1265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tx265"/>
            <p:cNvSpPr/>
            <p:nvPr/>
          </p:nvSpPr>
          <p:spPr>
            <a:xfrm>
              <a:off x="3459378" y="2034082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3770233" y="220513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4067332" y="2618079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3761135" y="3031027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69" name="tx269"/>
            <p:cNvSpPr/>
            <p:nvPr/>
          </p:nvSpPr>
          <p:spPr>
            <a:xfrm>
              <a:off x="3450280" y="320207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2926278" y="3031027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271" name="tx271"/>
            <p:cNvSpPr/>
            <p:nvPr/>
          </p:nvSpPr>
          <p:spPr>
            <a:xfrm>
              <a:off x="2885348" y="2618079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2935376" y="220513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273" name="tx273"/>
            <p:cNvSpPr/>
            <p:nvPr/>
          </p:nvSpPr>
          <p:spPr>
            <a:xfrm>
              <a:off x="2701960" y="2365383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2652491" y="210582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275" name="rc275"/>
            <p:cNvSpPr/>
            <p:nvPr/>
          </p:nvSpPr>
          <p:spPr>
            <a:xfrm>
              <a:off x="4571999" y="1749294"/>
              <a:ext cx="2251205" cy="22062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276" name="rc276"/>
            <p:cNvSpPr/>
            <p:nvPr/>
          </p:nvSpPr>
          <p:spPr>
            <a:xfrm>
              <a:off x="4571999" y="1969915"/>
              <a:ext cx="2251205" cy="14590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" name="rc277"/>
            <p:cNvSpPr/>
            <p:nvPr/>
          </p:nvSpPr>
          <p:spPr>
            <a:xfrm>
              <a:off x="4899999" y="1749294"/>
              <a:ext cx="1885248" cy="22062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8" name="tx278"/>
            <p:cNvSpPr/>
            <p:nvPr/>
          </p:nvSpPr>
          <p:spPr>
            <a:xfrm>
              <a:off x="5417656" y="1779042"/>
              <a:ext cx="8499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Coraciiformes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5240536" y="1875817"/>
              <a:ext cx="12041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15, species = 8</a:t>
              </a:r>
            </a:p>
          </p:txBody>
        </p:sp>
        <p:sp>
          <p:nvSpPr>
            <p:cNvPr id="280" name="rc280"/>
            <p:cNvSpPr/>
            <p:nvPr/>
          </p:nvSpPr>
          <p:spPr>
            <a:xfrm>
              <a:off x="5193738" y="2007873"/>
              <a:ext cx="1297770" cy="1297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5842623" y="2072761"/>
              <a:ext cx="0" cy="583996"/>
            </a:xfrm>
            <a:custGeom>
              <a:avLst/>
              <a:pathLst>
                <a:path w="0" h="583996">
                  <a:moveTo>
                    <a:pt x="0" y="583996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5842623" y="2243810"/>
              <a:ext cx="412948" cy="412948"/>
            </a:xfrm>
            <a:custGeom>
              <a:avLst/>
              <a:pathLst>
                <a:path w="412948" h="412948">
                  <a:moveTo>
                    <a:pt x="0" y="412948"/>
                  </a:moveTo>
                  <a:lnTo>
                    <a:pt x="41294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5842623" y="2656758"/>
              <a:ext cx="583996" cy="0"/>
            </a:xfrm>
            <a:custGeom>
              <a:avLst/>
              <a:pathLst>
                <a:path w="583996" h="0">
                  <a:moveTo>
                    <a:pt x="0" y="0"/>
                  </a:moveTo>
                  <a:lnTo>
                    <a:pt x="583996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5842623" y="2656758"/>
              <a:ext cx="412948" cy="412948"/>
            </a:xfrm>
            <a:custGeom>
              <a:avLst/>
              <a:pathLst>
                <a:path w="412948" h="412948">
                  <a:moveTo>
                    <a:pt x="0" y="0"/>
                  </a:moveTo>
                  <a:lnTo>
                    <a:pt x="412948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5842623" y="2656758"/>
              <a:ext cx="0" cy="583996"/>
            </a:xfrm>
            <a:custGeom>
              <a:avLst/>
              <a:pathLst>
                <a:path w="0" h="583996">
                  <a:moveTo>
                    <a:pt x="0" y="0"/>
                  </a:moveTo>
                  <a:lnTo>
                    <a:pt x="0" y="583996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5429675" y="2656758"/>
              <a:ext cx="412948" cy="412948"/>
            </a:xfrm>
            <a:custGeom>
              <a:avLst/>
              <a:pathLst>
                <a:path w="412948" h="412948">
                  <a:moveTo>
                    <a:pt x="412948" y="0"/>
                  </a:moveTo>
                  <a:lnTo>
                    <a:pt x="0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5258626" y="2656758"/>
              <a:ext cx="583996" cy="0"/>
            </a:xfrm>
            <a:custGeom>
              <a:avLst/>
              <a:pathLst>
                <a:path w="583996" h="0">
                  <a:moveTo>
                    <a:pt x="583996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5429675" y="2243810"/>
              <a:ext cx="412948" cy="412948"/>
            </a:xfrm>
            <a:custGeom>
              <a:avLst/>
              <a:pathLst>
                <a:path w="412948" h="412948">
                  <a:moveTo>
                    <a:pt x="412948" y="41294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5583102" y="2397204"/>
              <a:ext cx="519042" cy="518977"/>
            </a:xfrm>
            <a:custGeom>
              <a:avLst/>
              <a:pathLst>
                <a:path w="519042" h="518977">
                  <a:moveTo>
                    <a:pt x="259521" y="0"/>
                  </a:moveTo>
                  <a:lnTo>
                    <a:pt x="275983" y="522"/>
                  </a:lnTo>
                  <a:lnTo>
                    <a:pt x="292379" y="2088"/>
                  </a:lnTo>
                  <a:lnTo>
                    <a:pt x="308642" y="4690"/>
                  </a:lnTo>
                  <a:lnTo>
                    <a:pt x="324707" y="8319"/>
                  </a:lnTo>
                  <a:lnTo>
                    <a:pt x="340510" y="12959"/>
                  </a:lnTo>
                  <a:lnTo>
                    <a:pt x="355987" y="18592"/>
                  </a:lnTo>
                  <a:lnTo>
                    <a:pt x="371076" y="25195"/>
                  </a:lnTo>
                  <a:lnTo>
                    <a:pt x="385715" y="32742"/>
                  </a:lnTo>
                  <a:lnTo>
                    <a:pt x="399846" y="41203"/>
                  </a:lnTo>
                  <a:lnTo>
                    <a:pt x="413413" y="50542"/>
                  </a:lnTo>
                  <a:lnTo>
                    <a:pt x="426359" y="60724"/>
                  </a:lnTo>
                  <a:lnTo>
                    <a:pt x="438634" y="71705"/>
                  </a:lnTo>
                  <a:lnTo>
                    <a:pt x="450187" y="83444"/>
                  </a:lnTo>
                  <a:lnTo>
                    <a:pt x="460973" y="95891"/>
                  </a:lnTo>
                  <a:lnTo>
                    <a:pt x="470947" y="108997"/>
                  </a:lnTo>
                  <a:lnTo>
                    <a:pt x="480071" y="122710"/>
                  </a:lnTo>
                  <a:lnTo>
                    <a:pt x="488306" y="136974"/>
                  </a:lnTo>
                  <a:lnTo>
                    <a:pt x="495620" y="151731"/>
                  </a:lnTo>
                  <a:lnTo>
                    <a:pt x="501983" y="166922"/>
                  </a:lnTo>
                  <a:lnTo>
                    <a:pt x="507370" y="182487"/>
                  </a:lnTo>
                  <a:lnTo>
                    <a:pt x="511759" y="198361"/>
                  </a:lnTo>
                  <a:lnTo>
                    <a:pt x="515132" y="214483"/>
                  </a:lnTo>
                  <a:lnTo>
                    <a:pt x="517476" y="230785"/>
                  </a:lnTo>
                  <a:lnTo>
                    <a:pt x="518781" y="247204"/>
                  </a:lnTo>
                  <a:lnTo>
                    <a:pt x="519042" y="263672"/>
                  </a:lnTo>
                  <a:lnTo>
                    <a:pt x="518259" y="280123"/>
                  </a:lnTo>
                  <a:lnTo>
                    <a:pt x="516433" y="296492"/>
                  </a:lnTo>
                  <a:lnTo>
                    <a:pt x="513573" y="312712"/>
                  </a:lnTo>
                  <a:lnTo>
                    <a:pt x="509690" y="328718"/>
                  </a:lnTo>
                  <a:lnTo>
                    <a:pt x="504800" y="344445"/>
                  </a:lnTo>
                  <a:lnTo>
                    <a:pt x="498922" y="359831"/>
                  </a:lnTo>
                  <a:lnTo>
                    <a:pt x="492080" y="374813"/>
                  </a:lnTo>
                  <a:lnTo>
                    <a:pt x="484301" y="389331"/>
                  </a:lnTo>
                  <a:lnTo>
                    <a:pt x="475618" y="403326"/>
                  </a:lnTo>
                  <a:lnTo>
                    <a:pt x="466064" y="416742"/>
                  </a:lnTo>
                  <a:lnTo>
                    <a:pt x="455679" y="429525"/>
                  </a:lnTo>
                  <a:lnTo>
                    <a:pt x="444504" y="441624"/>
                  </a:lnTo>
                  <a:lnTo>
                    <a:pt x="432584" y="452990"/>
                  </a:lnTo>
                  <a:lnTo>
                    <a:pt x="419967" y="463577"/>
                  </a:lnTo>
                  <a:lnTo>
                    <a:pt x="406704" y="473342"/>
                  </a:lnTo>
                  <a:lnTo>
                    <a:pt x="392848" y="482247"/>
                  </a:lnTo>
                  <a:lnTo>
                    <a:pt x="378455" y="490254"/>
                  </a:lnTo>
                  <a:lnTo>
                    <a:pt x="363584" y="497333"/>
                  </a:lnTo>
                  <a:lnTo>
                    <a:pt x="348294" y="503455"/>
                  </a:lnTo>
                  <a:lnTo>
                    <a:pt x="332646" y="508594"/>
                  </a:lnTo>
                  <a:lnTo>
                    <a:pt x="316703" y="512730"/>
                  </a:lnTo>
                  <a:lnTo>
                    <a:pt x="300531" y="515847"/>
                  </a:lnTo>
                  <a:lnTo>
                    <a:pt x="284193" y="517932"/>
                  </a:lnTo>
                  <a:lnTo>
                    <a:pt x="267756" y="518977"/>
                  </a:lnTo>
                  <a:lnTo>
                    <a:pt x="251286" y="518977"/>
                  </a:lnTo>
                  <a:lnTo>
                    <a:pt x="234849" y="517932"/>
                  </a:lnTo>
                  <a:lnTo>
                    <a:pt x="218511" y="515847"/>
                  </a:lnTo>
                  <a:lnTo>
                    <a:pt x="202338" y="512730"/>
                  </a:lnTo>
                  <a:lnTo>
                    <a:pt x="186396" y="508594"/>
                  </a:lnTo>
                  <a:lnTo>
                    <a:pt x="170748" y="503455"/>
                  </a:lnTo>
                  <a:lnTo>
                    <a:pt x="155458" y="497333"/>
                  </a:lnTo>
                  <a:lnTo>
                    <a:pt x="140586" y="490254"/>
                  </a:lnTo>
                  <a:lnTo>
                    <a:pt x="126194" y="482247"/>
                  </a:lnTo>
                  <a:lnTo>
                    <a:pt x="112338" y="473342"/>
                  </a:lnTo>
                  <a:lnTo>
                    <a:pt x="99075" y="463577"/>
                  </a:lnTo>
                  <a:lnTo>
                    <a:pt x="86458" y="452990"/>
                  </a:lnTo>
                  <a:lnTo>
                    <a:pt x="74538" y="441624"/>
                  </a:lnTo>
                  <a:lnTo>
                    <a:pt x="63363" y="429525"/>
                  </a:lnTo>
                  <a:lnTo>
                    <a:pt x="52978" y="416742"/>
                  </a:lnTo>
                  <a:lnTo>
                    <a:pt x="43424" y="403326"/>
                  </a:lnTo>
                  <a:lnTo>
                    <a:pt x="34740" y="389331"/>
                  </a:lnTo>
                  <a:lnTo>
                    <a:pt x="26962" y="374813"/>
                  </a:lnTo>
                  <a:lnTo>
                    <a:pt x="20120" y="359831"/>
                  </a:lnTo>
                  <a:lnTo>
                    <a:pt x="14242" y="344445"/>
                  </a:lnTo>
                  <a:lnTo>
                    <a:pt x="9352" y="328718"/>
                  </a:lnTo>
                  <a:lnTo>
                    <a:pt x="5469" y="312712"/>
                  </a:lnTo>
                  <a:lnTo>
                    <a:pt x="2609" y="296492"/>
                  </a:lnTo>
                  <a:lnTo>
                    <a:pt x="783" y="280123"/>
                  </a:lnTo>
                  <a:lnTo>
                    <a:pt x="0" y="263672"/>
                  </a:lnTo>
                  <a:lnTo>
                    <a:pt x="261" y="247204"/>
                  </a:lnTo>
                  <a:lnTo>
                    <a:pt x="1566" y="230785"/>
                  </a:lnTo>
                  <a:lnTo>
                    <a:pt x="3910" y="214483"/>
                  </a:lnTo>
                  <a:lnTo>
                    <a:pt x="7283" y="198361"/>
                  </a:lnTo>
                  <a:lnTo>
                    <a:pt x="11672" y="182487"/>
                  </a:lnTo>
                  <a:lnTo>
                    <a:pt x="17059" y="166922"/>
                  </a:lnTo>
                  <a:lnTo>
                    <a:pt x="23422" y="151731"/>
                  </a:lnTo>
                  <a:lnTo>
                    <a:pt x="30736" y="136974"/>
                  </a:lnTo>
                  <a:lnTo>
                    <a:pt x="38971" y="122710"/>
                  </a:lnTo>
                  <a:lnTo>
                    <a:pt x="48094" y="108997"/>
                  </a:lnTo>
                  <a:lnTo>
                    <a:pt x="58069" y="95891"/>
                  </a:lnTo>
                  <a:lnTo>
                    <a:pt x="68855" y="83444"/>
                  </a:lnTo>
                  <a:lnTo>
                    <a:pt x="80408" y="71705"/>
                  </a:lnTo>
                  <a:lnTo>
                    <a:pt x="92683" y="60724"/>
                  </a:lnTo>
                  <a:lnTo>
                    <a:pt x="105629" y="50542"/>
                  </a:lnTo>
                  <a:lnTo>
                    <a:pt x="119195" y="41203"/>
                  </a:lnTo>
                  <a:lnTo>
                    <a:pt x="133327" y="32742"/>
                  </a:lnTo>
                  <a:lnTo>
                    <a:pt x="147966" y="25195"/>
                  </a:lnTo>
                  <a:lnTo>
                    <a:pt x="163054" y="18592"/>
                  </a:lnTo>
                  <a:lnTo>
                    <a:pt x="178531" y="12959"/>
                  </a:lnTo>
                  <a:lnTo>
                    <a:pt x="194334" y="8319"/>
                  </a:lnTo>
                  <a:lnTo>
                    <a:pt x="210400" y="4690"/>
                  </a:lnTo>
                  <a:lnTo>
                    <a:pt x="226663" y="2088"/>
                  </a:lnTo>
                  <a:lnTo>
                    <a:pt x="243059" y="522"/>
                  </a:lnTo>
                  <a:lnTo>
                    <a:pt x="25952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5323580" y="2137650"/>
              <a:ext cx="1038085" cy="1037955"/>
            </a:xfrm>
            <a:custGeom>
              <a:avLst/>
              <a:pathLst>
                <a:path w="1038085" h="1037955">
                  <a:moveTo>
                    <a:pt x="519042" y="0"/>
                  </a:moveTo>
                  <a:lnTo>
                    <a:pt x="551966" y="1045"/>
                  </a:lnTo>
                  <a:lnTo>
                    <a:pt x="584758" y="4176"/>
                  </a:lnTo>
                  <a:lnTo>
                    <a:pt x="617284" y="9380"/>
                  </a:lnTo>
                  <a:lnTo>
                    <a:pt x="649415" y="16638"/>
                  </a:lnTo>
                  <a:lnTo>
                    <a:pt x="681021" y="25918"/>
                  </a:lnTo>
                  <a:lnTo>
                    <a:pt x="711975" y="37184"/>
                  </a:lnTo>
                  <a:lnTo>
                    <a:pt x="742152" y="50391"/>
                  </a:lnTo>
                  <a:lnTo>
                    <a:pt x="771431" y="65485"/>
                  </a:lnTo>
                  <a:lnTo>
                    <a:pt x="799693" y="82406"/>
                  </a:lnTo>
                  <a:lnTo>
                    <a:pt x="826826" y="101085"/>
                  </a:lnTo>
                  <a:lnTo>
                    <a:pt x="852719" y="121448"/>
                  </a:lnTo>
                  <a:lnTo>
                    <a:pt x="877268" y="143411"/>
                  </a:lnTo>
                  <a:lnTo>
                    <a:pt x="900375" y="166888"/>
                  </a:lnTo>
                  <a:lnTo>
                    <a:pt x="921946" y="191783"/>
                  </a:lnTo>
                  <a:lnTo>
                    <a:pt x="941895" y="217995"/>
                  </a:lnTo>
                  <a:lnTo>
                    <a:pt x="960142" y="245421"/>
                  </a:lnTo>
                  <a:lnTo>
                    <a:pt x="976612" y="273948"/>
                  </a:lnTo>
                  <a:lnTo>
                    <a:pt x="991240" y="303462"/>
                  </a:lnTo>
                  <a:lnTo>
                    <a:pt x="1003966" y="333845"/>
                  </a:lnTo>
                  <a:lnTo>
                    <a:pt x="1014740" y="364974"/>
                  </a:lnTo>
                  <a:lnTo>
                    <a:pt x="1023518" y="396723"/>
                  </a:lnTo>
                  <a:lnTo>
                    <a:pt x="1030264" y="428966"/>
                  </a:lnTo>
                  <a:lnTo>
                    <a:pt x="1034952" y="461571"/>
                  </a:lnTo>
                  <a:lnTo>
                    <a:pt x="1037563" y="494408"/>
                  </a:lnTo>
                  <a:lnTo>
                    <a:pt x="1038085" y="527344"/>
                  </a:lnTo>
                  <a:lnTo>
                    <a:pt x="1036518" y="560247"/>
                  </a:lnTo>
                  <a:lnTo>
                    <a:pt x="1032867" y="592984"/>
                  </a:lnTo>
                  <a:lnTo>
                    <a:pt x="1027147" y="625425"/>
                  </a:lnTo>
                  <a:lnTo>
                    <a:pt x="1019381" y="657436"/>
                  </a:lnTo>
                  <a:lnTo>
                    <a:pt x="1009600" y="688891"/>
                  </a:lnTo>
                  <a:lnTo>
                    <a:pt x="997844" y="719663"/>
                  </a:lnTo>
                  <a:lnTo>
                    <a:pt x="984160" y="749626"/>
                  </a:lnTo>
                  <a:lnTo>
                    <a:pt x="968603" y="778662"/>
                  </a:lnTo>
                  <a:lnTo>
                    <a:pt x="951236" y="806652"/>
                  </a:lnTo>
                  <a:lnTo>
                    <a:pt x="932129" y="833485"/>
                  </a:lnTo>
                  <a:lnTo>
                    <a:pt x="911358" y="859051"/>
                  </a:lnTo>
                  <a:lnTo>
                    <a:pt x="889008" y="883249"/>
                  </a:lnTo>
                  <a:lnTo>
                    <a:pt x="865168" y="905981"/>
                  </a:lnTo>
                  <a:lnTo>
                    <a:pt x="839934" y="927154"/>
                  </a:lnTo>
                  <a:lnTo>
                    <a:pt x="813408" y="946685"/>
                  </a:lnTo>
                  <a:lnTo>
                    <a:pt x="785696" y="964494"/>
                  </a:lnTo>
                  <a:lnTo>
                    <a:pt x="756911" y="980509"/>
                  </a:lnTo>
                  <a:lnTo>
                    <a:pt x="727169" y="994667"/>
                  </a:lnTo>
                  <a:lnTo>
                    <a:pt x="696588" y="1006910"/>
                  </a:lnTo>
                  <a:lnTo>
                    <a:pt x="665292" y="1017188"/>
                  </a:lnTo>
                  <a:lnTo>
                    <a:pt x="633407" y="1025461"/>
                  </a:lnTo>
                  <a:lnTo>
                    <a:pt x="601062" y="1031695"/>
                  </a:lnTo>
                  <a:lnTo>
                    <a:pt x="568387" y="1035865"/>
                  </a:lnTo>
                  <a:lnTo>
                    <a:pt x="535513" y="1037955"/>
                  </a:lnTo>
                  <a:lnTo>
                    <a:pt x="502572" y="1037955"/>
                  </a:lnTo>
                  <a:lnTo>
                    <a:pt x="469698" y="1035865"/>
                  </a:lnTo>
                  <a:lnTo>
                    <a:pt x="437023" y="1031695"/>
                  </a:lnTo>
                  <a:lnTo>
                    <a:pt x="404677" y="1025461"/>
                  </a:lnTo>
                  <a:lnTo>
                    <a:pt x="372793" y="1017188"/>
                  </a:lnTo>
                  <a:lnTo>
                    <a:pt x="341497" y="1006910"/>
                  </a:lnTo>
                  <a:lnTo>
                    <a:pt x="310916" y="994667"/>
                  </a:lnTo>
                  <a:lnTo>
                    <a:pt x="281173" y="980509"/>
                  </a:lnTo>
                  <a:lnTo>
                    <a:pt x="252388" y="964494"/>
                  </a:lnTo>
                  <a:lnTo>
                    <a:pt x="224677" y="946685"/>
                  </a:lnTo>
                  <a:lnTo>
                    <a:pt x="198151" y="927154"/>
                  </a:lnTo>
                  <a:lnTo>
                    <a:pt x="172917" y="905981"/>
                  </a:lnTo>
                  <a:lnTo>
                    <a:pt x="149077" y="883249"/>
                  </a:lnTo>
                  <a:lnTo>
                    <a:pt x="126727" y="859051"/>
                  </a:lnTo>
                  <a:lnTo>
                    <a:pt x="105956" y="833485"/>
                  </a:lnTo>
                  <a:lnTo>
                    <a:pt x="86849" y="806652"/>
                  </a:lnTo>
                  <a:lnTo>
                    <a:pt x="69481" y="778662"/>
                  </a:lnTo>
                  <a:lnTo>
                    <a:pt x="53925" y="749626"/>
                  </a:lnTo>
                  <a:lnTo>
                    <a:pt x="40241" y="719663"/>
                  </a:lnTo>
                  <a:lnTo>
                    <a:pt x="28485" y="688891"/>
                  </a:lnTo>
                  <a:lnTo>
                    <a:pt x="18704" y="657436"/>
                  </a:lnTo>
                  <a:lnTo>
                    <a:pt x="10938" y="625425"/>
                  </a:lnTo>
                  <a:lnTo>
                    <a:pt x="5218" y="592984"/>
                  </a:lnTo>
                  <a:lnTo>
                    <a:pt x="1567" y="560247"/>
                  </a:lnTo>
                  <a:lnTo>
                    <a:pt x="0" y="527344"/>
                  </a:lnTo>
                  <a:lnTo>
                    <a:pt x="522" y="494408"/>
                  </a:lnTo>
                  <a:lnTo>
                    <a:pt x="3133" y="461571"/>
                  </a:lnTo>
                  <a:lnTo>
                    <a:pt x="7821" y="428966"/>
                  </a:lnTo>
                  <a:lnTo>
                    <a:pt x="14567" y="396723"/>
                  </a:lnTo>
                  <a:lnTo>
                    <a:pt x="23345" y="364974"/>
                  </a:lnTo>
                  <a:lnTo>
                    <a:pt x="34119" y="333845"/>
                  </a:lnTo>
                  <a:lnTo>
                    <a:pt x="46845" y="303462"/>
                  </a:lnTo>
                  <a:lnTo>
                    <a:pt x="61473" y="273948"/>
                  </a:lnTo>
                  <a:lnTo>
                    <a:pt x="77943" y="245421"/>
                  </a:lnTo>
                  <a:lnTo>
                    <a:pt x="96189" y="217995"/>
                  </a:lnTo>
                  <a:lnTo>
                    <a:pt x="116138" y="191783"/>
                  </a:lnTo>
                  <a:lnTo>
                    <a:pt x="137710" y="166888"/>
                  </a:lnTo>
                  <a:lnTo>
                    <a:pt x="160817" y="143411"/>
                  </a:lnTo>
                  <a:lnTo>
                    <a:pt x="185366" y="121448"/>
                  </a:lnTo>
                  <a:lnTo>
                    <a:pt x="211259" y="101085"/>
                  </a:lnTo>
                  <a:lnTo>
                    <a:pt x="238391" y="82406"/>
                  </a:lnTo>
                  <a:lnTo>
                    <a:pt x="266654" y="65485"/>
                  </a:lnTo>
                  <a:lnTo>
                    <a:pt x="295932" y="50391"/>
                  </a:lnTo>
                  <a:lnTo>
                    <a:pt x="326109" y="37184"/>
                  </a:lnTo>
                  <a:lnTo>
                    <a:pt x="357063" y="25918"/>
                  </a:lnTo>
                  <a:lnTo>
                    <a:pt x="388669" y="16638"/>
                  </a:lnTo>
                  <a:lnTo>
                    <a:pt x="420800" y="9380"/>
                  </a:lnTo>
                  <a:lnTo>
                    <a:pt x="453327" y="4176"/>
                  </a:lnTo>
                  <a:lnTo>
                    <a:pt x="486118" y="1045"/>
                  </a:lnTo>
                  <a:lnTo>
                    <a:pt x="51904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5258700" y="2072761"/>
              <a:ext cx="1167846" cy="1167699"/>
            </a:xfrm>
            <a:custGeom>
              <a:avLst/>
              <a:pathLst>
                <a:path w="1167846" h="1167699">
                  <a:moveTo>
                    <a:pt x="583923" y="0"/>
                  </a:moveTo>
                  <a:lnTo>
                    <a:pt x="620962" y="1175"/>
                  </a:lnTo>
                  <a:lnTo>
                    <a:pt x="657852" y="4698"/>
                  </a:lnTo>
                  <a:lnTo>
                    <a:pt x="694445" y="10553"/>
                  </a:lnTo>
                  <a:lnTo>
                    <a:pt x="730592" y="18717"/>
                  </a:lnTo>
                  <a:lnTo>
                    <a:pt x="766149" y="29158"/>
                  </a:lnTo>
                  <a:lnTo>
                    <a:pt x="800972" y="41832"/>
                  </a:lnTo>
                  <a:lnTo>
                    <a:pt x="834922" y="56690"/>
                  </a:lnTo>
                  <a:lnTo>
                    <a:pt x="867860" y="73671"/>
                  </a:lnTo>
                  <a:lnTo>
                    <a:pt x="899655" y="92707"/>
                  </a:lnTo>
                  <a:lnTo>
                    <a:pt x="930179" y="113721"/>
                  </a:lnTo>
                  <a:lnTo>
                    <a:pt x="959309" y="136629"/>
                  </a:lnTo>
                  <a:lnTo>
                    <a:pt x="986927" y="161338"/>
                  </a:lnTo>
                  <a:lnTo>
                    <a:pt x="1012922" y="187749"/>
                  </a:lnTo>
                  <a:lnTo>
                    <a:pt x="1037190" y="215756"/>
                  </a:lnTo>
                  <a:lnTo>
                    <a:pt x="1059632" y="245245"/>
                  </a:lnTo>
                  <a:lnTo>
                    <a:pt x="1080160" y="276098"/>
                  </a:lnTo>
                  <a:lnTo>
                    <a:pt x="1098689" y="308191"/>
                  </a:lnTo>
                  <a:lnTo>
                    <a:pt x="1115145" y="341395"/>
                  </a:lnTo>
                  <a:lnTo>
                    <a:pt x="1129462" y="375576"/>
                  </a:lnTo>
                  <a:lnTo>
                    <a:pt x="1141582" y="410596"/>
                  </a:lnTo>
                  <a:lnTo>
                    <a:pt x="1151457" y="446314"/>
                  </a:lnTo>
                  <a:lnTo>
                    <a:pt x="1159047" y="482586"/>
                  </a:lnTo>
                  <a:lnTo>
                    <a:pt x="1164321" y="519267"/>
                  </a:lnTo>
                  <a:lnTo>
                    <a:pt x="1167258" y="556209"/>
                  </a:lnTo>
                  <a:lnTo>
                    <a:pt x="1167846" y="593262"/>
                  </a:lnTo>
                  <a:lnTo>
                    <a:pt x="1166083" y="630278"/>
                  </a:lnTo>
                  <a:lnTo>
                    <a:pt x="1161975" y="667108"/>
                  </a:lnTo>
                  <a:lnTo>
                    <a:pt x="1155540" y="703603"/>
                  </a:lnTo>
                  <a:lnTo>
                    <a:pt x="1146803" y="739616"/>
                  </a:lnTo>
                  <a:lnTo>
                    <a:pt x="1135800" y="775003"/>
                  </a:lnTo>
                  <a:lnTo>
                    <a:pt x="1122575" y="809621"/>
                  </a:lnTo>
                  <a:lnTo>
                    <a:pt x="1107180" y="843330"/>
                  </a:lnTo>
                  <a:lnTo>
                    <a:pt x="1089679" y="875995"/>
                  </a:lnTo>
                  <a:lnTo>
                    <a:pt x="1070141" y="907484"/>
                  </a:lnTo>
                  <a:lnTo>
                    <a:pt x="1048645" y="937670"/>
                  </a:lnTo>
                  <a:lnTo>
                    <a:pt x="1025278" y="966433"/>
                  </a:lnTo>
                  <a:lnTo>
                    <a:pt x="1000134" y="993655"/>
                  </a:lnTo>
                  <a:lnTo>
                    <a:pt x="973314" y="1019228"/>
                  </a:lnTo>
                  <a:lnTo>
                    <a:pt x="944926" y="1043049"/>
                  </a:lnTo>
                  <a:lnTo>
                    <a:pt x="915084" y="1065021"/>
                  </a:lnTo>
                  <a:lnTo>
                    <a:pt x="883909" y="1085056"/>
                  </a:lnTo>
                  <a:lnTo>
                    <a:pt x="851525" y="1103073"/>
                  </a:lnTo>
                  <a:lnTo>
                    <a:pt x="818065" y="1119001"/>
                  </a:lnTo>
                  <a:lnTo>
                    <a:pt x="783661" y="1132774"/>
                  </a:lnTo>
                  <a:lnTo>
                    <a:pt x="748454" y="1144337"/>
                  </a:lnTo>
                  <a:lnTo>
                    <a:pt x="712583" y="1153644"/>
                  </a:lnTo>
                  <a:lnTo>
                    <a:pt x="676195" y="1160657"/>
                  </a:lnTo>
                  <a:lnTo>
                    <a:pt x="639435" y="1165349"/>
                  </a:lnTo>
                  <a:lnTo>
                    <a:pt x="602452" y="1167699"/>
                  </a:lnTo>
                  <a:lnTo>
                    <a:pt x="565394" y="1167699"/>
                  </a:lnTo>
                  <a:lnTo>
                    <a:pt x="528410" y="1165349"/>
                  </a:lnTo>
                  <a:lnTo>
                    <a:pt x="491650" y="1160657"/>
                  </a:lnTo>
                  <a:lnTo>
                    <a:pt x="455262" y="1153644"/>
                  </a:lnTo>
                  <a:lnTo>
                    <a:pt x="419392" y="1144337"/>
                  </a:lnTo>
                  <a:lnTo>
                    <a:pt x="384184" y="1132774"/>
                  </a:lnTo>
                  <a:lnTo>
                    <a:pt x="349781" y="1119001"/>
                  </a:lnTo>
                  <a:lnTo>
                    <a:pt x="316320" y="1103073"/>
                  </a:lnTo>
                  <a:lnTo>
                    <a:pt x="283937" y="1085056"/>
                  </a:lnTo>
                  <a:lnTo>
                    <a:pt x="252762" y="1065021"/>
                  </a:lnTo>
                  <a:lnTo>
                    <a:pt x="222920" y="1043049"/>
                  </a:lnTo>
                  <a:lnTo>
                    <a:pt x="194532" y="1019228"/>
                  </a:lnTo>
                  <a:lnTo>
                    <a:pt x="167712" y="993655"/>
                  </a:lnTo>
                  <a:lnTo>
                    <a:pt x="142567" y="966433"/>
                  </a:lnTo>
                  <a:lnTo>
                    <a:pt x="119200" y="937670"/>
                  </a:lnTo>
                  <a:lnTo>
                    <a:pt x="97705" y="907484"/>
                  </a:lnTo>
                  <a:lnTo>
                    <a:pt x="78167" y="875995"/>
                  </a:lnTo>
                  <a:lnTo>
                    <a:pt x="60665" y="843330"/>
                  </a:lnTo>
                  <a:lnTo>
                    <a:pt x="45271" y="809621"/>
                  </a:lnTo>
                  <a:lnTo>
                    <a:pt x="32045" y="775003"/>
                  </a:lnTo>
                  <a:lnTo>
                    <a:pt x="21042" y="739616"/>
                  </a:lnTo>
                  <a:lnTo>
                    <a:pt x="12305" y="703603"/>
                  </a:lnTo>
                  <a:lnTo>
                    <a:pt x="5870" y="667108"/>
                  </a:lnTo>
                  <a:lnTo>
                    <a:pt x="1763" y="630278"/>
                  </a:lnTo>
                  <a:lnTo>
                    <a:pt x="0" y="593262"/>
                  </a:lnTo>
                  <a:lnTo>
                    <a:pt x="587" y="556209"/>
                  </a:lnTo>
                  <a:lnTo>
                    <a:pt x="3524" y="519267"/>
                  </a:lnTo>
                  <a:lnTo>
                    <a:pt x="8798" y="482586"/>
                  </a:lnTo>
                  <a:lnTo>
                    <a:pt x="16388" y="446314"/>
                  </a:lnTo>
                  <a:lnTo>
                    <a:pt x="26263" y="410596"/>
                  </a:lnTo>
                  <a:lnTo>
                    <a:pt x="38383" y="375576"/>
                  </a:lnTo>
                  <a:lnTo>
                    <a:pt x="52701" y="341395"/>
                  </a:lnTo>
                  <a:lnTo>
                    <a:pt x="69157" y="308191"/>
                  </a:lnTo>
                  <a:lnTo>
                    <a:pt x="87686" y="276098"/>
                  </a:lnTo>
                  <a:lnTo>
                    <a:pt x="108213" y="245245"/>
                  </a:lnTo>
                  <a:lnTo>
                    <a:pt x="130656" y="215756"/>
                  </a:lnTo>
                  <a:lnTo>
                    <a:pt x="154924" y="187749"/>
                  </a:lnTo>
                  <a:lnTo>
                    <a:pt x="180919" y="161338"/>
                  </a:lnTo>
                  <a:lnTo>
                    <a:pt x="208537" y="136629"/>
                  </a:lnTo>
                  <a:lnTo>
                    <a:pt x="237666" y="113721"/>
                  </a:lnTo>
                  <a:lnTo>
                    <a:pt x="268190" y="92707"/>
                  </a:lnTo>
                  <a:lnTo>
                    <a:pt x="299985" y="73671"/>
                  </a:lnTo>
                  <a:lnTo>
                    <a:pt x="332924" y="56690"/>
                  </a:lnTo>
                  <a:lnTo>
                    <a:pt x="366873" y="41832"/>
                  </a:lnTo>
                  <a:lnTo>
                    <a:pt x="401696" y="29158"/>
                  </a:lnTo>
                  <a:lnTo>
                    <a:pt x="437253" y="18717"/>
                  </a:lnTo>
                  <a:lnTo>
                    <a:pt x="473401" y="10553"/>
                  </a:lnTo>
                  <a:lnTo>
                    <a:pt x="509993" y="4698"/>
                  </a:lnTo>
                  <a:lnTo>
                    <a:pt x="546883" y="1175"/>
                  </a:lnTo>
                  <a:lnTo>
                    <a:pt x="58392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5669587" y="2289693"/>
              <a:ext cx="618862" cy="453582"/>
            </a:xfrm>
            <a:custGeom>
              <a:avLst/>
              <a:pathLst>
                <a:path w="618862" h="453582">
                  <a:moveTo>
                    <a:pt x="173036" y="280546"/>
                  </a:moveTo>
                  <a:lnTo>
                    <a:pt x="176151" y="263955"/>
                  </a:lnTo>
                  <a:lnTo>
                    <a:pt x="180269" y="247489"/>
                  </a:lnTo>
                  <a:lnTo>
                    <a:pt x="185383" y="231192"/>
                  </a:lnTo>
                  <a:lnTo>
                    <a:pt x="191486" y="215110"/>
                  </a:lnTo>
                  <a:lnTo>
                    <a:pt x="198571" y="199288"/>
                  </a:lnTo>
                  <a:lnTo>
                    <a:pt x="206625" y="183770"/>
                  </a:lnTo>
                  <a:lnTo>
                    <a:pt x="215638" y="168601"/>
                  </a:lnTo>
                  <a:lnTo>
                    <a:pt x="225595" y="153824"/>
                  </a:lnTo>
                  <a:lnTo>
                    <a:pt x="236479" y="139481"/>
                  </a:lnTo>
                  <a:lnTo>
                    <a:pt x="248274" y="125617"/>
                  </a:lnTo>
                  <a:lnTo>
                    <a:pt x="260959" y="112271"/>
                  </a:lnTo>
                  <a:lnTo>
                    <a:pt x="274515" y="99486"/>
                  </a:lnTo>
                  <a:lnTo>
                    <a:pt x="288917" y="87302"/>
                  </a:lnTo>
                  <a:lnTo>
                    <a:pt x="304142" y="75757"/>
                  </a:lnTo>
                  <a:lnTo>
                    <a:pt x="320165" y="64891"/>
                  </a:lnTo>
                  <a:lnTo>
                    <a:pt x="336956" y="54740"/>
                  </a:lnTo>
                  <a:lnTo>
                    <a:pt x="354488" y="45341"/>
                  </a:lnTo>
                  <a:lnTo>
                    <a:pt x="372730" y="36730"/>
                  </a:lnTo>
                  <a:lnTo>
                    <a:pt x="391649" y="28940"/>
                  </a:lnTo>
                  <a:lnTo>
                    <a:pt x="411214" y="22004"/>
                  </a:lnTo>
                  <a:lnTo>
                    <a:pt x="431388" y="15954"/>
                  </a:lnTo>
                  <a:lnTo>
                    <a:pt x="452135" y="10820"/>
                  </a:lnTo>
                  <a:lnTo>
                    <a:pt x="473420" y="6631"/>
                  </a:lnTo>
                  <a:lnTo>
                    <a:pt x="495202" y="3414"/>
                  </a:lnTo>
                  <a:lnTo>
                    <a:pt x="517442" y="1195"/>
                  </a:lnTo>
                  <a:lnTo>
                    <a:pt x="540100" y="0"/>
                  </a:lnTo>
                  <a:lnTo>
                    <a:pt x="550090" y="16015"/>
                  </a:lnTo>
                  <a:lnTo>
                    <a:pt x="559407" y="32272"/>
                  </a:lnTo>
                  <a:lnTo>
                    <a:pt x="568048" y="48743"/>
                  </a:lnTo>
                  <a:lnTo>
                    <a:pt x="576010" y="65401"/>
                  </a:lnTo>
                  <a:lnTo>
                    <a:pt x="583290" y="82220"/>
                  </a:lnTo>
                  <a:lnTo>
                    <a:pt x="589887" y="99170"/>
                  </a:lnTo>
                  <a:lnTo>
                    <a:pt x="595801" y="116226"/>
                  </a:lnTo>
                  <a:lnTo>
                    <a:pt x="601033" y="133360"/>
                  </a:lnTo>
                  <a:lnTo>
                    <a:pt x="605585" y="150546"/>
                  </a:lnTo>
                  <a:lnTo>
                    <a:pt x="609460" y="167756"/>
                  </a:lnTo>
                  <a:lnTo>
                    <a:pt x="612663" y="184965"/>
                  </a:lnTo>
                  <a:lnTo>
                    <a:pt x="615198" y="202146"/>
                  </a:lnTo>
                  <a:lnTo>
                    <a:pt x="617071" y="219275"/>
                  </a:lnTo>
                  <a:lnTo>
                    <a:pt x="618289" y="236326"/>
                  </a:lnTo>
                  <a:lnTo>
                    <a:pt x="618862" y="253274"/>
                  </a:lnTo>
                  <a:lnTo>
                    <a:pt x="618796" y="270095"/>
                  </a:lnTo>
                  <a:lnTo>
                    <a:pt x="618103" y="286765"/>
                  </a:lnTo>
                  <a:lnTo>
                    <a:pt x="616793" y="303262"/>
                  </a:lnTo>
                  <a:lnTo>
                    <a:pt x="614877" y="319562"/>
                  </a:lnTo>
                  <a:lnTo>
                    <a:pt x="612369" y="335643"/>
                  </a:lnTo>
                  <a:lnTo>
                    <a:pt x="609280" y="351484"/>
                  </a:lnTo>
                  <a:lnTo>
                    <a:pt x="605626" y="367064"/>
                  </a:lnTo>
                  <a:lnTo>
                    <a:pt x="590012" y="378764"/>
                  </a:lnTo>
                  <a:lnTo>
                    <a:pt x="574094" y="389587"/>
                  </a:lnTo>
                  <a:lnTo>
                    <a:pt x="557910" y="399528"/>
                  </a:lnTo>
                  <a:lnTo>
                    <a:pt x="541496" y="408580"/>
                  </a:lnTo>
                  <a:lnTo>
                    <a:pt x="524888" y="416738"/>
                  </a:lnTo>
                  <a:lnTo>
                    <a:pt x="508126" y="423998"/>
                  </a:lnTo>
                  <a:lnTo>
                    <a:pt x="491244" y="430360"/>
                  </a:lnTo>
                  <a:lnTo>
                    <a:pt x="474281" y="435822"/>
                  </a:lnTo>
                  <a:lnTo>
                    <a:pt x="457275" y="440385"/>
                  </a:lnTo>
                  <a:lnTo>
                    <a:pt x="440261" y="444051"/>
                  </a:lnTo>
                  <a:lnTo>
                    <a:pt x="423276" y="446823"/>
                  </a:lnTo>
                  <a:lnTo>
                    <a:pt x="406358" y="448708"/>
                  </a:lnTo>
                  <a:lnTo>
                    <a:pt x="389543" y="449710"/>
                  </a:lnTo>
                  <a:lnTo>
                    <a:pt x="372866" y="449837"/>
                  </a:lnTo>
                  <a:lnTo>
                    <a:pt x="356364" y="449099"/>
                  </a:lnTo>
                  <a:lnTo>
                    <a:pt x="340071" y="447505"/>
                  </a:lnTo>
                  <a:lnTo>
                    <a:pt x="324023" y="445067"/>
                  </a:lnTo>
                  <a:lnTo>
                    <a:pt x="308255" y="441797"/>
                  </a:lnTo>
                  <a:lnTo>
                    <a:pt x="292798" y="437711"/>
                  </a:lnTo>
                  <a:lnTo>
                    <a:pt x="277688" y="432822"/>
                  </a:lnTo>
                  <a:lnTo>
                    <a:pt x="262957" y="427148"/>
                  </a:lnTo>
                  <a:lnTo>
                    <a:pt x="248636" y="420706"/>
                  </a:lnTo>
                  <a:lnTo>
                    <a:pt x="234758" y="413515"/>
                  </a:lnTo>
                  <a:lnTo>
                    <a:pt x="221352" y="405595"/>
                  </a:lnTo>
                  <a:lnTo>
                    <a:pt x="208448" y="396967"/>
                  </a:lnTo>
                  <a:lnTo>
                    <a:pt x="196075" y="387654"/>
                  </a:lnTo>
                  <a:lnTo>
                    <a:pt x="184262" y="377678"/>
                  </a:lnTo>
                  <a:lnTo>
                    <a:pt x="173036" y="367064"/>
                  </a:lnTo>
                  <a:lnTo>
                    <a:pt x="163820" y="375300"/>
                  </a:lnTo>
                  <a:lnTo>
                    <a:pt x="153709" y="382477"/>
                  </a:lnTo>
                  <a:lnTo>
                    <a:pt x="142795" y="388521"/>
                  </a:lnTo>
                  <a:lnTo>
                    <a:pt x="131174" y="393367"/>
                  </a:lnTo>
                  <a:lnTo>
                    <a:pt x="118948" y="396958"/>
                  </a:lnTo>
                  <a:lnTo>
                    <a:pt x="106221" y="399241"/>
                  </a:lnTo>
                  <a:lnTo>
                    <a:pt x="93103" y="400173"/>
                  </a:lnTo>
                  <a:lnTo>
                    <a:pt x="79707" y="399722"/>
                  </a:lnTo>
                  <a:lnTo>
                    <a:pt x="66146" y="397859"/>
                  </a:lnTo>
                  <a:lnTo>
                    <a:pt x="52537" y="394567"/>
                  </a:lnTo>
                  <a:lnTo>
                    <a:pt x="39000" y="389838"/>
                  </a:lnTo>
                  <a:lnTo>
                    <a:pt x="25652" y="383671"/>
                  </a:lnTo>
                  <a:lnTo>
                    <a:pt x="12612" y="376074"/>
                  </a:lnTo>
                  <a:lnTo>
                    <a:pt x="0" y="367064"/>
                  </a:lnTo>
                  <a:lnTo>
                    <a:pt x="10234" y="352821"/>
                  </a:lnTo>
                  <a:lnTo>
                    <a:pt x="21562" y="340356"/>
                  </a:lnTo>
                  <a:lnTo>
                    <a:pt x="33752" y="329744"/>
                  </a:lnTo>
                  <a:lnTo>
                    <a:pt x="46568" y="321034"/>
                  </a:lnTo>
                  <a:lnTo>
                    <a:pt x="59774" y="314250"/>
                  </a:lnTo>
                  <a:lnTo>
                    <a:pt x="73133" y="309386"/>
                  </a:lnTo>
                  <a:lnTo>
                    <a:pt x="86415" y="306412"/>
                  </a:lnTo>
                  <a:lnTo>
                    <a:pt x="99395" y="305273"/>
                  </a:lnTo>
                  <a:lnTo>
                    <a:pt x="111858" y="305887"/>
                  </a:lnTo>
                  <a:lnTo>
                    <a:pt x="104396" y="314396"/>
                  </a:lnTo>
                  <a:lnTo>
                    <a:pt x="98109" y="323805"/>
                  </a:lnTo>
                  <a:lnTo>
                    <a:pt x="93103" y="333955"/>
                  </a:lnTo>
                  <a:lnTo>
                    <a:pt x="89466" y="344672"/>
                  </a:lnTo>
                  <a:lnTo>
                    <a:pt x="87258" y="355772"/>
                  </a:lnTo>
                  <a:lnTo>
                    <a:pt x="86518" y="367064"/>
                  </a:lnTo>
                  <a:lnTo>
                    <a:pt x="87258" y="378357"/>
                  </a:lnTo>
                  <a:lnTo>
                    <a:pt x="89466" y="389457"/>
                  </a:lnTo>
                  <a:lnTo>
                    <a:pt x="93103" y="400173"/>
                  </a:lnTo>
                  <a:lnTo>
                    <a:pt x="98109" y="410323"/>
                  </a:lnTo>
                  <a:lnTo>
                    <a:pt x="104396" y="419733"/>
                  </a:lnTo>
                  <a:lnTo>
                    <a:pt x="111858" y="428242"/>
                  </a:lnTo>
                  <a:lnTo>
                    <a:pt x="120367" y="435704"/>
                  </a:lnTo>
                  <a:lnTo>
                    <a:pt x="129777" y="441991"/>
                  </a:lnTo>
                  <a:lnTo>
                    <a:pt x="139927" y="446997"/>
                  </a:lnTo>
                  <a:lnTo>
                    <a:pt x="150643" y="450634"/>
                  </a:lnTo>
                  <a:lnTo>
                    <a:pt x="161743" y="452842"/>
                  </a:lnTo>
                  <a:lnTo>
                    <a:pt x="173036" y="453582"/>
                  </a:lnTo>
                  <a:lnTo>
                    <a:pt x="184328" y="452842"/>
                  </a:lnTo>
                  <a:lnTo>
                    <a:pt x="195428" y="450634"/>
                  </a:lnTo>
                  <a:lnTo>
                    <a:pt x="206145" y="446997"/>
                  </a:lnTo>
                  <a:lnTo>
                    <a:pt x="216295" y="441991"/>
                  </a:lnTo>
                  <a:lnTo>
                    <a:pt x="225704" y="435704"/>
                  </a:lnTo>
                  <a:lnTo>
                    <a:pt x="234213" y="428242"/>
                  </a:lnTo>
                  <a:lnTo>
                    <a:pt x="241675" y="419733"/>
                  </a:lnTo>
                  <a:lnTo>
                    <a:pt x="247962" y="410323"/>
                  </a:lnTo>
                  <a:lnTo>
                    <a:pt x="252968" y="400173"/>
                  </a:lnTo>
                  <a:lnTo>
                    <a:pt x="256606" y="389457"/>
                  </a:lnTo>
                  <a:lnTo>
                    <a:pt x="258813" y="378357"/>
                  </a:lnTo>
                  <a:lnTo>
                    <a:pt x="259554" y="367064"/>
                  </a:lnTo>
                  <a:lnTo>
                    <a:pt x="258813" y="355772"/>
                  </a:lnTo>
                  <a:lnTo>
                    <a:pt x="256606" y="344672"/>
                  </a:lnTo>
                  <a:lnTo>
                    <a:pt x="252968" y="333955"/>
                  </a:lnTo>
                  <a:lnTo>
                    <a:pt x="247962" y="323805"/>
                  </a:lnTo>
                  <a:lnTo>
                    <a:pt x="241675" y="314396"/>
                  </a:lnTo>
                  <a:lnTo>
                    <a:pt x="234213" y="305887"/>
                  </a:lnTo>
                  <a:lnTo>
                    <a:pt x="225704" y="298425"/>
                  </a:lnTo>
                  <a:lnTo>
                    <a:pt x="216295" y="292138"/>
                  </a:lnTo>
                  <a:lnTo>
                    <a:pt x="206145" y="287132"/>
                  </a:lnTo>
                  <a:lnTo>
                    <a:pt x="195428" y="283494"/>
                  </a:lnTo>
                  <a:lnTo>
                    <a:pt x="184328" y="281287"/>
                  </a:lnTo>
                  <a:close/>
                </a:path>
              </a:pathLst>
            </a:custGeom>
            <a:solidFill>
              <a:srgbClr val="F29FB7">
                <a:alpha val="25882"/>
              </a:srgbClr>
            </a:solidFill>
            <a:ln w="24933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5669587" y="2289693"/>
              <a:ext cx="618862" cy="449837"/>
            </a:xfrm>
            <a:custGeom>
              <a:avLst/>
              <a:pathLst>
                <a:path w="618862" h="449837">
                  <a:moveTo>
                    <a:pt x="173036" y="280546"/>
                  </a:moveTo>
                  <a:lnTo>
                    <a:pt x="176151" y="263955"/>
                  </a:lnTo>
                  <a:lnTo>
                    <a:pt x="180269" y="247489"/>
                  </a:lnTo>
                  <a:lnTo>
                    <a:pt x="185383" y="231192"/>
                  </a:lnTo>
                  <a:lnTo>
                    <a:pt x="191486" y="215110"/>
                  </a:lnTo>
                  <a:lnTo>
                    <a:pt x="198571" y="199288"/>
                  </a:lnTo>
                  <a:lnTo>
                    <a:pt x="206625" y="183770"/>
                  </a:lnTo>
                  <a:lnTo>
                    <a:pt x="215638" y="168601"/>
                  </a:lnTo>
                  <a:lnTo>
                    <a:pt x="225595" y="153824"/>
                  </a:lnTo>
                  <a:lnTo>
                    <a:pt x="236479" y="139481"/>
                  </a:lnTo>
                  <a:lnTo>
                    <a:pt x="248274" y="125617"/>
                  </a:lnTo>
                  <a:lnTo>
                    <a:pt x="260959" y="112271"/>
                  </a:lnTo>
                  <a:lnTo>
                    <a:pt x="274515" y="99486"/>
                  </a:lnTo>
                  <a:lnTo>
                    <a:pt x="288917" y="87302"/>
                  </a:lnTo>
                  <a:lnTo>
                    <a:pt x="304142" y="75757"/>
                  </a:lnTo>
                  <a:lnTo>
                    <a:pt x="320165" y="64891"/>
                  </a:lnTo>
                  <a:lnTo>
                    <a:pt x="336956" y="54740"/>
                  </a:lnTo>
                  <a:lnTo>
                    <a:pt x="354488" y="45341"/>
                  </a:lnTo>
                  <a:lnTo>
                    <a:pt x="372730" y="36730"/>
                  </a:lnTo>
                  <a:lnTo>
                    <a:pt x="391649" y="28940"/>
                  </a:lnTo>
                  <a:lnTo>
                    <a:pt x="411214" y="22004"/>
                  </a:lnTo>
                  <a:lnTo>
                    <a:pt x="431388" y="15954"/>
                  </a:lnTo>
                  <a:lnTo>
                    <a:pt x="452135" y="10820"/>
                  </a:lnTo>
                  <a:lnTo>
                    <a:pt x="473420" y="6631"/>
                  </a:lnTo>
                  <a:lnTo>
                    <a:pt x="495202" y="3414"/>
                  </a:lnTo>
                  <a:lnTo>
                    <a:pt x="517442" y="1195"/>
                  </a:lnTo>
                  <a:lnTo>
                    <a:pt x="540100" y="0"/>
                  </a:lnTo>
                  <a:lnTo>
                    <a:pt x="550090" y="16015"/>
                  </a:lnTo>
                  <a:lnTo>
                    <a:pt x="559407" y="32272"/>
                  </a:lnTo>
                  <a:lnTo>
                    <a:pt x="568048" y="48743"/>
                  </a:lnTo>
                  <a:lnTo>
                    <a:pt x="576010" y="65401"/>
                  </a:lnTo>
                  <a:lnTo>
                    <a:pt x="583290" y="82220"/>
                  </a:lnTo>
                  <a:lnTo>
                    <a:pt x="589887" y="99170"/>
                  </a:lnTo>
                  <a:lnTo>
                    <a:pt x="595801" y="116226"/>
                  </a:lnTo>
                  <a:lnTo>
                    <a:pt x="601033" y="133360"/>
                  </a:lnTo>
                  <a:lnTo>
                    <a:pt x="605585" y="150546"/>
                  </a:lnTo>
                  <a:lnTo>
                    <a:pt x="609460" y="167756"/>
                  </a:lnTo>
                  <a:lnTo>
                    <a:pt x="612663" y="184965"/>
                  </a:lnTo>
                  <a:lnTo>
                    <a:pt x="615198" y="202146"/>
                  </a:lnTo>
                  <a:lnTo>
                    <a:pt x="617071" y="219275"/>
                  </a:lnTo>
                  <a:lnTo>
                    <a:pt x="618289" y="236326"/>
                  </a:lnTo>
                  <a:lnTo>
                    <a:pt x="618862" y="253274"/>
                  </a:lnTo>
                  <a:lnTo>
                    <a:pt x="618796" y="270095"/>
                  </a:lnTo>
                  <a:lnTo>
                    <a:pt x="618103" y="286765"/>
                  </a:lnTo>
                  <a:lnTo>
                    <a:pt x="616793" y="303262"/>
                  </a:lnTo>
                  <a:lnTo>
                    <a:pt x="614877" y="319562"/>
                  </a:lnTo>
                  <a:lnTo>
                    <a:pt x="612369" y="335643"/>
                  </a:lnTo>
                  <a:lnTo>
                    <a:pt x="609280" y="351484"/>
                  </a:lnTo>
                  <a:lnTo>
                    <a:pt x="605626" y="367064"/>
                  </a:lnTo>
                  <a:lnTo>
                    <a:pt x="590012" y="378764"/>
                  </a:lnTo>
                  <a:lnTo>
                    <a:pt x="574094" y="389587"/>
                  </a:lnTo>
                  <a:lnTo>
                    <a:pt x="557910" y="399528"/>
                  </a:lnTo>
                  <a:lnTo>
                    <a:pt x="541496" y="408580"/>
                  </a:lnTo>
                  <a:lnTo>
                    <a:pt x="524888" y="416738"/>
                  </a:lnTo>
                  <a:lnTo>
                    <a:pt x="508126" y="423998"/>
                  </a:lnTo>
                  <a:lnTo>
                    <a:pt x="491244" y="430360"/>
                  </a:lnTo>
                  <a:lnTo>
                    <a:pt x="474281" y="435822"/>
                  </a:lnTo>
                  <a:lnTo>
                    <a:pt x="457275" y="440385"/>
                  </a:lnTo>
                  <a:lnTo>
                    <a:pt x="440261" y="444051"/>
                  </a:lnTo>
                  <a:lnTo>
                    <a:pt x="423276" y="446823"/>
                  </a:lnTo>
                  <a:lnTo>
                    <a:pt x="406358" y="448708"/>
                  </a:lnTo>
                  <a:lnTo>
                    <a:pt x="389543" y="449710"/>
                  </a:lnTo>
                  <a:lnTo>
                    <a:pt x="372866" y="449837"/>
                  </a:lnTo>
                  <a:lnTo>
                    <a:pt x="356364" y="449099"/>
                  </a:lnTo>
                  <a:lnTo>
                    <a:pt x="340071" y="447505"/>
                  </a:lnTo>
                  <a:lnTo>
                    <a:pt x="324023" y="445067"/>
                  </a:lnTo>
                  <a:lnTo>
                    <a:pt x="308255" y="441797"/>
                  </a:lnTo>
                  <a:lnTo>
                    <a:pt x="292798" y="437711"/>
                  </a:lnTo>
                  <a:lnTo>
                    <a:pt x="277688" y="432822"/>
                  </a:lnTo>
                  <a:lnTo>
                    <a:pt x="262957" y="427148"/>
                  </a:lnTo>
                  <a:lnTo>
                    <a:pt x="248636" y="420706"/>
                  </a:lnTo>
                  <a:lnTo>
                    <a:pt x="234758" y="413515"/>
                  </a:lnTo>
                  <a:lnTo>
                    <a:pt x="221352" y="405595"/>
                  </a:lnTo>
                  <a:lnTo>
                    <a:pt x="208448" y="396967"/>
                  </a:lnTo>
                  <a:lnTo>
                    <a:pt x="196075" y="387654"/>
                  </a:lnTo>
                  <a:lnTo>
                    <a:pt x="184262" y="377678"/>
                  </a:lnTo>
                  <a:lnTo>
                    <a:pt x="173036" y="367064"/>
                  </a:lnTo>
                  <a:lnTo>
                    <a:pt x="173036" y="367064"/>
                  </a:lnTo>
                  <a:lnTo>
                    <a:pt x="173036" y="367064"/>
                  </a:lnTo>
                  <a:lnTo>
                    <a:pt x="163820" y="375300"/>
                  </a:lnTo>
                  <a:lnTo>
                    <a:pt x="153709" y="382477"/>
                  </a:lnTo>
                  <a:lnTo>
                    <a:pt x="142795" y="388521"/>
                  </a:lnTo>
                  <a:lnTo>
                    <a:pt x="131174" y="393367"/>
                  </a:lnTo>
                  <a:lnTo>
                    <a:pt x="118948" y="396958"/>
                  </a:lnTo>
                  <a:lnTo>
                    <a:pt x="106221" y="399241"/>
                  </a:lnTo>
                  <a:lnTo>
                    <a:pt x="93103" y="400173"/>
                  </a:lnTo>
                  <a:lnTo>
                    <a:pt x="79707" y="399722"/>
                  </a:lnTo>
                  <a:lnTo>
                    <a:pt x="66146" y="397859"/>
                  </a:lnTo>
                  <a:lnTo>
                    <a:pt x="52537" y="394567"/>
                  </a:lnTo>
                  <a:lnTo>
                    <a:pt x="39000" y="389838"/>
                  </a:lnTo>
                  <a:lnTo>
                    <a:pt x="25652" y="383671"/>
                  </a:lnTo>
                  <a:lnTo>
                    <a:pt x="12612" y="376074"/>
                  </a:lnTo>
                  <a:lnTo>
                    <a:pt x="0" y="367064"/>
                  </a:lnTo>
                  <a:lnTo>
                    <a:pt x="10234" y="352821"/>
                  </a:lnTo>
                  <a:lnTo>
                    <a:pt x="21562" y="340356"/>
                  </a:lnTo>
                  <a:lnTo>
                    <a:pt x="33752" y="329744"/>
                  </a:lnTo>
                  <a:lnTo>
                    <a:pt x="46568" y="321034"/>
                  </a:lnTo>
                  <a:lnTo>
                    <a:pt x="59774" y="314250"/>
                  </a:lnTo>
                  <a:lnTo>
                    <a:pt x="73133" y="309386"/>
                  </a:lnTo>
                  <a:lnTo>
                    <a:pt x="86415" y="306412"/>
                  </a:lnTo>
                  <a:lnTo>
                    <a:pt x="99395" y="305273"/>
                  </a:lnTo>
                  <a:lnTo>
                    <a:pt x="111858" y="305887"/>
                  </a:lnTo>
                </a:path>
              </a:pathLst>
            </a:custGeom>
            <a:ln w="24933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5811022" y="2538639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6178087" y="2258092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6243612" y="2625157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5811022" y="2625157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5811022" y="2625157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5811022" y="2625157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5637986" y="2625157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5749844" y="2563979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5842623" y="2137650"/>
              <a:ext cx="0" cy="519108"/>
            </a:xfrm>
            <a:custGeom>
              <a:avLst/>
              <a:pathLst>
                <a:path w="0" h="519108">
                  <a:moveTo>
                    <a:pt x="0" y="519108"/>
                  </a:moveTo>
                  <a:lnTo>
                    <a:pt x="0" y="501207"/>
                  </a:lnTo>
                  <a:lnTo>
                    <a:pt x="0" y="483307"/>
                  </a:lnTo>
                  <a:lnTo>
                    <a:pt x="0" y="465407"/>
                  </a:lnTo>
                  <a:lnTo>
                    <a:pt x="0" y="447507"/>
                  </a:lnTo>
                  <a:lnTo>
                    <a:pt x="0" y="429606"/>
                  </a:lnTo>
                  <a:lnTo>
                    <a:pt x="0" y="411706"/>
                  </a:lnTo>
                  <a:lnTo>
                    <a:pt x="0" y="393806"/>
                  </a:lnTo>
                  <a:lnTo>
                    <a:pt x="0" y="375905"/>
                  </a:lnTo>
                  <a:lnTo>
                    <a:pt x="0" y="358005"/>
                  </a:lnTo>
                  <a:lnTo>
                    <a:pt x="0" y="340105"/>
                  </a:lnTo>
                  <a:lnTo>
                    <a:pt x="0" y="322205"/>
                  </a:lnTo>
                  <a:lnTo>
                    <a:pt x="0" y="304304"/>
                  </a:lnTo>
                  <a:lnTo>
                    <a:pt x="0" y="286404"/>
                  </a:lnTo>
                  <a:lnTo>
                    <a:pt x="0" y="268504"/>
                  </a:lnTo>
                  <a:lnTo>
                    <a:pt x="0" y="250603"/>
                  </a:lnTo>
                  <a:lnTo>
                    <a:pt x="0" y="232703"/>
                  </a:lnTo>
                  <a:lnTo>
                    <a:pt x="0" y="214803"/>
                  </a:lnTo>
                  <a:lnTo>
                    <a:pt x="0" y="196903"/>
                  </a:lnTo>
                  <a:lnTo>
                    <a:pt x="0" y="179002"/>
                  </a:lnTo>
                  <a:lnTo>
                    <a:pt x="0" y="161102"/>
                  </a:lnTo>
                  <a:lnTo>
                    <a:pt x="0" y="143202"/>
                  </a:lnTo>
                  <a:lnTo>
                    <a:pt x="0" y="125301"/>
                  </a:lnTo>
                  <a:lnTo>
                    <a:pt x="0" y="107401"/>
                  </a:lnTo>
                  <a:lnTo>
                    <a:pt x="0" y="89501"/>
                  </a:lnTo>
                  <a:lnTo>
                    <a:pt x="0" y="71601"/>
                  </a:lnTo>
                  <a:lnTo>
                    <a:pt x="0" y="53700"/>
                  </a:lnTo>
                  <a:lnTo>
                    <a:pt x="0" y="35800"/>
                  </a:lnTo>
                  <a:lnTo>
                    <a:pt x="0" y="1790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5842623" y="2289693"/>
              <a:ext cx="367064" cy="367064"/>
            </a:xfrm>
            <a:custGeom>
              <a:avLst/>
              <a:pathLst>
                <a:path w="367064" h="367064">
                  <a:moveTo>
                    <a:pt x="0" y="367064"/>
                  </a:moveTo>
                  <a:lnTo>
                    <a:pt x="12657" y="354407"/>
                  </a:lnTo>
                  <a:lnTo>
                    <a:pt x="25314" y="341750"/>
                  </a:lnTo>
                  <a:lnTo>
                    <a:pt x="37972" y="329092"/>
                  </a:lnTo>
                  <a:lnTo>
                    <a:pt x="50629" y="316435"/>
                  </a:lnTo>
                  <a:lnTo>
                    <a:pt x="63287" y="303777"/>
                  </a:lnTo>
                  <a:lnTo>
                    <a:pt x="75944" y="291120"/>
                  </a:lnTo>
                  <a:lnTo>
                    <a:pt x="88601" y="278463"/>
                  </a:lnTo>
                  <a:lnTo>
                    <a:pt x="101259" y="265805"/>
                  </a:lnTo>
                  <a:lnTo>
                    <a:pt x="113916" y="253148"/>
                  </a:lnTo>
                  <a:lnTo>
                    <a:pt x="126574" y="240490"/>
                  </a:lnTo>
                  <a:lnTo>
                    <a:pt x="139231" y="227833"/>
                  </a:lnTo>
                  <a:lnTo>
                    <a:pt x="151888" y="215175"/>
                  </a:lnTo>
                  <a:lnTo>
                    <a:pt x="164546" y="202518"/>
                  </a:lnTo>
                  <a:lnTo>
                    <a:pt x="177203" y="189861"/>
                  </a:lnTo>
                  <a:lnTo>
                    <a:pt x="189861" y="177203"/>
                  </a:lnTo>
                  <a:lnTo>
                    <a:pt x="202518" y="164546"/>
                  </a:lnTo>
                  <a:lnTo>
                    <a:pt x="215175" y="151888"/>
                  </a:lnTo>
                  <a:lnTo>
                    <a:pt x="227833" y="139231"/>
                  </a:lnTo>
                  <a:lnTo>
                    <a:pt x="240490" y="126574"/>
                  </a:lnTo>
                  <a:lnTo>
                    <a:pt x="253148" y="113916"/>
                  </a:lnTo>
                  <a:lnTo>
                    <a:pt x="265805" y="101259"/>
                  </a:lnTo>
                  <a:lnTo>
                    <a:pt x="278463" y="88601"/>
                  </a:lnTo>
                  <a:lnTo>
                    <a:pt x="291120" y="75944"/>
                  </a:lnTo>
                  <a:lnTo>
                    <a:pt x="303777" y="63287"/>
                  </a:lnTo>
                  <a:lnTo>
                    <a:pt x="316435" y="50629"/>
                  </a:lnTo>
                  <a:lnTo>
                    <a:pt x="329092" y="37972"/>
                  </a:lnTo>
                  <a:lnTo>
                    <a:pt x="341750" y="25314"/>
                  </a:lnTo>
                  <a:lnTo>
                    <a:pt x="354407" y="12657"/>
                  </a:lnTo>
                  <a:lnTo>
                    <a:pt x="367064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5842623" y="2656758"/>
              <a:ext cx="519108" cy="0"/>
            </a:xfrm>
            <a:custGeom>
              <a:avLst/>
              <a:pathLst>
                <a:path w="519108" h="0">
                  <a:moveTo>
                    <a:pt x="0" y="0"/>
                  </a:moveTo>
                  <a:lnTo>
                    <a:pt x="17900" y="0"/>
                  </a:lnTo>
                  <a:lnTo>
                    <a:pt x="35800" y="0"/>
                  </a:lnTo>
                  <a:lnTo>
                    <a:pt x="53700" y="0"/>
                  </a:lnTo>
                  <a:lnTo>
                    <a:pt x="71601" y="0"/>
                  </a:lnTo>
                  <a:lnTo>
                    <a:pt x="89501" y="0"/>
                  </a:lnTo>
                  <a:lnTo>
                    <a:pt x="107401" y="0"/>
                  </a:lnTo>
                  <a:lnTo>
                    <a:pt x="125301" y="0"/>
                  </a:lnTo>
                  <a:lnTo>
                    <a:pt x="143202" y="0"/>
                  </a:lnTo>
                  <a:lnTo>
                    <a:pt x="161102" y="0"/>
                  </a:lnTo>
                  <a:lnTo>
                    <a:pt x="179002" y="0"/>
                  </a:lnTo>
                  <a:lnTo>
                    <a:pt x="196903" y="0"/>
                  </a:lnTo>
                  <a:lnTo>
                    <a:pt x="214803" y="0"/>
                  </a:lnTo>
                  <a:lnTo>
                    <a:pt x="232703" y="0"/>
                  </a:lnTo>
                  <a:lnTo>
                    <a:pt x="250603" y="0"/>
                  </a:lnTo>
                  <a:lnTo>
                    <a:pt x="268504" y="0"/>
                  </a:lnTo>
                  <a:lnTo>
                    <a:pt x="286404" y="0"/>
                  </a:lnTo>
                  <a:lnTo>
                    <a:pt x="304304" y="0"/>
                  </a:lnTo>
                  <a:lnTo>
                    <a:pt x="322205" y="0"/>
                  </a:lnTo>
                  <a:lnTo>
                    <a:pt x="340105" y="0"/>
                  </a:lnTo>
                  <a:lnTo>
                    <a:pt x="358005" y="0"/>
                  </a:lnTo>
                  <a:lnTo>
                    <a:pt x="375905" y="0"/>
                  </a:lnTo>
                  <a:lnTo>
                    <a:pt x="393806" y="0"/>
                  </a:lnTo>
                  <a:lnTo>
                    <a:pt x="411706" y="0"/>
                  </a:lnTo>
                  <a:lnTo>
                    <a:pt x="429606" y="0"/>
                  </a:lnTo>
                  <a:lnTo>
                    <a:pt x="447507" y="0"/>
                  </a:lnTo>
                  <a:lnTo>
                    <a:pt x="465407" y="0"/>
                  </a:lnTo>
                  <a:lnTo>
                    <a:pt x="483307" y="0"/>
                  </a:lnTo>
                  <a:lnTo>
                    <a:pt x="501207" y="0"/>
                  </a:lnTo>
                  <a:lnTo>
                    <a:pt x="519108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5842623" y="2656758"/>
              <a:ext cx="367064" cy="367064"/>
            </a:xfrm>
            <a:custGeom>
              <a:avLst/>
              <a:pathLst>
                <a:path w="367064" h="367064">
                  <a:moveTo>
                    <a:pt x="0" y="0"/>
                  </a:moveTo>
                  <a:lnTo>
                    <a:pt x="12657" y="12657"/>
                  </a:lnTo>
                  <a:lnTo>
                    <a:pt x="25314" y="25314"/>
                  </a:lnTo>
                  <a:lnTo>
                    <a:pt x="37972" y="37972"/>
                  </a:lnTo>
                  <a:lnTo>
                    <a:pt x="50629" y="50629"/>
                  </a:lnTo>
                  <a:lnTo>
                    <a:pt x="63287" y="63287"/>
                  </a:lnTo>
                  <a:lnTo>
                    <a:pt x="75944" y="75944"/>
                  </a:lnTo>
                  <a:lnTo>
                    <a:pt x="88601" y="88601"/>
                  </a:lnTo>
                  <a:lnTo>
                    <a:pt x="101259" y="101259"/>
                  </a:lnTo>
                  <a:lnTo>
                    <a:pt x="113916" y="113916"/>
                  </a:lnTo>
                  <a:lnTo>
                    <a:pt x="126574" y="126574"/>
                  </a:lnTo>
                  <a:lnTo>
                    <a:pt x="139231" y="139231"/>
                  </a:lnTo>
                  <a:lnTo>
                    <a:pt x="151888" y="151888"/>
                  </a:lnTo>
                  <a:lnTo>
                    <a:pt x="164546" y="164546"/>
                  </a:lnTo>
                  <a:lnTo>
                    <a:pt x="177203" y="177203"/>
                  </a:lnTo>
                  <a:lnTo>
                    <a:pt x="189861" y="189861"/>
                  </a:lnTo>
                  <a:lnTo>
                    <a:pt x="202518" y="202518"/>
                  </a:lnTo>
                  <a:lnTo>
                    <a:pt x="215175" y="215175"/>
                  </a:lnTo>
                  <a:lnTo>
                    <a:pt x="227833" y="227833"/>
                  </a:lnTo>
                  <a:lnTo>
                    <a:pt x="240490" y="240490"/>
                  </a:lnTo>
                  <a:lnTo>
                    <a:pt x="253148" y="253148"/>
                  </a:lnTo>
                  <a:lnTo>
                    <a:pt x="265805" y="265805"/>
                  </a:lnTo>
                  <a:lnTo>
                    <a:pt x="278463" y="278463"/>
                  </a:lnTo>
                  <a:lnTo>
                    <a:pt x="291120" y="291120"/>
                  </a:lnTo>
                  <a:lnTo>
                    <a:pt x="303777" y="303777"/>
                  </a:lnTo>
                  <a:lnTo>
                    <a:pt x="316435" y="316435"/>
                  </a:lnTo>
                  <a:lnTo>
                    <a:pt x="329092" y="329092"/>
                  </a:lnTo>
                  <a:lnTo>
                    <a:pt x="341750" y="341750"/>
                  </a:lnTo>
                  <a:lnTo>
                    <a:pt x="354407" y="354407"/>
                  </a:lnTo>
                  <a:lnTo>
                    <a:pt x="367064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5842623" y="2656758"/>
              <a:ext cx="0" cy="519108"/>
            </a:xfrm>
            <a:custGeom>
              <a:avLst/>
              <a:pathLst>
                <a:path w="0" h="519108">
                  <a:moveTo>
                    <a:pt x="0" y="0"/>
                  </a:moveTo>
                  <a:lnTo>
                    <a:pt x="0" y="17900"/>
                  </a:lnTo>
                  <a:lnTo>
                    <a:pt x="0" y="35800"/>
                  </a:lnTo>
                  <a:lnTo>
                    <a:pt x="0" y="53700"/>
                  </a:lnTo>
                  <a:lnTo>
                    <a:pt x="0" y="71601"/>
                  </a:lnTo>
                  <a:lnTo>
                    <a:pt x="0" y="89501"/>
                  </a:lnTo>
                  <a:lnTo>
                    <a:pt x="0" y="107401"/>
                  </a:lnTo>
                  <a:lnTo>
                    <a:pt x="0" y="125301"/>
                  </a:lnTo>
                  <a:lnTo>
                    <a:pt x="0" y="143202"/>
                  </a:lnTo>
                  <a:lnTo>
                    <a:pt x="0" y="161102"/>
                  </a:lnTo>
                  <a:lnTo>
                    <a:pt x="0" y="179002"/>
                  </a:lnTo>
                  <a:lnTo>
                    <a:pt x="0" y="196903"/>
                  </a:lnTo>
                  <a:lnTo>
                    <a:pt x="0" y="214803"/>
                  </a:lnTo>
                  <a:lnTo>
                    <a:pt x="0" y="232703"/>
                  </a:lnTo>
                  <a:lnTo>
                    <a:pt x="0" y="250603"/>
                  </a:lnTo>
                  <a:lnTo>
                    <a:pt x="0" y="268504"/>
                  </a:lnTo>
                  <a:lnTo>
                    <a:pt x="0" y="286404"/>
                  </a:lnTo>
                  <a:lnTo>
                    <a:pt x="0" y="304304"/>
                  </a:lnTo>
                  <a:lnTo>
                    <a:pt x="0" y="322205"/>
                  </a:lnTo>
                  <a:lnTo>
                    <a:pt x="0" y="340105"/>
                  </a:lnTo>
                  <a:lnTo>
                    <a:pt x="0" y="358005"/>
                  </a:lnTo>
                  <a:lnTo>
                    <a:pt x="0" y="375905"/>
                  </a:lnTo>
                  <a:lnTo>
                    <a:pt x="0" y="393806"/>
                  </a:lnTo>
                  <a:lnTo>
                    <a:pt x="0" y="411706"/>
                  </a:lnTo>
                  <a:lnTo>
                    <a:pt x="0" y="429606"/>
                  </a:lnTo>
                  <a:lnTo>
                    <a:pt x="0" y="447507"/>
                  </a:lnTo>
                  <a:lnTo>
                    <a:pt x="0" y="465407"/>
                  </a:lnTo>
                  <a:lnTo>
                    <a:pt x="0" y="483307"/>
                  </a:lnTo>
                  <a:lnTo>
                    <a:pt x="0" y="501207"/>
                  </a:lnTo>
                  <a:lnTo>
                    <a:pt x="0" y="519108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5475558" y="2656758"/>
              <a:ext cx="367064" cy="367064"/>
            </a:xfrm>
            <a:custGeom>
              <a:avLst/>
              <a:pathLst>
                <a:path w="367064" h="367064">
                  <a:moveTo>
                    <a:pt x="367064" y="0"/>
                  </a:moveTo>
                  <a:lnTo>
                    <a:pt x="354407" y="12657"/>
                  </a:lnTo>
                  <a:lnTo>
                    <a:pt x="341750" y="25314"/>
                  </a:lnTo>
                  <a:lnTo>
                    <a:pt x="329092" y="37972"/>
                  </a:lnTo>
                  <a:lnTo>
                    <a:pt x="316435" y="50629"/>
                  </a:lnTo>
                  <a:lnTo>
                    <a:pt x="303777" y="63287"/>
                  </a:lnTo>
                  <a:lnTo>
                    <a:pt x="291120" y="75944"/>
                  </a:lnTo>
                  <a:lnTo>
                    <a:pt x="278463" y="88601"/>
                  </a:lnTo>
                  <a:lnTo>
                    <a:pt x="265805" y="101259"/>
                  </a:lnTo>
                  <a:lnTo>
                    <a:pt x="253148" y="113916"/>
                  </a:lnTo>
                  <a:lnTo>
                    <a:pt x="240490" y="126574"/>
                  </a:lnTo>
                  <a:lnTo>
                    <a:pt x="227833" y="139231"/>
                  </a:lnTo>
                  <a:lnTo>
                    <a:pt x="215175" y="151888"/>
                  </a:lnTo>
                  <a:lnTo>
                    <a:pt x="202518" y="164546"/>
                  </a:lnTo>
                  <a:lnTo>
                    <a:pt x="189861" y="177203"/>
                  </a:lnTo>
                  <a:lnTo>
                    <a:pt x="177203" y="189861"/>
                  </a:lnTo>
                  <a:lnTo>
                    <a:pt x="164546" y="202518"/>
                  </a:lnTo>
                  <a:lnTo>
                    <a:pt x="151888" y="215175"/>
                  </a:lnTo>
                  <a:lnTo>
                    <a:pt x="139231" y="227833"/>
                  </a:lnTo>
                  <a:lnTo>
                    <a:pt x="126574" y="240490"/>
                  </a:lnTo>
                  <a:lnTo>
                    <a:pt x="113916" y="253148"/>
                  </a:lnTo>
                  <a:lnTo>
                    <a:pt x="101259" y="265805"/>
                  </a:lnTo>
                  <a:lnTo>
                    <a:pt x="88601" y="278463"/>
                  </a:lnTo>
                  <a:lnTo>
                    <a:pt x="75944" y="291120"/>
                  </a:lnTo>
                  <a:lnTo>
                    <a:pt x="63287" y="303777"/>
                  </a:lnTo>
                  <a:lnTo>
                    <a:pt x="50629" y="316435"/>
                  </a:lnTo>
                  <a:lnTo>
                    <a:pt x="37972" y="329092"/>
                  </a:lnTo>
                  <a:lnTo>
                    <a:pt x="25314" y="341750"/>
                  </a:lnTo>
                  <a:lnTo>
                    <a:pt x="12657" y="354407"/>
                  </a:lnTo>
                  <a:lnTo>
                    <a:pt x="0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5323515" y="2656758"/>
              <a:ext cx="519108" cy="0"/>
            </a:xfrm>
            <a:custGeom>
              <a:avLst/>
              <a:pathLst>
                <a:path w="519108" h="0">
                  <a:moveTo>
                    <a:pt x="519108" y="0"/>
                  </a:moveTo>
                  <a:lnTo>
                    <a:pt x="501207" y="0"/>
                  </a:lnTo>
                  <a:lnTo>
                    <a:pt x="483307" y="0"/>
                  </a:lnTo>
                  <a:lnTo>
                    <a:pt x="465407" y="0"/>
                  </a:lnTo>
                  <a:lnTo>
                    <a:pt x="447507" y="0"/>
                  </a:lnTo>
                  <a:lnTo>
                    <a:pt x="429606" y="0"/>
                  </a:lnTo>
                  <a:lnTo>
                    <a:pt x="411706" y="0"/>
                  </a:lnTo>
                  <a:lnTo>
                    <a:pt x="393806" y="0"/>
                  </a:lnTo>
                  <a:lnTo>
                    <a:pt x="375905" y="0"/>
                  </a:lnTo>
                  <a:lnTo>
                    <a:pt x="358005" y="0"/>
                  </a:lnTo>
                  <a:lnTo>
                    <a:pt x="340105" y="0"/>
                  </a:lnTo>
                  <a:lnTo>
                    <a:pt x="322205" y="0"/>
                  </a:lnTo>
                  <a:lnTo>
                    <a:pt x="304304" y="0"/>
                  </a:lnTo>
                  <a:lnTo>
                    <a:pt x="286404" y="0"/>
                  </a:lnTo>
                  <a:lnTo>
                    <a:pt x="268504" y="0"/>
                  </a:lnTo>
                  <a:lnTo>
                    <a:pt x="250603" y="0"/>
                  </a:lnTo>
                  <a:lnTo>
                    <a:pt x="232703" y="0"/>
                  </a:lnTo>
                  <a:lnTo>
                    <a:pt x="214803" y="0"/>
                  </a:lnTo>
                  <a:lnTo>
                    <a:pt x="196903" y="0"/>
                  </a:lnTo>
                  <a:lnTo>
                    <a:pt x="179002" y="0"/>
                  </a:lnTo>
                  <a:lnTo>
                    <a:pt x="161102" y="0"/>
                  </a:lnTo>
                  <a:lnTo>
                    <a:pt x="143202" y="0"/>
                  </a:lnTo>
                  <a:lnTo>
                    <a:pt x="125301" y="0"/>
                  </a:lnTo>
                  <a:lnTo>
                    <a:pt x="107401" y="0"/>
                  </a:lnTo>
                  <a:lnTo>
                    <a:pt x="89501" y="0"/>
                  </a:lnTo>
                  <a:lnTo>
                    <a:pt x="71601" y="0"/>
                  </a:lnTo>
                  <a:lnTo>
                    <a:pt x="53700" y="0"/>
                  </a:lnTo>
                  <a:lnTo>
                    <a:pt x="35800" y="0"/>
                  </a:lnTo>
                  <a:lnTo>
                    <a:pt x="17900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5475558" y="2289693"/>
              <a:ext cx="367064" cy="367064"/>
            </a:xfrm>
            <a:custGeom>
              <a:avLst/>
              <a:pathLst>
                <a:path w="367064" h="367064">
                  <a:moveTo>
                    <a:pt x="367064" y="367064"/>
                  </a:moveTo>
                  <a:lnTo>
                    <a:pt x="354407" y="354407"/>
                  </a:lnTo>
                  <a:lnTo>
                    <a:pt x="341750" y="341750"/>
                  </a:lnTo>
                  <a:lnTo>
                    <a:pt x="329092" y="329092"/>
                  </a:lnTo>
                  <a:lnTo>
                    <a:pt x="316435" y="316435"/>
                  </a:lnTo>
                  <a:lnTo>
                    <a:pt x="303777" y="303777"/>
                  </a:lnTo>
                  <a:lnTo>
                    <a:pt x="291120" y="291120"/>
                  </a:lnTo>
                  <a:lnTo>
                    <a:pt x="278463" y="278463"/>
                  </a:lnTo>
                  <a:lnTo>
                    <a:pt x="265805" y="265805"/>
                  </a:lnTo>
                  <a:lnTo>
                    <a:pt x="253148" y="253148"/>
                  </a:lnTo>
                  <a:lnTo>
                    <a:pt x="240490" y="240490"/>
                  </a:lnTo>
                  <a:lnTo>
                    <a:pt x="227833" y="227833"/>
                  </a:lnTo>
                  <a:lnTo>
                    <a:pt x="215175" y="215175"/>
                  </a:lnTo>
                  <a:lnTo>
                    <a:pt x="202518" y="202518"/>
                  </a:lnTo>
                  <a:lnTo>
                    <a:pt x="189861" y="189861"/>
                  </a:lnTo>
                  <a:lnTo>
                    <a:pt x="177203" y="177203"/>
                  </a:lnTo>
                  <a:lnTo>
                    <a:pt x="164546" y="164546"/>
                  </a:lnTo>
                  <a:lnTo>
                    <a:pt x="151888" y="151888"/>
                  </a:lnTo>
                  <a:lnTo>
                    <a:pt x="139231" y="139231"/>
                  </a:lnTo>
                  <a:lnTo>
                    <a:pt x="126574" y="126574"/>
                  </a:lnTo>
                  <a:lnTo>
                    <a:pt x="113916" y="113916"/>
                  </a:lnTo>
                  <a:lnTo>
                    <a:pt x="101259" y="101259"/>
                  </a:lnTo>
                  <a:lnTo>
                    <a:pt x="88601" y="88601"/>
                  </a:lnTo>
                  <a:lnTo>
                    <a:pt x="75944" y="75944"/>
                  </a:lnTo>
                  <a:lnTo>
                    <a:pt x="63287" y="63287"/>
                  </a:lnTo>
                  <a:lnTo>
                    <a:pt x="50629" y="50629"/>
                  </a:lnTo>
                  <a:lnTo>
                    <a:pt x="37972" y="37972"/>
                  </a:lnTo>
                  <a:lnTo>
                    <a:pt x="25314" y="25314"/>
                  </a:lnTo>
                  <a:lnTo>
                    <a:pt x="12657" y="1265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tx310"/>
            <p:cNvSpPr/>
            <p:nvPr/>
          </p:nvSpPr>
          <p:spPr>
            <a:xfrm>
              <a:off x="5710584" y="2034082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6021439" y="220513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12" name="tx312"/>
            <p:cNvSpPr/>
            <p:nvPr/>
          </p:nvSpPr>
          <p:spPr>
            <a:xfrm>
              <a:off x="6318538" y="2618079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313" name="tx313"/>
            <p:cNvSpPr/>
            <p:nvPr/>
          </p:nvSpPr>
          <p:spPr>
            <a:xfrm>
              <a:off x="6012341" y="3031027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314" name="tx314"/>
            <p:cNvSpPr/>
            <p:nvPr/>
          </p:nvSpPr>
          <p:spPr>
            <a:xfrm>
              <a:off x="5701485" y="320207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315" name="tx315"/>
            <p:cNvSpPr/>
            <p:nvPr/>
          </p:nvSpPr>
          <p:spPr>
            <a:xfrm>
              <a:off x="5177483" y="3031027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316" name="tx316"/>
            <p:cNvSpPr/>
            <p:nvPr/>
          </p:nvSpPr>
          <p:spPr>
            <a:xfrm>
              <a:off x="5136554" y="2618079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317" name="tx317"/>
            <p:cNvSpPr/>
            <p:nvPr/>
          </p:nvSpPr>
          <p:spPr>
            <a:xfrm>
              <a:off x="5186582" y="220513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318" name="tx318"/>
            <p:cNvSpPr/>
            <p:nvPr/>
          </p:nvSpPr>
          <p:spPr>
            <a:xfrm>
              <a:off x="4953165" y="2365383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319" name="tx319"/>
            <p:cNvSpPr/>
            <p:nvPr/>
          </p:nvSpPr>
          <p:spPr>
            <a:xfrm>
              <a:off x="4903696" y="210582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320" name="rc320"/>
            <p:cNvSpPr/>
            <p:nvPr/>
          </p:nvSpPr>
          <p:spPr>
            <a:xfrm>
              <a:off x="6823205" y="1749294"/>
              <a:ext cx="2251205" cy="22062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321" name="rc321"/>
            <p:cNvSpPr/>
            <p:nvPr/>
          </p:nvSpPr>
          <p:spPr>
            <a:xfrm>
              <a:off x="6823205" y="1969915"/>
              <a:ext cx="2251205" cy="14590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" name="rc322"/>
            <p:cNvSpPr/>
            <p:nvPr/>
          </p:nvSpPr>
          <p:spPr>
            <a:xfrm>
              <a:off x="7151204" y="1749294"/>
              <a:ext cx="1885248" cy="22062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3" name="tx323"/>
            <p:cNvSpPr/>
            <p:nvPr/>
          </p:nvSpPr>
          <p:spPr>
            <a:xfrm>
              <a:off x="7721622" y="1779042"/>
              <a:ext cx="74441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Strigiformes</a:t>
              </a:r>
            </a:p>
          </p:txBody>
        </p:sp>
        <p:sp>
          <p:nvSpPr>
            <p:cNvPr id="324" name="tx324"/>
            <p:cNvSpPr/>
            <p:nvPr/>
          </p:nvSpPr>
          <p:spPr>
            <a:xfrm>
              <a:off x="7466641" y="1875817"/>
              <a:ext cx="12543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14, species = 10</a:t>
              </a:r>
            </a:p>
          </p:txBody>
        </p:sp>
        <p:sp>
          <p:nvSpPr>
            <p:cNvPr id="325" name="rc325"/>
            <p:cNvSpPr/>
            <p:nvPr/>
          </p:nvSpPr>
          <p:spPr>
            <a:xfrm>
              <a:off x="7444943" y="2007873"/>
              <a:ext cx="1297770" cy="1297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8093828" y="2072761"/>
              <a:ext cx="0" cy="583996"/>
            </a:xfrm>
            <a:custGeom>
              <a:avLst/>
              <a:pathLst>
                <a:path w="0" h="583996">
                  <a:moveTo>
                    <a:pt x="0" y="583996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8093828" y="2243810"/>
              <a:ext cx="412948" cy="412948"/>
            </a:xfrm>
            <a:custGeom>
              <a:avLst/>
              <a:pathLst>
                <a:path w="412948" h="412948">
                  <a:moveTo>
                    <a:pt x="0" y="412948"/>
                  </a:moveTo>
                  <a:lnTo>
                    <a:pt x="41294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8093828" y="2656758"/>
              <a:ext cx="583996" cy="0"/>
            </a:xfrm>
            <a:custGeom>
              <a:avLst/>
              <a:pathLst>
                <a:path w="583996" h="0">
                  <a:moveTo>
                    <a:pt x="0" y="0"/>
                  </a:moveTo>
                  <a:lnTo>
                    <a:pt x="583996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8093828" y="2656758"/>
              <a:ext cx="412948" cy="412948"/>
            </a:xfrm>
            <a:custGeom>
              <a:avLst/>
              <a:pathLst>
                <a:path w="412948" h="412948">
                  <a:moveTo>
                    <a:pt x="0" y="0"/>
                  </a:moveTo>
                  <a:lnTo>
                    <a:pt x="412948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8093828" y="2656758"/>
              <a:ext cx="0" cy="583996"/>
            </a:xfrm>
            <a:custGeom>
              <a:avLst/>
              <a:pathLst>
                <a:path w="0" h="583996">
                  <a:moveTo>
                    <a:pt x="0" y="0"/>
                  </a:moveTo>
                  <a:lnTo>
                    <a:pt x="0" y="583996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7680880" y="2656758"/>
              <a:ext cx="412948" cy="412948"/>
            </a:xfrm>
            <a:custGeom>
              <a:avLst/>
              <a:pathLst>
                <a:path w="412948" h="412948">
                  <a:moveTo>
                    <a:pt x="412948" y="0"/>
                  </a:moveTo>
                  <a:lnTo>
                    <a:pt x="0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7509832" y="2656758"/>
              <a:ext cx="583996" cy="0"/>
            </a:xfrm>
            <a:custGeom>
              <a:avLst/>
              <a:pathLst>
                <a:path w="583996" h="0">
                  <a:moveTo>
                    <a:pt x="583996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7680880" y="2243810"/>
              <a:ext cx="412948" cy="412948"/>
            </a:xfrm>
            <a:custGeom>
              <a:avLst/>
              <a:pathLst>
                <a:path w="412948" h="412948">
                  <a:moveTo>
                    <a:pt x="412948" y="41294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7834307" y="2397204"/>
              <a:ext cx="519042" cy="518977"/>
            </a:xfrm>
            <a:custGeom>
              <a:avLst/>
              <a:pathLst>
                <a:path w="519042" h="518977">
                  <a:moveTo>
                    <a:pt x="259521" y="0"/>
                  </a:moveTo>
                  <a:lnTo>
                    <a:pt x="275983" y="522"/>
                  </a:lnTo>
                  <a:lnTo>
                    <a:pt x="292379" y="2088"/>
                  </a:lnTo>
                  <a:lnTo>
                    <a:pt x="308642" y="4690"/>
                  </a:lnTo>
                  <a:lnTo>
                    <a:pt x="324707" y="8319"/>
                  </a:lnTo>
                  <a:lnTo>
                    <a:pt x="340510" y="12959"/>
                  </a:lnTo>
                  <a:lnTo>
                    <a:pt x="355987" y="18592"/>
                  </a:lnTo>
                  <a:lnTo>
                    <a:pt x="371076" y="25195"/>
                  </a:lnTo>
                  <a:lnTo>
                    <a:pt x="385715" y="32742"/>
                  </a:lnTo>
                  <a:lnTo>
                    <a:pt x="399846" y="41203"/>
                  </a:lnTo>
                  <a:lnTo>
                    <a:pt x="413413" y="50542"/>
                  </a:lnTo>
                  <a:lnTo>
                    <a:pt x="426359" y="60724"/>
                  </a:lnTo>
                  <a:lnTo>
                    <a:pt x="438634" y="71705"/>
                  </a:lnTo>
                  <a:lnTo>
                    <a:pt x="450187" y="83444"/>
                  </a:lnTo>
                  <a:lnTo>
                    <a:pt x="460973" y="95891"/>
                  </a:lnTo>
                  <a:lnTo>
                    <a:pt x="470947" y="108997"/>
                  </a:lnTo>
                  <a:lnTo>
                    <a:pt x="480071" y="122710"/>
                  </a:lnTo>
                  <a:lnTo>
                    <a:pt x="488306" y="136974"/>
                  </a:lnTo>
                  <a:lnTo>
                    <a:pt x="495620" y="151731"/>
                  </a:lnTo>
                  <a:lnTo>
                    <a:pt x="501983" y="166922"/>
                  </a:lnTo>
                  <a:lnTo>
                    <a:pt x="507370" y="182487"/>
                  </a:lnTo>
                  <a:lnTo>
                    <a:pt x="511759" y="198361"/>
                  </a:lnTo>
                  <a:lnTo>
                    <a:pt x="515132" y="214483"/>
                  </a:lnTo>
                  <a:lnTo>
                    <a:pt x="517476" y="230785"/>
                  </a:lnTo>
                  <a:lnTo>
                    <a:pt x="518781" y="247204"/>
                  </a:lnTo>
                  <a:lnTo>
                    <a:pt x="519042" y="263672"/>
                  </a:lnTo>
                  <a:lnTo>
                    <a:pt x="518259" y="280123"/>
                  </a:lnTo>
                  <a:lnTo>
                    <a:pt x="516433" y="296492"/>
                  </a:lnTo>
                  <a:lnTo>
                    <a:pt x="513573" y="312712"/>
                  </a:lnTo>
                  <a:lnTo>
                    <a:pt x="509690" y="328718"/>
                  </a:lnTo>
                  <a:lnTo>
                    <a:pt x="504800" y="344445"/>
                  </a:lnTo>
                  <a:lnTo>
                    <a:pt x="498922" y="359831"/>
                  </a:lnTo>
                  <a:lnTo>
                    <a:pt x="492080" y="374813"/>
                  </a:lnTo>
                  <a:lnTo>
                    <a:pt x="484301" y="389331"/>
                  </a:lnTo>
                  <a:lnTo>
                    <a:pt x="475618" y="403326"/>
                  </a:lnTo>
                  <a:lnTo>
                    <a:pt x="466064" y="416742"/>
                  </a:lnTo>
                  <a:lnTo>
                    <a:pt x="455679" y="429525"/>
                  </a:lnTo>
                  <a:lnTo>
                    <a:pt x="444504" y="441624"/>
                  </a:lnTo>
                  <a:lnTo>
                    <a:pt x="432584" y="452990"/>
                  </a:lnTo>
                  <a:lnTo>
                    <a:pt x="419967" y="463577"/>
                  </a:lnTo>
                  <a:lnTo>
                    <a:pt x="406704" y="473342"/>
                  </a:lnTo>
                  <a:lnTo>
                    <a:pt x="392848" y="482247"/>
                  </a:lnTo>
                  <a:lnTo>
                    <a:pt x="378455" y="490254"/>
                  </a:lnTo>
                  <a:lnTo>
                    <a:pt x="363584" y="497333"/>
                  </a:lnTo>
                  <a:lnTo>
                    <a:pt x="348294" y="503455"/>
                  </a:lnTo>
                  <a:lnTo>
                    <a:pt x="332646" y="508594"/>
                  </a:lnTo>
                  <a:lnTo>
                    <a:pt x="316703" y="512730"/>
                  </a:lnTo>
                  <a:lnTo>
                    <a:pt x="300531" y="515847"/>
                  </a:lnTo>
                  <a:lnTo>
                    <a:pt x="284193" y="517932"/>
                  </a:lnTo>
                  <a:lnTo>
                    <a:pt x="267756" y="518977"/>
                  </a:lnTo>
                  <a:lnTo>
                    <a:pt x="251286" y="518977"/>
                  </a:lnTo>
                  <a:lnTo>
                    <a:pt x="234849" y="517932"/>
                  </a:lnTo>
                  <a:lnTo>
                    <a:pt x="218511" y="515847"/>
                  </a:lnTo>
                  <a:lnTo>
                    <a:pt x="202338" y="512730"/>
                  </a:lnTo>
                  <a:lnTo>
                    <a:pt x="186396" y="508594"/>
                  </a:lnTo>
                  <a:lnTo>
                    <a:pt x="170748" y="503455"/>
                  </a:lnTo>
                  <a:lnTo>
                    <a:pt x="155458" y="497333"/>
                  </a:lnTo>
                  <a:lnTo>
                    <a:pt x="140586" y="490254"/>
                  </a:lnTo>
                  <a:lnTo>
                    <a:pt x="126194" y="482247"/>
                  </a:lnTo>
                  <a:lnTo>
                    <a:pt x="112338" y="473342"/>
                  </a:lnTo>
                  <a:lnTo>
                    <a:pt x="99075" y="463577"/>
                  </a:lnTo>
                  <a:lnTo>
                    <a:pt x="86458" y="452990"/>
                  </a:lnTo>
                  <a:lnTo>
                    <a:pt x="74538" y="441624"/>
                  </a:lnTo>
                  <a:lnTo>
                    <a:pt x="63363" y="429525"/>
                  </a:lnTo>
                  <a:lnTo>
                    <a:pt x="52978" y="416742"/>
                  </a:lnTo>
                  <a:lnTo>
                    <a:pt x="43424" y="403326"/>
                  </a:lnTo>
                  <a:lnTo>
                    <a:pt x="34740" y="389331"/>
                  </a:lnTo>
                  <a:lnTo>
                    <a:pt x="26962" y="374813"/>
                  </a:lnTo>
                  <a:lnTo>
                    <a:pt x="20120" y="359831"/>
                  </a:lnTo>
                  <a:lnTo>
                    <a:pt x="14242" y="344445"/>
                  </a:lnTo>
                  <a:lnTo>
                    <a:pt x="9352" y="328718"/>
                  </a:lnTo>
                  <a:lnTo>
                    <a:pt x="5469" y="312712"/>
                  </a:lnTo>
                  <a:lnTo>
                    <a:pt x="2609" y="296492"/>
                  </a:lnTo>
                  <a:lnTo>
                    <a:pt x="783" y="280123"/>
                  </a:lnTo>
                  <a:lnTo>
                    <a:pt x="0" y="263672"/>
                  </a:lnTo>
                  <a:lnTo>
                    <a:pt x="261" y="247204"/>
                  </a:lnTo>
                  <a:lnTo>
                    <a:pt x="1566" y="230785"/>
                  </a:lnTo>
                  <a:lnTo>
                    <a:pt x="3910" y="214483"/>
                  </a:lnTo>
                  <a:lnTo>
                    <a:pt x="7283" y="198361"/>
                  </a:lnTo>
                  <a:lnTo>
                    <a:pt x="11672" y="182487"/>
                  </a:lnTo>
                  <a:lnTo>
                    <a:pt x="17059" y="166922"/>
                  </a:lnTo>
                  <a:lnTo>
                    <a:pt x="23422" y="151731"/>
                  </a:lnTo>
                  <a:lnTo>
                    <a:pt x="30736" y="136974"/>
                  </a:lnTo>
                  <a:lnTo>
                    <a:pt x="38971" y="122710"/>
                  </a:lnTo>
                  <a:lnTo>
                    <a:pt x="48094" y="108997"/>
                  </a:lnTo>
                  <a:lnTo>
                    <a:pt x="58069" y="95891"/>
                  </a:lnTo>
                  <a:lnTo>
                    <a:pt x="68855" y="83444"/>
                  </a:lnTo>
                  <a:lnTo>
                    <a:pt x="80408" y="71705"/>
                  </a:lnTo>
                  <a:lnTo>
                    <a:pt x="92683" y="60724"/>
                  </a:lnTo>
                  <a:lnTo>
                    <a:pt x="105629" y="50542"/>
                  </a:lnTo>
                  <a:lnTo>
                    <a:pt x="119195" y="41203"/>
                  </a:lnTo>
                  <a:lnTo>
                    <a:pt x="133327" y="32742"/>
                  </a:lnTo>
                  <a:lnTo>
                    <a:pt x="147966" y="25195"/>
                  </a:lnTo>
                  <a:lnTo>
                    <a:pt x="163054" y="18592"/>
                  </a:lnTo>
                  <a:lnTo>
                    <a:pt x="178531" y="12959"/>
                  </a:lnTo>
                  <a:lnTo>
                    <a:pt x="194334" y="8319"/>
                  </a:lnTo>
                  <a:lnTo>
                    <a:pt x="210400" y="4690"/>
                  </a:lnTo>
                  <a:lnTo>
                    <a:pt x="226663" y="2088"/>
                  </a:lnTo>
                  <a:lnTo>
                    <a:pt x="243059" y="522"/>
                  </a:lnTo>
                  <a:lnTo>
                    <a:pt x="25952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7574786" y="2137650"/>
              <a:ext cx="1038085" cy="1037955"/>
            </a:xfrm>
            <a:custGeom>
              <a:avLst/>
              <a:pathLst>
                <a:path w="1038085" h="1037955">
                  <a:moveTo>
                    <a:pt x="519042" y="0"/>
                  </a:moveTo>
                  <a:lnTo>
                    <a:pt x="551966" y="1045"/>
                  </a:lnTo>
                  <a:lnTo>
                    <a:pt x="584758" y="4176"/>
                  </a:lnTo>
                  <a:lnTo>
                    <a:pt x="617284" y="9380"/>
                  </a:lnTo>
                  <a:lnTo>
                    <a:pt x="649415" y="16638"/>
                  </a:lnTo>
                  <a:lnTo>
                    <a:pt x="681021" y="25918"/>
                  </a:lnTo>
                  <a:lnTo>
                    <a:pt x="711975" y="37184"/>
                  </a:lnTo>
                  <a:lnTo>
                    <a:pt x="742152" y="50391"/>
                  </a:lnTo>
                  <a:lnTo>
                    <a:pt x="771431" y="65485"/>
                  </a:lnTo>
                  <a:lnTo>
                    <a:pt x="799693" y="82406"/>
                  </a:lnTo>
                  <a:lnTo>
                    <a:pt x="826826" y="101085"/>
                  </a:lnTo>
                  <a:lnTo>
                    <a:pt x="852719" y="121448"/>
                  </a:lnTo>
                  <a:lnTo>
                    <a:pt x="877268" y="143411"/>
                  </a:lnTo>
                  <a:lnTo>
                    <a:pt x="900375" y="166888"/>
                  </a:lnTo>
                  <a:lnTo>
                    <a:pt x="921946" y="191783"/>
                  </a:lnTo>
                  <a:lnTo>
                    <a:pt x="941895" y="217995"/>
                  </a:lnTo>
                  <a:lnTo>
                    <a:pt x="960142" y="245421"/>
                  </a:lnTo>
                  <a:lnTo>
                    <a:pt x="976612" y="273948"/>
                  </a:lnTo>
                  <a:lnTo>
                    <a:pt x="991240" y="303462"/>
                  </a:lnTo>
                  <a:lnTo>
                    <a:pt x="1003966" y="333845"/>
                  </a:lnTo>
                  <a:lnTo>
                    <a:pt x="1014740" y="364974"/>
                  </a:lnTo>
                  <a:lnTo>
                    <a:pt x="1023518" y="396723"/>
                  </a:lnTo>
                  <a:lnTo>
                    <a:pt x="1030264" y="428966"/>
                  </a:lnTo>
                  <a:lnTo>
                    <a:pt x="1034952" y="461571"/>
                  </a:lnTo>
                  <a:lnTo>
                    <a:pt x="1037563" y="494408"/>
                  </a:lnTo>
                  <a:lnTo>
                    <a:pt x="1038085" y="527344"/>
                  </a:lnTo>
                  <a:lnTo>
                    <a:pt x="1036518" y="560247"/>
                  </a:lnTo>
                  <a:lnTo>
                    <a:pt x="1032867" y="592984"/>
                  </a:lnTo>
                  <a:lnTo>
                    <a:pt x="1027147" y="625425"/>
                  </a:lnTo>
                  <a:lnTo>
                    <a:pt x="1019381" y="657436"/>
                  </a:lnTo>
                  <a:lnTo>
                    <a:pt x="1009600" y="688891"/>
                  </a:lnTo>
                  <a:lnTo>
                    <a:pt x="997844" y="719663"/>
                  </a:lnTo>
                  <a:lnTo>
                    <a:pt x="984160" y="749626"/>
                  </a:lnTo>
                  <a:lnTo>
                    <a:pt x="968603" y="778662"/>
                  </a:lnTo>
                  <a:lnTo>
                    <a:pt x="951236" y="806652"/>
                  </a:lnTo>
                  <a:lnTo>
                    <a:pt x="932129" y="833485"/>
                  </a:lnTo>
                  <a:lnTo>
                    <a:pt x="911358" y="859051"/>
                  </a:lnTo>
                  <a:lnTo>
                    <a:pt x="889008" y="883249"/>
                  </a:lnTo>
                  <a:lnTo>
                    <a:pt x="865168" y="905981"/>
                  </a:lnTo>
                  <a:lnTo>
                    <a:pt x="839934" y="927154"/>
                  </a:lnTo>
                  <a:lnTo>
                    <a:pt x="813408" y="946685"/>
                  </a:lnTo>
                  <a:lnTo>
                    <a:pt x="785696" y="964494"/>
                  </a:lnTo>
                  <a:lnTo>
                    <a:pt x="756911" y="980509"/>
                  </a:lnTo>
                  <a:lnTo>
                    <a:pt x="727169" y="994667"/>
                  </a:lnTo>
                  <a:lnTo>
                    <a:pt x="696588" y="1006910"/>
                  </a:lnTo>
                  <a:lnTo>
                    <a:pt x="665292" y="1017188"/>
                  </a:lnTo>
                  <a:lnTo>
                    <a:pt x="633407" y="1025461"/>
                  </a:lnTo>
                  <a:lnTo>
                    <a:pt x="601062" y="1031695"/>
                  </a:lnTo>
                  <a:lnTo>
                    <a:pt x="568387" y="1035865"/>
                  </a:lnTo>
                  <a:lnTo>
                    <a:pt x="535513" y="1037955"/>
                  </a:lnTo>
                  <a:lnTo>
                    <a:pt x="502572" y="1037955"/>
                  </a:lnTo>
                  <a:lnTo>
                    <a:pt x="469698" y="1035865"/>
                  </a:lnTo>
                  <a:lnTo>
                    <a:pt x="437023" y="1031695"/>
                  </a:lnTo>
                  <a:lnTo>
                    <a:pt x="404677" y="1025461"/>
                  </a:lnTo>
                  <a:lnTo>
                    <a:pt x="372793" y="1017188"/>
                  </a:lnTo>
                  <a:lnTo>
                    <a:pt x="341497" y="1006910"/>
                  </a:lnTo>
                  <a:lnTo>
                    <a:pt x="310916" y="994667"/>
                  </a:lnTo>
                  <a:lnTo>
                    <a:pt x="281173" y="980509"/>
                  </a:lnTo>
                  <a:lnTo>
                    <a:pt x="252388" y="964494"/>
                  </a:lnTo>
                  <a:lnTo>
                    <a:pt x="224677" y="946685"/>
                  </a:lnTo>
                  <a:lnTo>
                    <a:pt x="198151" y="927154"/>
                  </a:lnTo>
                  <a:lnTo>
                    <a:pt x="172917" y="905981"/>
                  </a:lnTo>
                  <a:lnTo>
                    <a:pt x="149077" y="883249"/>
                  </a:lnTo>
                  <a:lnTo>
                    <a:pt x="126727" y="859051"/>
                  </a:lnTo>
                  <a:lnTo>
                    <a:pt x="105956" y="833485"/>
                  </a:lnTo>
                  <a:lnTo>
                    <a:pt x="86849" y="806652"/>
                  </a:lnTo>
                  <a:lnTo>
                    <a:pt x="69481" y="778662"/>
                  </a:lnTo>
                  <a:lnTo>
                    <a:pt x="53925" y="749626"/>
                  </a:lnTo>
                  <a:lnTo>
                    <a:pt x="40241" y="719663"/>
                  </a:lnTo>
                  <a:lnTo>
                    <a:pt x="28485" y="688891"/>
                  </a:lnTo>
                  <a:lnTo>
                    <a:pt x="18704" y="657436"/>
                  </a:lnTo>
                  <a:lnTo>
                    <a:pt x="10938" y="625425"/>
                  </a:lnTo>
                  <a:lnTo>
                    <a:pt x="5218" y="592984"/>
                  </a:lnTo>
                  <a:lnTo>
                    <a:pt x="1567" y="560247"/>
                  </a:lnTo>
                  <a:lnTo>
                    <a:pt x="0" y="527344"/>
                  </a:lnTo>
                  <a:lnTo>
                    <a:pt x="522" y="494408"/>
                  </a:lnTo>
                  <a:lnTo>
                    <a:pt x="3133" y="461571"/>
                  </a:lnTo>
                  <a:lnTo>
                    <a:pt x="7821" y="428966"/>
                  </a:lnTo>
                  <a:lnTo>
                    <a:pt x="14567" y="396723"/>
                  </a:lnTo>
                  <a:lnTo>
                    <a:pt x="23345" y="364974"/>
                  </a:lnTo>
                  <a:lnTo>
                    <a:pt x="34119" y="333845"/>
                  </a:lnTo>
                  <a:lnTo>
                    <a:pt x="46845" y="303462"/>
                  </a:lnTo>
                  <a:lnTo>
                    <a:pt x="61473" y="273948"/>
                  </a:lnTo>
                  <a:lnTo>
                    <a:pt x="77943" y="245421"/>
                  </a:lnTo>
                  <a:lnTo>
                    <a:pt x="96189" y="217995"/>
                  </a:lnTo>
                  <a:lnTo>
                    <a:pt x="116138" y="191783"/>
                  </a:lnTo>
                  <a:lnTo>
                    <a:pt x="137710" y="166888"/>
                  </a:lnTo>
                  <a:lnTo>
                    <a:pt x="160817" y="143411"/>
                  </a:lnTo>
                  <a:lnTo>
                    <a:pt x="185366" y="121448"/>
                  </a:lnTo>
                  <a:lnTo>
                    <a:pt x="211259" y="101085"/>
                  </a:lnTo>
                  <a:lnTo>
                    <a:pt x="238391" y="82406"/>
                  </a:lnTo>
                  <a:lnTo>
                    <a:pt x="266654" y="65485"/>
                  </a:lnTo>
                  <a:lnTo>
                    <a:pt x="295932" y="50391"/>
                  </a:lnTo>
                  <a:lnTo>
                    <a:pt x="326109" y="37184"/>
                  </a:lnTo>
                  <a:lnTo>
                    <a:pt x="357063" y="25918"/>
                  </a:lnTo>
                  <a:lnTo>
                    <a:pt x="388669" y="16638"/>
                  </a:lnTo>
                  <a:lnTo>
                    <a:pt x="420800" y="9380"/>
                  </a:lnTo>
                  <a:lnTo>
                    <a:pt x="453327" y="4176"/>
                  </a:lnTo>
                  <a:lnTo>
                    <a:pt x="486118" y="1045"/>
                  </a:lnTo>
                  <a:lnTo>
                    <a:pt x="51904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7509905" y="2072761"/>
              <a:ext cx="1167846" cy="1167699"/>
            </a:xfrm>
            <a:custGeom>
              <a:avLst/>
              <a:pathLst>
                <a:path w="1167846" h="1167699">
                  <a:moveTo>
                    <a:pt x="583923" y="0"/>
                  </a:moveTo>
                  <a:lnTo>
                    <a:pt x="620962" y="1175"/>
                  </a:lnTo>
                  <a:lnTo>
                    <a:pt x="657852" y="4698"/>
                  </a:lnTo>
                  <a:lnTo>
                    <a:pt x="694445" y="10553"/>
                  </a:lnTo>
                  <a:lnTo>
                    <a:pt x="730592" y="18717"/>
                  </a:lnTo>
                  <a:lnTo>
                    <a:pt x="766149" y="29158"/>
                  </a:lnTo>
                  <a:lnTo>
                    <a:pt x="800972" y="41832"/>
                  </a:lnTo>
                  <a:lnTo>
                    <a:pt x="834922" y="56690"/>
                  </a:lnTo>
                  <a:lnTo>
                    <a:pt x="867860" y="73671"/>
                  </a:lnTo>
                  <a:lnTo>
                    <a:pt x="899655" y="92707"/>
                  </a:lnTo>
                  <a:lnTo>
                    <a:pt x="930179" y="113721"/>
                  </a:lnTo>
                  <a:lnTo>
                    <a:pt x="959309" y="136629"/>
                  </a:lnTo>
                  <a:lnTo>
                    <a:pt x="986927" y="161338"/>
                  </a:lnTo>
                  <a:lnTo>
                    <a:pt x="1012922" y="187749"/>
                  </a:lnTo>
                  <a:lnTo>
                    <a:pt x="1037190" y="215756"/>
                  </a:lnTo>
                  <a:lnTo>
                    <a:pt x="1059632" y="245245"/>
                  </a:lnTo>
                  <a:lnTo>
                    <a:pt x="1080160" y="276098"/>
                  </a:lnTo>
                  <a:lnTo>
                    <a:pt x="1098689" y="308191"/>
                  </a:lnTo>
                  <a:lnTo>
                    <a:pt x="1115145" y="341395"/>
                  </a:lnTo>
                  <a:lnTo>
                    <a:pt x="1129462" y="375576"/>
                  </a:lnTo>
                  <a:lnTo>
                    <a:pt x="1141582" y="410596"/>
                  </a:lnTo>
                  <a:lnTo>
                    <a:pt x="1151457" y="446314"/>
                  </a:lnTo>
                  <a:lnTo>
                    <a:pt x="1159047" y="482586"/>
                  </a:lnTo>
                  <a:lnTo>
                    <a:pt x="1164321" y="519267"/>
                  </a:lnTo>
                  <a:lnTo>
                    <a:pt x="1167258" y="556209"/>
                  </a:lnTo>
                  <a:lnTo>
                    <a:pt x="1167846" y="593262"/>
                  </a:lnTo>
                  <a:lnTo>
                    <a:pt x="1166083" y="630278"/>
                  </a:lnTo>
                  <a:lnTo>
                    <a:pt x="1161975" y="667108"/>
                  </a:lnTo>
                  <a:lnTo>
                    <a:pt x="1155540" y="703603"/>
                  </a:lnTo>
                  <a:lnTo>
                    <a:pt x="1146803" y="739616"/>
                  </a:lnTo>
                  <a:lnTo>
                    <a:pt x="1135800" y="775003"/>
                  </a:lnTo>
                  <a:lnTo>
                    <a:pt x="1122575" y="809621"/>
                  </a:lnTo>
                  <a:lnTo>
                    <a:pt x="1107180" y="843330"/>
                  </a:lnTo>
                  <a:lnTo>
                    <a:pt x="1089679" y="875995"/>
                  </a:lnTo>
                  <a:lnTo>
                    <a:pt x="1070141" y="907484"/>
                  </a:lnTo>
                  <a:lnTo>
                    <a:pt x="1048645" y="937670"/>
                  </a:lnTo>
                  <a:lnTo>
                    <a:pt x="1025278" y="966433"/>
                  </a:lnTo>
                  <a:lnTo>
                    <a:pt x="1000134" y="993655"/>
                  </a:lnTo>
                  <a:lnTo>
                    <a:pt x="973314" y="1019228"/>
                  </a:lnTo>
                  <a:lnTo>
                    <a:pt x="944926" y="1043049"/>
                  </a:lnTo>
                  <a:lnTo>
                    <a:pt x="915084" y="1065021"/>
                  </a:lnTo>
                  <a:lnTo>
                    <a:pt x="883909" y="1085056"/>
                  </a:lnTo>
                  <a:lnTo>
                    <a:pt x="851525" y="1103073"/>
                  </a:lnTo>
                  <a:lnTo>
                    <a:pt x="818065" y="1119001"/>
                  </a:lnTo>
                  <a:lnTo>
                    <a:pt x="783661" y="1132774"/>
                  </a:lnTo>
                  <a:lnTo>
                    <a:pt x="748454" y="1144337"/>
                  </a:lnTo>
                  <a:lnTo>
                    <a:pt x="712583" y="1153644"/>
                  </a:lnTo>
                  <a:lnTo>
                    <a:pt x="676195" y="1160657"/>
                  </a:lnTo>
                  <a:lnTo>
                    <a:pt x="639435" y="1165349"/>
                  </a:lnTo>
                  <a:lnTo>
                    <a:pt x="602452" y="1167699"/>
                  </a:lnTo>
                  <a:lnTo>
                    <a:pt x="565394" y="1167699"/>
                  </a:lnTo>
                  <a:lnTo>
                    <a:pt x="528410" y="1165349"/>
                  </a:lnTo>
                  <a:lnTo>
                    <a:pt x="491650" y="1160657"/>
                  </a:lnTo>
                  <a:lnTo>
                    <a:pt x="455262" y="1153644"/>
                  </a:lnTo>
                  <a:lnTo>
                    <a:pt x="419392" y="1144337"/>
                  </a:lnTo>
                  <a:lnTo>
                    <a:pt x="384184" y="1132774"/>
                  </a:lnTo>
                  <a:lnTo>
                    <a:pt x="349781" y="1119001"/>
                  </a:lnTo>
                  <a:lnTo>
                    <a:pt x="316320" y="1103073"/>
                  </a:lnTo>
                  <a:lnTo>
                    <a:pt x="283937" y="1085056"/>
                  </a:lnTo>
                  <a:lnTo>
                    <a:pt x="252762" y="1065021"/>
                  </a:lnTo>
                  <a:lnTo>
                    <a:pt x="222920" y="1043049"/>
                  </a:lnTo>
                  <a:lnTo>
                    <a:pt x="194532" y="1019228"/>
                  </a:lnTo>
                  <a:lnTo>
                    <a:pt x="167712" y="993655"/>
                  </a:lnTo>
                  <a:lnTo>
                    <a:pt x="142567" y="966433"/>
                  </a:lnTo>
                  <a:lnTo>
                    <a:pt x="119200" y="937670"/>
                  </a:lnTo>
                  <a:lnTo>
                    <a:pt x="97705" y="907484"/>
                  </a:lnTo>
                  <a:lnTo>
                    <a:pt x="78167" y="875995"/>
                  </a:lnTo>
                  <a:lnTo>
                    <a:pt x="60665" y="843330"/>
                  </a:lnTo>
                  <a:lnTo>
                    <a:pt x="45271" y="809621"/>
                  </a:lnTo>
                  <a:lnTo>
                    <a:pt x="32045" y="775003"/>
                  </a:lnTo>
                  <a:lnTo>
                    <a:pt x="21042" y="739616"/>
                  </a:lnTo>
                  <a:lnTo>
                    <a:pt x="12305" y="703603"/>
                  </a:lnTo>
                  <a:lnTo>
                    <a:pt x="5870" y="667108"/>
                  </a:lnTo>
                  <a:lnTo>
                    <a:pt x="1763" y="630278"/>
                  </a:lnTo>
                  <a:lnTo>
                    <a:pt x="0" y="593262"/>
                  </a:lnTo>
                  <a:lnTo>
                    <a:pt x="587" y="556209"/>
                  </a:lnTo>
                  <a:lnTo>
                    <a:pt x="3524" y="519267"/>
                  </a:lnTo>
                  <a:lnTo>
                    <a:pt x="8798" y="482586"/>
                  </a:lnTo>
                  <a:lnTo>
                    <a:pt x="16388" y="446314"/>
                  </a:lnTo>
                  <a:lnTo>
                    <a:pt x="26263" y="410596"/>
                  </a:lnTo>
                  <a:lnTo>
                    <a:pt x="38383" y="375576"/>
                  </a:lnTo>
                  <a:lnTo>
                    <a:pt x="52701" y="341395"/>
                  </a:lnTo>
                  <a:lnTo>
                    <a:pt x="69157" y="308191"/>
                  </a:lnTo>
                  <a:lnTo>
                    <a:pt x="87686" y="276098"/>
                  </a:lnTo>
                  <a:lnTo>
                    <a:pt x="108213" y="245245"/>
                  </a:lnTo>
                  <a:lnTo>
                    <a:pt x="130656" y="215756"/>
                  </a:lnTo>
                  <a:lnTo>
                    <a:pt x="154924" y="187749"/>
                  </a:lnTo>
                  <a:lnTo>
                    <a:pt x="180919" y="161338"/>
                  </a:lnTo>
                  <a:lnTo>
                    <a:pt x="208537" y="136629"/>
                  </a:lnTo>
                  <a:lnTo>
                    <a:pt x="237666" y="113721"/>
                  </a:lnTo>
                  <a:lnTo>
                    <a:pt x="268190" y="92707"/>
                  </a:lnTo>
                  <a:lnTo>
                    <a:pt x="299985" y="73671"/>
                  </a:lnTo>
                  <a:lnTo>
                    <a:pt x="332924" y="56690"/>
                  </a:lnTo>
                  <a:lnTo>
                    <a:pt x="366873" y="41832"/>
                  </a:lnTo>
                  <a:lnTo>
                    <a:pt x="401696" y="29158"/>
                  </a:lnTo>
                  <a:lnTo>
                    <a:pt x="437253" y="18717"/>
                  </a:lnTo>
                  <a:lnTo>
                    <a:pt x="473401" y="10553"/>
                  </a:lnTo>
                  <a:lnTo>
                    <a:pt x="509993" y="4698"/>
                  </a:lnTo>
                  <a:lnTo>
                    <a:pt x="546883" y="1175"/>
                  </a:lnTo>
                  <a:lnTo>
                    <a:pt x="58392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7817439" y="2267427"/>
              <a:ext cx="795497" cy="664629"/>
            </a:xfrm>
            <a:custGeom>
              <a:avLst/>
              <a:pathLst>
                <a:path w="795497" h="664629">
                  <a:moveTo>
                    <a:pt x="276389" y="0"/>
                  </a:moveTo>
                  <a:lnTo>
                    <a:pt x="293372" y="370"/>
                  </a:lnTo>
                  <a:lnTo>
                    <a:pt x="310322" y="1481"/>
                  </a:lnTo>
                  <a:lnTo>
                    <a:pt x="327207" y="3330"/>
                  </a:lnTo>
                  <a:lnTo>
                    <a:pt x="343996" y="5914"/>
                  </a:lnTo>
                  <a:lnTo>
                    <a:pt x="360656" y="9228"/>
                  </a:lnTo>
                  <a:lnTo>
                    <a:pt x="377156" y="13266"/>
                  </a:lnTo>
                  <a:lnTo>
                    <a:pt x="393463" y="18019"/>
                  </a:lnTo>
                  <a:lnTo>
                    <a:pt x="409548" y="23479"/>
                  </a:lnTo>
                  <a:lnTo>
                    <a:pt x="425380" y="29636"/>
                  </a:lnTo>
                  <a:lnTo>
                    <a:pt x="440928" y="36477"/>
                  </a:lnTo>
                  <a:lnTo>
                    <a:pt x="456162" y="43990"/>
                  </a:lnTo>
                  <a:lnTo>
                    <a:pt x="471055" y="52160"/>
                  </a:lnTo>
                  <a:lnTo>
                    <a:pt x="485577" y="60972"/>
                  </a:lnTo>
                  <a:lnTo>
                    <a:pt x="499700" y="70409"/>
                  </a:lnTo>
                  <a:lnTo>
                    <a:pt x="513399" y="80453"/>
                  </a:lnTo>
                  <a:lnTo>
                    <a:pt x="526646" y="91086"/>
                  </a:lnTo>
                  <a:lnTo>
                    <a:pt x="539418" y="102286"/>
                  </a:lnTo>
                  <a:lnTo>
                    <a:pt x="551688" y="114032"/>
                  </a:lnTo>
                  <a:lnTo>
                    <a:pt x="566319" y="120315"/>
                  </a:lnTo>
                  <a:lnTo>
                    <a:pt x="580860" y="127313"/>
                  </a:lnTo>
                  <a:lnTo>
                    <a:pt x="595275" y="135027"/>
                  </a:lnTo>
                  <a:lnTo>
                    <a:pt x="609533" y="143459"/>
                  </a:lnTo>
                  <a:lnTo>
                    <a:pt x="623600" y="152606"/>
                  </a:lnTo>
                  <a:lnTo>
                    <a:pt x="637441" y="162467"/>
                  </a:lnTo>
                  <a:lnTo>
                    <a:pt x="651023" y="173036"/>
                  </a:lnTo>
                  <a:lnTo>
                    <a:pt x="664313" y="184307"/>
                  </a:lnTo>
                  <a:lnTo>
                    <a:pt x="677275" y="196274"/>
                  </a:lnTo>
                  <a:lnTo>
                    <a:pt x="689878" y="208927"/>
                  </a:lnTo>
                  <a:lnTo>
                    <a:pt x="702087" y="222257"/>
                  </a:lnTo>
                  <a:lnTo>
                    <a:pt x="713869" y="236250"/>
                  </a:lnTo>
                  <a:lnTo>
                    <a:pt x="725192" y="250893"/>
                  </a:lnTo>
                  <a:lnTo>
                    <a:pt x="736024" y="266172"/>
                  </a:lnTo>
                  <a:lnTo>
                    <a:pt x="746333" y="282069"/>
                  </a:lnTo>
                  <a:lnTo>
                    <a:pt x="756087" y="298567"/>
                  </a:lnTo>
                  <a:lnTo>
                    <a:pt x="765256" y="315646"/>
                  </a:lnTo>
                  <a:lnTo>
                    <a:pt x="773810" y="333285"/>
                  </a:lnTo>
                  <a:lnTo>
                    <a:pt x="781721" y="351461"/>
                  </a:lnTo>
                  <a:lnTo>
                    <a:pt x="788959" y="370152"/>
                  </a:lnTo>
                  <a:lnTo>
                    <a:pt x="795497" y="389331"/>
                  </a:lnTo>
                  <a:lnTo>
                    <a:pt x="779124" y="401672"/>
                  </a:lnTo>
                  <a:lnTo>
                    <a:pt x="762467" y="413210"/>
                  </a:lnTo>
                  <a:lnTo>
                    <a:pt x="745556" y="423938"/>
                  </a:lnTo>
                  <a:lnTo>
                    <a:pt x="728422" y="433852"/>
                  </a:lnTo>
                  <a:lnTo>
                    <a:pt x="711093" y="442946"/>
                  </a:lnTo>
                  <a:lnTo>
                    <a:pt x="693600" y="451218"/>
                  </a:lnTo>
                  <a:lnTo>
                    <a:pt x="675972" y="458665"/>
                  </a:lnTo>
                  <a:lnTo>
                    <a:pt x="658239" y="465285"/>
                  </a:lnTo>
                  <a:lnTo>
                    <a:pt x="640432" y="471079"/>
                  </a:lnTo>
                  <a:lnTo>
                    <a:pt x="622581" y="476047"/>
                  </a:lnTo>
                  <a:lnTo>
                    <a:pt x="604714" y="480190"/>
                  </a:lnTo>
                  <a:lnTo>
                    <a:pt x="586861" y="483511"/>
                  </a:lnTo>
                  <a:lnTo>
                    <a:pt x="569053" y="486014"/>
                  </a:lnTo>
                  <a:lnTo>
                    <a:pt x="551319" y="487702"/>
                  </a:lnTo>
                  <a:lnTo>
                    <a:pt x="533686" y="488581"/>
                  </a:lnTo>
                  <a:lnTo>
                    <a:pt x="516186" y="488658"/>
                  </a:lnTo>
                  <a:lnTo>
                    <a:pt x="498846" y="487939"/>
                  </a:lnTo>
                  <a:lnTo>
                    <a:pt x="481694" y="486433"/>
                  </a:lnTo>
                  <a:lnTo>
                    <a:pt x="464759" y="484148"/>
                  </a:lnTo>
                  <a:lnTo>
                    <a:pt x="448069" y="481095"/>
                  </a:lnTo>
                  <a:lnTo>
                    <a:pt x="431651" y="477285"/>
                  </a:lnTo>
                  <a:lnTo>
                    <a:pt x="415531" y="472729"/>
                  </a:lnTo>
                  <a:lnTo>
                    <a:pt x="399737" y="467440"/>
                  </a:lnTo>
                  <a:lnTo>
                    <a:pt x="384295" y="461431"/>
                  </a:lnTo>
                  <a:lnTo>
                    <a:pt x="369230" y="454716"/>
                  </a:lnTo>
                  <a:lnTo>
                    <a:pt x="354568" y="447312"/>
                  </a:lnTo>
                  <a:lnTo>
                    <a:pt x="340332" y="439232"/>
                  </a:lnTo>
                  <a:lnTo>
                    <a:pt x="326549" y="430495"/>
                  </a:lnTo>
                  <a:lnTo>
                    <a:pt x="313240" y="421118"/>
                  </a:lnTo>
                  <a:lnTo>
                    <a:pt x="300429" y="411119"/>
                  </a:lnTo>
                  <a:lnTo>
                    <a:pt x="288138" y="400516"/>
                  </a:lnTo>
                  <a:lnTo>
                    <a:pt x="276389" y="389331"/>
                  </a:lnTo>
                  <a:lnTo>
                    <a:pt x="275937" y="404298"/>
                  </a:lnTo>
                  <a:lnTo>
                    <a:pt x="274581" y="419225"/>
                  </a:lnTo>
                  <a:lnTo>
                    <a:pt x="272324" y="434069"/>
                  </a:lnTo>
                  <a:lnTo>
                    <a:pt x="269169" y="448791"/>
                  </a:lnTo>
                  <a:lnTo>
                    <a:pt x="265124" y="463350"/>
                  </a:lnTo>
                  <a:lnTo>
                    <a:pt x="260194" y="477705"/>
                  </a:lnTo>
                  <a:lnTo>
                    <a:pt x="254389" y="491816"/>
                  </a:lnTo>
                  <a:lnTo>
                    <a:pt x="247721" y="505644"/>
                  </a:lnTo>
                  <a:lnTo>
                    <a:pt x="240200" y="519149"/>
                  </a:lnTo>
                  <a:lnTo>
                    <a:pt x="231840" y="532293"/>
                  </a:lnTo>
                  <a:lnTo>
                    <a:pt x="222658" y="545038"/>
                  </a:lnTo>
                  <a:lnTo>
                    <a:pt x="212670" y="557345"/>
                  </a:lnTo>
                  <a:lnTo>
                    <a:pt x="201894" y="569178"/>
                  </a:lnTo>
                  <a:lnTo>
                    <a:pt x="190350" y="580501"/>
                  </a:lnTo>
                  <a:lnTo>
                    <a:pt x="178060" y="591279"/>
                  </a:lnTo>
                  <a:lnTo>
                    <a:pt x="165047" y="601476"/>
                  </a:lnTo>
                  <a:lnTo>
                    <a:pt x="151334" y="611059"/>
                  </a:lnTo>
                  <a:lnTo>
                    <a:pt x="136948" y="619995"/>
                  </a:lnTo>
                  <a:lnTo>
                    <a:pt x="121914" y="628253"/>
                  </a:lnTo>
                  <a:lnTo>
                    <a:pt x="106262" y="635802"/>
                  </a:lnTo>
                  <a:lnTo>
                    <a:pt x="90021" y="642613"/>
                  </a:lnTo>
                  <a:lnTo>
                    <a:pt x="73221" y="648656"/>
                  </a:lnTo>
                  <a:lnTo>
                    <a:pt x="55895" y="653904"/>
                  </a:lnTo>
                  <a:lnTo>
                    <a:pt x="38074" y="658332"/>
                  </a:lnTo>
                  <a:lnTo>
                    <a:pt x="19795" y="661915"/>
                  </a:lnTo>
                  <a:lnTo>
                    <a:pt x="1091" y="664629"/>
                  </a:lnTo>
                  <a:lnTo>
                    <a:pt x="0" y="643765"/>
                  </a:lnTo>
                  <a:lnTo>
                    <a:pt x="145" y="623297"/>
                  </a:lnTo>
                  <a:lnTo>
                    <a:pt x="1493" y="603291"/>
                  </a:lnTo>
                  <a:lnTo>
                    <a:pt x="4004" y="583810"/>
                  </a:lnTo>
                  <a:lnTo>
                    <a:pt x="7636" y="564916"/>
                  </a:lnTo>
                  <a:lnTo>
                    <a:pt x="12345" y="546667"/>
                  </a:lnTo>
                  <a:lnTo>
                    <a:pt x="18083" y="529119"/>
                  </a:lnTo>
                  <a:lnTo>
                    <a:pt x="24799" y="512326"/>
                  </a:lnTo>
                  <a:lnTo>
                    <a:pt x="32441" y="496336"/>
                  </a:lnTo>
                  <a:lnTo>
                    <a:pt x="40954" y="481198"/>
                  </a:lnTo>
                  <a:lnTo>
                    <a:pt x="50279" y="466954"/>
                  </a:lnTo>
                  <a:lnTo>
                    <a:pt x="60357" y="453646"/>
                  </a:lnTo>
                  <a:lnTo>
                    <a:pt x="71127" y="441310"/>
                  </a:lnTo>
                  <a:lnTo>
                    <a:pt x="82524" y="429980"/>
                  </a:lnTo>
                  <a:lnTo>
                    <a:pt x="94484" y="419685"/>
                  </a:lnTo>
                  <a:lnTo>
                    <a:pt x="106941" y="410452"/>
                  </a:lnTo>
                  <a:lnTo>
                    <a:pt x="119827" y="402304"/>
                  </a:lnTo>
                  <a:lnTo>
                    <a:pt x="133074" y="395258"/>
                  </a:lnTo>
                  <a:lnTo>
                    <a:pt x="146612" y="389331"/>
                  </a:lnTo>
                  <a:lnTo>
                    <a:pt x="158711" y="380914"/>
                  </a:lnTo>
                  <a:lnTo>
                    <a:pt x="171289" y="374219"/>
                  </a:lnTo>
                  <a:lnTo>
                    <a:pt x="184163" y="369268"/>
                  </a:lnTo>
                  <a:lnTo>
                    <a:pt x="197149" y="366064"/>
                  </a:lnTo>
                  <a:lnTo>
                    <a:pt x="210065" y="364593"/>
                  </a:lnTo>
                  <a:lnTo>
                    <a:pt x="222730" y="364825"/>
                  </a:lnTo>
                  <a:lnTo>
                    <a:pt x="234970" y="366714"/>
                  </a:lnTo>
                  <a:lnTo>
                    <a:pt x="246614" y="370195"/>
                  </a:lnTo>
                  <a:lnTo>
                    <a:pt x="257500" y="375190"/>
                  </a:lnTo>
                  <a:lnTo>
                    <a:pt x="267473" y="381605"/>
                  </a:lnTo>
                  <a:lnTo>
                    <a:pt x="276389" y="389331"/>
                  </a:lnTo>
                  <a:lnTo>
                    <a:pt x="272223" y="385765"/>
                  </a:lnTo>
                  <a:lnTo>
                    <a:pt x="267531" y="382865"/>
                  </a:lnTo>
                  <a:lnTo>
                    <a:pt x="262391" y="380689"/>
                  </a:lnTo>
                  <a:lnTo>
                    <a:pt x="256890" y="379286"/>
                  </a:lnTo>
                  <a:lnTo>
                    <a:pt x="251117" y="378698"/>
                  </a:lnTo>
                  <a:lnTo>
                    <a:pt x="245166" y="378956"/>
                  </a:lnTo>
                  <a:lnTo>
                    <a:pt x="239136" y="380081"/>
                  </a:lnTo>
                  <a:lnTo>
                    <a:pt x="233123" y="382085"/>
                  </a:lnTo>
                  <a:lnTo>
                    <a:pt x="227230" y="384969"/>
                  </a:lnTo>
                  <a:lnTo>
                    <a:pt x="221557" y="388724"/>
                  </a:lnTo>
                  <a:lnTo>
                    <a:pt x="216203" y="393331"/>
                  </a:lnTo>
                  <a:lnTo>
                    <a:pt x="211266" y="398761"/>
                  </a:lnTo>
                  <a:lnTo>
                    <a:pt x="206841" y="404974"/>
                  </a:lnTo>
                  <a:lnTo>
                    <a:pt x="203018" y="411920"/>
                  </a:lnTo>
                  <a:lnTo>
                    <a:pt x="199885" y="419542"/>
                  </a:lnTo>
                  <a:lnTo>
                    <a:pt x="197523" y="427772"/>
                  </a:lnTo>
                  <a:lnTo>
                    <a:pt x="196004" y="436535"/>
                  </a:lnTo>
                  <a:lnTo>
                    <a:pt x="195397" y="445746"/>
                  </a:lnTo>
                  <a:lnTo>
                    <a:pt x="195760" y="455315"/>
                  </a:lnTo>
                  <a:lnTo>
                    <a:pt x="197144" y="465145"/>
                  </a:lnTo>
                  <a:lnTo>
                    <a:pt x="199589" y="475134"/>
                  </a:lnTo>
                  <a:lnTo>
                    <a:pt x="203126" y="485174"/>
                  </a:lnTo>
                  <a:lnTo>
                    <a:pt x="207777" y="495156"/>
                  </a:lnTo>
                  <a:lnTo>
                    <a:pt x="213550" y="504964"/>
                  </a:lnTo>
                  <a:lnTo>
                    <a:pt x="220446" y="514485"/>
                  </a:lnTo>
                  <a:lnTo>
                    <a:pt x="228451" y="523602"/>
                  </a:lnTo>
                  <a:lnTo>
                    <a:pt x="237543" y="532199"/>
                  </a:lnTo>
                  <a:lnTo>
                    <a:pt x="247686" y="540163"/>
                  </a:lnTo>
                  <a:lnTo>
                    <a:pt x="258834" y="547381"/>
                  </a:lnTo>
                  <a:lnTo>
                    <a:pt x="270931" y="553746"/>
                  </a:lnTo>
                  <a:lnTo>
                    <a:pt x="283908" y="559154"/>
                  </a:lnTo>
                  <a:lnTo>
                    <a:pt x="297688" y="563506"/>
                  </a:lnTo>
                  <a:lnTo>
                    <a:pt x="312183" y="566712"/>
                  </a:lnTo>
                  <a:lnTo>
                    <a:pt x="327294" y="568687"/>
                  </a:lnTo>
                  <a:lnTo>
                    <a:pt x="342917" y="569355"/>
                  </a:lnTo>
                  <a:lnTo>
                    <a:pt x="358937" y="568650"/>
                  </a:lnTo>
                  <a:lnTo>
                    <a:pt x="375232" y="566516"/>
                  </a:lnTo>
                  <a:lnTo>
                    <a:pt x="391676" y="562907"/>
                  </a:lnTo>
                  <a:lnTo>
                    <a:pt x="408136" y="557788"/>
                  </a:lnTo>
                  <a:lnTo>
                    <a:pt x="424475" y="551137"/>
                  </a:lnTo>
                  <a:lnTo>
                    <a:pt x="440552" y="542944"/>
                  </a:lnTo>
                  <a:lnTo>
                    <a:pt x="456225" y="533210"/>
                  </a:lnTo>
                  <a:lnTo>
                    <a:pt x="471350" y="521952"/>
                  </a:lnTo>
                  <a:lnTo>
                    <a:pt x="485783" y="509197"/>
                  </a:lnTo>
                  <a:lnTo>
                    <a:pt x="499384" y="494988"/>
                  </a:lnTo>
                  <a:lnTo>
                    <a:pt x="512011" y="479379"/>
                  </a:lnTo>
                  <a:lnTo>
                    <a:pt x="523529" y="462438"/>
                  </a:lnTo>
                  <a:lnTo>
                    <a:pt x="533807" y="444245"/>
                  </a:lnTo>
                  <a:lnTo>
                    <a:pt x="542719" y="424893"/>
                  </a:lnTo>
                  <a:lnTo>
                    <a:pt x="550147" y="404488"/>
                  </a:lnTo>
                  <a:lnTo>
                    <a:pt x="555981" y="383144"/>
                  </a:lnTo>
                  <a:lnTo>
                    <a:pt x="560121" y="360989"/>
                  </a:lnTo>
                  <a:lnTo>
                    <a:pt x="562476" y="338160"/>
                  </a:lnTo>
                  <a:lnTo>
                    <a:pt x="562968" y="314803"/>
                  </a:lnTo>
                  <a:lnTo>
                    <a:pt x="561528" y="291071"/>
                  </a:lnTo>
                  <a:lnTo>
                    <a:pt x="558103" y="267126"/>
                  </a:lnTo>
                  <a:lnTo>
                    <a:pt x="552653" y="243135"/>
                  </a:lnTo>
                  <a:lnTo>
                    <a:pt x="545150" y="219270"/>
                  </a:lnTo>
                  <a:lnTo>
                    <a:pt x="535582" y="195708"/>
                  </a:lnTo>
                  <a:lnTo>
                    <a:pt x="523954" y="172626"/>
                  </a:lnTo>
                  <a:lnTo>
                    <a:pt x="510283" y="150205"/>
                  </a:lnTo>
                  <a:lnTo>
                    <a:pt x="494603" y="128623"/>
                  </a:lnTo>
                  <a:lnTo>
                    <a:pt x="476966" y="108059"/>
                  </a:lnTo>
                  <a:lnTo>
                    <a:pt x="457436" y="88689"/>
                  </a:lnTo>
                  <a:lnTo>
                    <a:pt x="436094" y="70682"/>
                  </a:lnTo>
                  <a:lnTo>
                    <a:pt x="413036" y="54205"/>
                  </a:lnTo>
                  <a:lnTo>
                    <a:pt x="388374" y="39416"/>
                  </a:lnTo>
                  <a:lnTo>
                    <a:pt x="362233" y="26466"/>
                  </a:lnTo>
                  <a:lnTo>
                    <a:pt x="334751" y="15495"/>
                  </a:lnTo>
                  <a:lnTo>
                    <a:pt x="306082" y="6633"/>
                  </a:lnTo>
                  <a:close/>
                </a:path>
              </a:pathLst>
            </a:custGeom>
            <a:solidFill>
              <a:srgbClr val="F4B183">
                <a:alpha val="25882"/>
              </a:srgbClr>
            </a:solidFill>
            <a:ln w="24933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7817439" y="2267427"/>
              <a:ext cx="795497" cy="664629"/>
            </a:xfrm>
            <a:custGeom>
              <a:avLst/>
              <a:pathLst>
                <a:path w="795497" h="664629">
                  <a:moveTo>
                    <a:pt x="276389" y="0"/>
                  </a:moveTo>
                  <a:lnTo>
                    <a:pt x="293372" y="370"/>
                  </a:lnTo>
                  <a:lnTo>
                    <a:pt x="310322" y="1481"/>
                  </a:lnTo>
                  <a:lnTo>
                    <a:pt x="327207" y="3330"/>
                  </a:lnTo>
                  <a:lnTo>
                    <a:pt x="343996" y="5914"/>
                  </a:lnTo>
                  <a:lnTo>
                    <a:pt x="360656" y="9228"/>
                  </a:lnTo>
                  <a:lnTo>
                    <a:pt x="377156" y="13266"/>
                  </a:lnTo>
                  <a:lnTo>
                    <a:pt x="393463" y="18019"/>
                  </a:lnTo>
                  <a:lnTo>
                    <a:pt x="409548" y="23479"/>
                  </a:lnTo>
                  <a:lnTo>
                    <a:pt x="425380" y="29636"/>
                  </a:lnTo>
                  <a:lnTo>
                    <a:pt x="440928" y="36477"/>
                  </a:lnTo>
                  <a:lnTo>
                    <a:pt x="456162" y="43990"/>
                  </a:lnTo>
                  <a:lnTo>
                    <a:pt x="471055" y="52160"/>
                  </a:lnTo>
                  <a:lnTo>
                    <a:pt x="485577" y="60972"/>
                  </a:lnTo>
                  <a:lnTo>
                    <a:pt x="499700" y="70409"/>
                  </a:lnTo>
                  <a:lnTo>
                    <a:pt x="513399" y="80453"/>
                  </a:lnTo>
                  <a:lnTo>
                    <a:pt x="526646" y="91086"/>
                  </a:lnTo>
                  <a:lnTo>
                    <a:pt x="539418" y="102286"/>
                  </a:lnTo>
                  <a:lnTo>
                    <a:pt x="551688" y="114032"/>
                  </a:lnTo>
                  <a:lnTo>
                    <a:pt x="566319" y="120315"/>
                  </a:lnTo>
                  <a:lnTo>
                    <a:pt x="580860" y="127313"/>
                  </a:lnTo>
                  <a:lnTo>
                    <a:pt x="595275" y="135027"/>
                  </a:lnTo>
                  <a:lnTo>
                    <a:pt x="609533" y="143459"/>
                  </a:lnTo>
                  <a:lnTo>
                    <a:pt x="623600" y="152606"/>
                  </a:lnTo>
                  <a:lnTo>
                    <a:pt x="637441" y="162467"/>
                  </a:lnTo>
                  <a:lnTo>
                    <a:pt x="651023" y="173036"/>
                  </a:lnTo>
                  <a:lnTo>
                    <a:pt x="664313" y="184307"/>
                  </a:lnTo>
                  <a:lnTo>
                    <a:pt x="677275" y="196274"/>
                  </a:lnTo>
                  <a:lnTo>
                    <a:pt x="689878" y="208927"/>
                  </a:lnTo>
                  <a:lnTo>
                    <a:pt x="702087" y="222257"/>
                  </a:lnTo>
                  <a:lnTo>
                    <a:pt x="713869" y="236250"/>
                  </a:lnTo>
                  <a:lnTo>
                    <a:pt x="725192" y="250893"/>
                  </a:lnTo>
                  <a:lnTo>
                    <a:pt x="736024" y="266172"/>
                  </a:lnTo>
                  <a:lnTo>
                    <a:pt x="746333" y="282069"/>
                  </a:lnTo>
                  <a:lnTo>
                    <a:pt x="756087" y="298567"/>
                  </a:lnTo>
                  <a:lnTo>
                    <a:pt x="765256" y="315646"/>
                  </a:lnTo>
                  <a:lnTo>
                    <a:pt x="773810" y="333285"/>
                  </a:lnTo>
                  <a:lnTo>
                    <a:pt x="781721" y="351461"/>
                  </a:lnTo>
                  <a:lnTo>
                    <a:pt x="788959" y="370152"/>
                  </a:lnTo>
                  <a:lnTo>
                    <a:pt x="795497" y="389331"/>
                  </a:lnTo>
                  <a:lnTo>
                    <a:pt x="779124" y="401672"/>
                  </a:lnTo>
                  <a:lnTo>
                    <a:pt x="762467" y="413210"/>
                  </a:lnTo>
                  <a:lnTo>
                    <a:pt x="745556" y="423938"/>
                  </a:lnTo>
                  <a:lnTo>
                    <a:pt x="728422" y="433852"/>
                  </a:lnTo>
                  <a:lnTo>
                    <a:pt x="711093" y="442946"/>
                  </a:lnTo>
                  <a:lnTo>
                    <a:pt x="693600" y="451218"/>
                  </a:lnTo>
                  <a:lnTo>
                    <a:pt x="675972" y="458665"/>
                  </a:lnTo>
                  <a:lnTo>
                    <a:pt x="658239" y="465285"/>
                  </a:lnTo>
                  <a:lnTo>
                    <a:pt x="640432" y="471079"/>
                  </a:lnTo>
                  <a:lnTo>
                    <a:pt x="622581" y="476047"/>
                  </a:lnTo>
                  <a:lnTo>
                    <a:pt x="604714" y="480190"/>
                  </a:lnTo>
                  <a:lnTo>
                    <a:pt x="586861" y="483511"/>
                  </a:lnTo>
                  <a:lnTo>
                    <a:pt x="569053" y="486014"/>
                  </a:lnTo>
                  <a:lnTo>
                    <a:pt x="551319" y="487702"/>
                  </a:lnTo>
                  <a:lnTo>
                    <a:pt x="533686" y="488581"/>
                  </a:lnTo>
                  <a:lnTo>
                    <a:pt x="516186" y="488658"/>
                  </a:lnTo>
                  <a:lnTo>
                    <a:pt x="498846" y="487939"/>
                  </a:lnTo>
                  <a:lnTo>
                    <a:pt x="481694" y="486433"/>
                  </a:lnTo>
                  <a:lnTo>
                    <a:pt x="464759" y="484148"/>
                  </a:lnTo>
                  <a:lnTo>
                    <a:pt x="448069" y="481095"/>
                  </a:lnTo>
                  <a:lnTo>
                    <a:pt x="431651" y="477285"/>
                  </a:lnTo>
                  <a:lnTo>
                    <a:pt x="415531" y="472729"/>
                  </a:lnTo>
                  <a:lnTo>
                    <a:pt x="399737" y="467440"/>
                  </a:lnTo>
                  <a:lnTo>
                    <a:pt x="384295" y="461431"/>
                  </a:lnTo>
                  <a:lnTo>
                    <a:pt x="369230" y="454716"/>
                  </a:lnTo>
                  <a:lnTo>
                    <a:pt x="354568" y="447312"/>
                  </a:lnTo>
                  <a:lnTo>
                    <a:pt x="340332" y="439232"/>
                  </a:lnTo>
                  <a:lnTo>
                    <a:pt x="326549" y="430495"/>
                  </a:lnTo>
                  <a:lnTo>
                    <a:pt x="313240" y="421118"/>
                  </a:lnTo>
                  <a:lnTo>
                    <a:pt x="300429" y="411119"/>
                  </a:lnTo>
                  <a:lnTo>
                    <a:pt x="288138" y="400516"/>
                  </a:lnTo>
                  <a:lnTo>
                    <a:pt x="276389" y="389331"/>
                  </a:lnTo>
                  <a:lnTo>
                    <a:pt x="276389" y="389331"/>
                  </a:lnTo>
                  <a:lnTo>
                    <a:pt x="275937" y="404298"/>
                  </a:lnTo>
                  <a:lnTo>
                    <a:pt x="274581" y="419225"/>
                  </a:lnTo>
                  <a:lnTo>
                    <a:pt x="272324" y="434069"/>
                  </a:lnTo>
                  <a:lnTo>
                    <a:pt x="269169" y="448791"/>
                  </a:lnTo>
                  <a:lnTo>
                    <a:pt x="265124" y="463350"/>
                  </a:lnTo>
                  <a:lnTo>
                    <a:pt x="260194" y="477705"/>
                  </a:lnTo>
                  <a:lnTo>
                    <a:pt x="254389" y="491816"/>
                  </a:lnTo>
                  <a:lnTo>
                    <a:pt x="247721" y="505644"/>
                  </a:lnTo>
                  <a:lnTo>
                    <a:pt x="240200" y="519149"/>
                  </a:lnTo>
                  <a:lnTo>
                    <a:pt x="231840" y="532293"/>
                  </a:lnTo>
                  <a:lnTo>
                    <a:pt x="222658" y="545038"/>
                  </a:lnTo>
                  <a:lnTo>
                    <a:pt x="212670" y="557345"/>
                  </a:lnTo>
                  <a:lnTo>
                    <a:pt x="201894" y="569178"/>
                  </a:lnTo>
                  <a:lnTo>
                    <a:pt x="190350" y="580501"/>
                  </a:lnTo>
                  <a:lnTo>
                    <a:pt x="178060" y="591279"/>
                  </a:lnTo>
                  <a:lnTo>
                    <a:pt x="165047" y="601476"/>
                  </a:lnTo>
                  <a:lnTo>
                    <a:pt x="151334" y="611059"/>
                  </a:lnTo>
                  <a:lnTo>
                    <a:pt x="136948" y="619995"/>
                  </a:lnTo>
                  <a:lnTo>
                    <a:pt x="121914" y="628253"/>
                  </a:lnTo>
                  <a:lnTo>
                    <a:pt x="106262" y="635802"/>
                  </a:lnTo>
                  <a:lnTo>
                    <a:pt x="90021" y="642613"/>
                  </a:lnTo>
                  <a:lnTo>
                    <a:pt x="73221" y="648656"/>
                  </a:lnTo>
                  <a:lnTo>
                    <a:pt x="55895" y="653904"/>
                  </a:lnTo>
                  <a:lnTo>
                    <a:pt x="38074" y="658332"/>
                  </a:lnTo>
                  <a:lnTo>
                    <a:pt x="19795" y="661915"/>
                  </a:lnTo>
                  <a:lnTo>
                    <a:pt x="1091" y="664629"/>
                  </a:lnTo>
                  <a:lnTo>
                    <a:pt x="0" y="643765"/>
                  </a:lnTo>
                  <a:lnTo>
                    <a:pt x="145" y="623297"/>
                  </a:lnTo>
                  <a:lnTo>
                    <a:pt x="1493" y="603291"/>
                  </a:lnTo>
                  <a:lnTo>
                    <a:pt x="4004" y="583810"/>
                  </a:lnTo>
                  <a:lnTo>
                    <a:pt x="7636" y="564916"/>
                  </a:lnTo>
                  <a:lnTo>
                    <a:pt x="12345" y="546667"/>
                  </a:lnTo>
                  <a:lnTo>
                    <a:pt x="18083" y="529119"/>
                  </a:lnTo>
                  <a:lnTo>
                    <a:pt x="24799" y="512326"/>
                  </a:lnTo>
                  <a:lnTo>
                    <a:pt x="32441" y="496336"/>
                  </a:lnTo>
                  <a:lnTo>
                    <a:pt x="40954" y="481198"/>
                  </a:lnTo>
                  <a:lnTo>
                    <a:pt x="50279" y="466954"/>
                  </a:lnTo>
                  <a:lnTo>
                    <a:pt x="60357" y="453646"/>
                  </a:lnTo>
                  <a:lnTo>
                    <a:pt x="71127" y="441310"/>
                  </a:lnTo>
                  <a:lnTo>
                    <a:pt x="82524" y="429980"/>
                  </a:lnTo>
                  <a:lnTo>
                    <a:pt x="94484" y="419685"/>
                  </a:lnTo>
                  <a:lnTo>
                    <a:pt x="106941" y="410452"/>
                  </a:lnTo>
                  <a:lnTo>
                    <a:pt x="119827" y="402304"/>
                  </a:lnTo>
                  <a:lnTo>
                    <a:pt x="133074" y="395258"/>
                  </a:lnTo>
                  <a:lnTo>
                    <a:pt x="146612" y="389331"/>
                  </a:lnTo>
                  <a:lnTo>
                    <a:pt x="158711" y="380914"/>
                  </a:lnTo>
                  <a:lnTo>
                    <a:pt x="171289" y="374219"/>
                  </a:lnTo>
                  <a:lnTo>
                    <a:pt x="184163" y="369268"/>
                  </a:lnTo>
                  <a:lnTo>
                    <a:pt x="197149" y="366064"/>
                  </a:lnTo>
                  <a:lnTo>
                    <a:pt x="210065" y="364593"/>
                  </a:lnTo>
                  <a:lnTo>
                    <a:pt x="222730" y="364825"/>
                  </a:lnTo>
                  <a:lnTo>
                    <a:pt x="234970" y="366714"/>
                  </a:lnTo>
                  <a:lnTo>
                    <a:pt x="246614" y="370195"/>
                  </a:lnTo>
                  <a:lnTo>
                    <a:pt x="257500" y="375190"/>
                  </a:lnTo>
                  <a:lnTo>
                    <a:pt x="267473" y="381605"/>
                  </a:lnTo>
                  <a:lnTo>
                    <a:pt x="276389" y="389331"/>
                  </a:lnTo>
                </a:path>
              </a:pathLst>
            </a:custGeom>
            <a:ln w="24933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8062227" y="2235826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8337526" y="2349858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8581335" y="2625157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8062227" y="2625157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8062227" y="2625157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7786928" y="290045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7932450" y="2625157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8062227" y="2625157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8093828" y="2137650"/>
              <a:ext cx="0" cy="519108"/>
            </a:xfrm>
            <a:custGeom>
              <a:avLst/>
              <a:pathLst>
                <a:path w="0" h="519108">
                  <a:moveTo>
                    <a:pt x="0" y="519108"/>
                  </a:moveTo>
                  <a:lnTo>
                    <a:pt x="0" y="501207"/>
                  </a:lnTo>
                  <a:lnTo>
                    <a:pt x="0" y="483307"/>
                  </a:lnTo>
                  <a:lnTo>
                    <a:pt x="0" y="465407"/>
                  </a:lnTo>
                  <a:lnTo>
                    <a:pt x="0" y="447507"/>
                  </a:lnTo>
                  <a:lnTo>
                    <a:pt x="0" y="429606"/>
                  </a:lnTo>
                  <a:lnTo>
                    <a:pt x="0" y="411706"/>
                  </a:lnTo>
                  <a:lnTo>
                    <a:pt x="0" y="393806"/>
                  </a:lnTo>
                  <a:lnTo>
                    <a:pt x="0" y="375905"/>
                  </a:lnTo>
                  <a:lnTo>
                    <a:pt x="0" y="358005"/>
                  </a:lnTo>
                  <a:lnTo>
                    <a:pt x="0" y="340105"/>
                  </a:lnTo>
                  <a:lnTo>
                    <a:pt x="0" y="322205"/>
                  </a:lnTo>
                  <a:lnTo>
                    <a:pt x="0" y="304304"/>
                  </a:lnTo>
                  <a:lnTo>
                    <a:pt x="0" y="286404"/>
                  </a:lnTo>
                  <a:lnTo>
                    <a:pt x="0" y="268504"/>
                  </a:lnTo>
                  <a:lnTo>
                    <a:pt x="0" y="250603"/>
                  </a:lnTo>
                  <a:lnTo>
                    <a:pt x="0" y="232703"/>
                  </a:lnTo>
                  <a:lnTo>
                    <a:pt x="0" y="214803"/>
                  </a:lnTo>
                  <a:lnTo>
                    <a:pt x="0" y="196903"/>
                  </a:lnTo>
                  <a:lnTo>
                    <a:pt x="0" y="179002"/>
                  </a:lnTo>
                  <a:lnTo>
                    <a:pt x="0" y="161102"/>
                  </a:lnTo>
                  <a:lnTo>
                    <a:pt x="0" y="143202"/>
                  </a:lnTo>
                  <a:lnTo>
                    <a:pt x="0" y="125301"/>
                  </a:lnTo>
                  <a:lnTo>
                    <a:pt x="0" y="107401"/>
                  </a:lnTo>
                  <a:lnTo>
                    <a:pt x="0" y="89501"/>
                  </a:lnTo>
                  <a:lnTo>
                    <a:pt x="0" y="71601"/>
                  </a:lnTo>
                  <a:lnTo>
                    <a:pt x="0" y="53700"/>
                  </a:lnTo>
                  <a:lnTo>
                    <a:pt x="0" y="35800"/>
                  </a:lnTo>
                  <a:lnTo>
                    <a:pt x="0" y="1790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8093828" y="2289693"/>
              <a:ext cx="367064" cy="367064"/>
            </a:xfrm>
            <a:custGeom>
              <a:avLst/>
              <a:pathLst>
                <a:path w="367064" h="367064">
                  <a:moveTo>
                    <a:pt x="0" y="367064"/>
                  </a:moveTo>
                  <a:lnTo>
                    <a:pt x="12657" y="354407"/>
                  </a:lnTo>
                  <a:lnTo>
                    <a:pt x="25314" y="341750"/>
                  </a:lnTo>
                  <a:lnTo>
                    <a:pt x="37972" y="329092"/>
                  </a:lnTo>
                  <a:lnTo>
                    <a:pt x="50629" y="316435"/>
                  </a:lnTo>
                  <a:lnTo>
                    <a:pt x="63287" y="303777"/>
                  </a:lnTo>
                  <a:lnTo>
                    <a:pt x="75944" y="291120"/>
                  </a:lnTo>
                  <a:lnTo>
                    <a:pt x="88601" y="278463"/>
                  </a:lnTo>
                  <a:lnTo>
                    <a:pt x="101259" y="265805"/>
                  </a:lnTo>
                  <a:lnTo>
                    <a:pt x="113916" y="253148"/>
                  </a:lnTo>
                  <a:lnTo>
                    <a:pt x="126574" y="240490"/>
                  </a:lnTo>
                  <a:lnTo>
                    <a:pt x="139231" y="227833"/>
                  </a:lnTo>
                  <a:lnTo>
                    <a:pt x="151888" y="215175"/>
                  </a:lnTo>
                  <a:lnTo>
                    <a:pt x="164546" y="202518"/>
                  </a:lnTo>
                  <a:lnTo>
                    <a:pt x="177203" y="189861"/>
                  </a:lnTo>
                  <a:lnTo>
                    <a:pt x="189861" y="177203"/>
                  </a:lnTo>
                  <a:lnTo>
                    <a:pt x="202518" y="164546"/>
                  </a:lnTo>
                  <a:lnTo>
                    <a:pt x="215175" y="151888"/>
                  </a:lnTo>
                  <a:lnTo>
                    <a:pt x="227833" y="139231"/>
                  </a:lnTo>
                  <a:lnTo>
                    <a:pt x="240490" y="126574"/>
                  </a:lnTo>
                  <a:lnTo>
                    <a:pt x="253148" y="113916"/>
                  </a:lnTo>
                  <a:lnTo>
                    <a:pt x="265805" y="101259"/>
                  </a:lnTo>
                  <a:lnTo>
                    <a:pt x="278463" y="88601"/>
                  </a:lnTo>
                  <a:lnTo>
                    <a:pt x="291120" y="75944"/>
                  </a:lnTo>
                  <a:lnTo>
                    <a:pt x="303777" y="63287"/>
                  </a:lnTo>
                  <a:lnTo>
                    <a:pt x="316435" y="50629"/>
                  </a:lnTo>
                  <a:lnTo>
                    <a:pt x="329092" y="37972"/>
                  </a:lnTo>
                  <a:lnTo>
                    <a:pt x="341750" y="25314"/>
                  </a:lnTo>
                  <a:lnTo>
                    <a:pt x="354407" y="12657"/>
                  </a:lnTo>
                  <a:lnTo>
                    <a:pt x="367064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8093828" y="2656758"/>
              <a:ext cx="519108" cy="0"/>
            </a:xfrm>
            <a:custGeom>
              <a:avLst/>
              <a:pathLst>
                <a:path w="519108" h="0">
                  <a:moveTo>
                    <a:pt x="0" y="0"/>
                  </a:moveTo>
                  <a:lnTo>
                    <a:pt x="17900" y="0"/>
                  </a:lnTo>
                  <a:lnTo>
                    <a:pt x="35800" y="0"/>
                  </a:lnTo>
                  <a:lnTo>
                    <a:pt x="53700" y="0"/>
                  </a:lnTo>
                  <a:lnTo>
                    <a:pt x="71601" y="0"/>
                  </a:lnTo>
                  <a:lnTo>
                    <a:pt x="89501" y="0"/>
                  </a:lnTo>
                  <a:lnTo>
                    <a:pt x="107401" y="0"/>
                  </a:lnTo>
                  <a:lnTo>
                    <a:pt x="125301" y="0"/>
                  </a:lnTo>
                  <a:lnTo>
                    <a:pt x="143202" y="0"/>
                  </a:lnTo>
                  <a:lnTo>
                    <a:pt x="161102" y="0"/>
                  </a:lnTo>
                  <a:lnTo>
                    <a:pt x="179002" y="0"/>
                  </a:lnTo>
                  <a:lnTo>
                    <a:pt x="196903" y="0"/>
                  </a:lnTo>
                  <a:lnTo>
                    <a:pt x="214803" y="0"/>
                  </a:lnTo>
                  <a:lnTo>
                    <a:pt x="232703" y="0"/>
                  </a:lnTo>
                  <a:lnTo>
                    <a:pt x="250603" y="0"/>
                  </a:lnTo>
                  <a:lnTo>
                    <a:pt x="268504" y="0"/>
                  </a:lnTo>
                  <a:lnTo>
                    <a:pt x="286404" y="0"/>
                  </a:lnTo>
                  <a:lnTo>
                    <a:pt x="304304" y="0"/>
                  </a:lnTo>
                  <a:lnTo>
                    <a:pt x="322205" y="0"/>
                  </a:lnTo>
                  <a:lnTo>
                    <a:pt x="340105" y="0"/>
                  </a:lnTo>
                  <a:lnTo>
                    <a:pt x="358005" y="0"/>
                  </a:lnTo>
                  <a:lnTo>
                    <a:pt x="375905" y="0"/>
                  </a:lnTo>
                  <a:lnTo>
                    <a:pt x="393806" y="0"/>
                  </a:lnTo>
                  <a:lnTo>
                    <a:pt x="411706" y="0"/>
                  </a:lnTo>
                  <a:lnTo>
                    <a:pt x="429606" y="0"/>
                  </a:lnTo>
                  <a:lnTo>
                    <a:pt x="447507" y="0"/>
                  </a:lnTo>
                  <a:lnTo>
                    <a:pt x="465407" y="0"/>
                  </a:lnTo>
                  <a:lnTo>
                    <a:pt x="483307" y="0"/>
                  </a:lnTo>
                  <a:lnTo>
                    <a:pt x="501207" y="0"/>
                  </a:lnTo>
                  <a:lnTo>
                    <a:pt x="519108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8093828" y="2656758"/>
              <a:ext cx="367064" cy="367064"/>
            </a:xfrm>
            <a:custGeom>
              <a:avLst/>
              <a:pathLst>
                <a:path w="367064" h="367064">
                  <a:moveTo>
                    <a:pt x="0" y="0"/>
                  </a:moveTo>
                  <a:lnTo>
                    <a:pt x="12657" y="12657"/>
                  </a:lnTo>
                  <a:lnTo>
                    <a:pt x="25314" y="25314"/>
                  </a:lnTo>
                  <a:lnTo>
                    <a:pt x="37972" y="37972"/>
                  </a:lnTo>
                  <a:lnTo>
                    <a:pt x="50629" y="50629"/>
                  </a:lnTo>
                  <a:lnTo>
                    <a:pt x="63287" y="63287"/>
                  </a:lnTo>
                  <a:lnTo>
                    <a:pt x="75944" y="75944"/>
                  </a:lnTo>
                  <a:lnTo>
                    <a:pt x="88601" y="88601"/>
                  </a:lnTo>
                  <a:lnTo>
                    <a:pt x="101259" y="101259"/>
                  </a:lnTo>
                  <a:lnTo>
                    <a:pt x="113916" y="113916"/>
                  </a:lnTo>
                  <a:lnTo>
                    <a:pt x="126574" y="126574"/>
                  </a:lnTo>
                  <a:lnTo>
                    <a:pt x="139231" y="139231"/>
                  </a:lnTo>
                  <a:lnTo>
                    <a:pt x="151888" y="151888"/>
                  </a:lnTo>
                  <a:lnTo>
                    <a:pt x="164546" y="164546"/>
                  </a:lnTo>
                  <a:lnTo>
                    <a:pt x="177203" y="177203"/>
                  </a:lnTo>
                  <a:lnTo>
                    <a:pt x="189861" y="189861"/>
                  </a:lnTo>
                  <a:lnTo>
                    <a:pt x="202518" y="202518"/>
                  </a:lnTo>
                  <a:lnTo>
                    <a:pt x="215175" y="215175"/>
                  </a:lnTo>
                  <a:lnTo>
                    <a:pt x="227833" y="227833"/>
                  </a:lnTo>
                  <a:lnTo>
                    <a:pt x="240490" y="240490"/>
                  </a:lnTo>
                  <a:lnTo>
                    <a:pt x="253148" y="253148"/>
                  </a:lnTo>
                  <a:lnTo>
                    <a:pt x="265805" y="265805"/>
                  </a:lnTo>
                  <a:lnTo>
                    <a:pt x="278463" y="278463"/>
                  </a:lnTo>
                  <a:lnTo>
                    <a:pt x="291120" y="291120"/>
                  </a:lnTo>
                  <a:lnTo>
                    <a:pt x="303777" y="303777"/>
                  </a:lnTo>
                  <a:lnTo>
                    <a:pt x="316435" y="316435"/>
                  </a:lnTo>
                  <a:lnTo>
                    <a:pt x="329092" y="329092"/>
                  </a:lnTo>
                  <a:lnTo>
                    <a:pt x="341750" y="341750"/>
                  </a:lnTo>
                  <a:lnTo>
                    <a:pt x="354407" y="354407"/>
                  </a:lnTo>
                  <a:lnTo>
                    <a:pt x="367064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8093828" y="2656758"/>
              <a:ext cx="0" cy="519108"/>
            </a:xfrm>
            <a:custGeom>
              <a:avLst/>
              <a:pathLst>
                <a:path w="0" h="519108">
                  <a:moveTo>
                    <a:pt x="0" y="0"/>
                  </a:moveTo>
                  <a:lnTo>
                    <a:pt x="0" y="17900"/>
                  </a:lnTo>
                  <a:lnTo>
                    <a:pt x="0" y="35800"/>
                  </a:lnTo>
                  <a:lnTo>
                    <a:pt x="0" y="53700"/>
                  </a:lnTo>
                  <a:lnTo>
                    <a:pt x="0" y="71601"/>
                  </a:lnTo>
                  <a:lnTo>
                    <a:pt x="0" y="89501"/>
                  </a:lnTo>
                  <a:lnTo>
                    <a:pt x="0" y="107401"/>
                  </a:lnTo>
                  <a:lnTo>
                    <a:pt x="0" y="125301"/>
                  </a:lnTo>
                  <a:lnTo>
                    <a:pt x="0" y="143202"/>
                  </a:lnTo>
                  <a:lnTo>
                    <a:pt x="0" y="161102"/>
                  </a:lnTo>
                  <a:lnTo>
                    <a:pt x="0" y="179002"/>
                  </a:lnTo>
                  <a:lnTo>
                    <a:pt x="0" y="196903"/>
                  </a:lnTo>
                  <a:lnTo>
                    <a:pt x="0" y="214803"/>
                  </a:lnTo>
                  <a:lnTo>
                    <a:pt x="0" y="232703"/>
                  </a:lnTo>
                  <a:lnTo>
                    <a:pt x="0" y="250603"/>
                  </a:lnTo>
                  <a:lnTo>
                    <a:pt x="0" y="268504"/>
                  </a:lnTo>
                  <a:lnTo>
                    <a:pt x="0" y="286404"/>
                  </a:lnTo>
                  <a:lnTo>
                    <a:pt x="0" y="304304"/>
                  </a:lnTo>
                  <a:lnTo>
                    <a:pt x="0" y="322205"/>
                  </a:lnTo>
                  <a:lnTo>
                    <a:pt x="0" y="340105"/>
                  </a:lnTo>
                  <a:lnTo>
                    <a:pt x="0" y="358005"/>
                  </a:lnTo>
                  <a:lnTo>
                    <a:pt x="0" y="375905"/>
                  </a:lnTo>
                  <a:lnTo>
                    <a:pt x="0" y="393806"/>
                  </a:lnTo>
                  <a:lnTo>
                    <a:pt x="0" y="411706"/>
                  </a:lnTo>
                  <a:lnTo>
                    <a:pt x="0" y="429606"/>
                  </a:lnTo>
                  <a:lnTo>
                    <a:pt x="0" y="447507"/>
                  </a:lnTo>
                  <a:lnTo>
                    <a:pt x="0" y="465407"/>
                  </a:lnTo>
                  <a:lnTo>
                    <a:pt x="0" y="483307"/>
                  </a:lnTo>
                  <a:lnTo>
                    <a:pt x="0" y="501207"/>
                  </a:lnTo>
                  <a:lnTo>
                    <a:pt x="0" y="519108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7726764" y="2656758"/>
              <a:ext cx="367064" cy="367064"/>
            </a:xfrm>
            <a:custGeom>
              <a:avLst/>
              <a:pathLst>
                <a:path w="367064" h="367064">
                  <a:moveTo>
                    <a:pt x="367064" y="0"/>
                  </a:moveTo>
                  <a:lnTo>
                    <a:pt x="354407" y="12657"/>
                  </a:lnTo>
                  <a:lnTo>
                    <a:pt x="341750" y="25314"/>
                  </a:lnTo>
                  <a:lnTo>
                    <a:pt x="329092" y="37972"/>
                  </a:lnTo>
                  <a:lnTo>
                    <a:pt x="316435" y="50629"/>
                  </a:lnTo>
                  <a:lnTo>
                    <a:pt x="303777" y="63287"/>
                  </a:lnTo>
                  <a:lnTo>
                    <a:pt x="291120" y="75944"/>
                  </a:lnTo>
                  <a:lnTo>
                    <a:pt x="278463" y="88601"/>
                  </a:lnTo>
                  <a:lnTo>
                    <a:pt x="265805" y="101259"/>
                  </a:lnTo>
                  <a:lnTo>
                    <a:pt x="253148" y="113916"/>
                  </a:lnTo>
                  <a:lnTo>
                    <a:pt x="240490" y="126574"/>
                  </a:lnTo>
                  <a:lnTo>
                    <a:pt x="227833" y="139231"/>
                  </a:lnTo>
                  <a:lnTo>
                    <a:pt x="215175" y="151888"/>
                  </a:lnTo>
                  <a:lnTo>
                    <a:pt x="202518" y="164546"/>
                  </a:lnTo>
                  <a:lnTo>
                    <a:pt x="189861" y="177203"/>
                  </a:lnTo>
                  <a:lnTo>
                    <a:pt x="177203" y="189861"/>
                  </a:lnTo>
                  <a:lnTo>
                    <a:pt x="164546" y="202518"/>
                  </a:lnTo>
                  <a:lnTo>
                    <a:pt x="151888" y="215175"/>
                  </a:lnTo>
                  <a:lnTo>
                    <a:pt x="139231" y="227833"/>
                  </a:lnTo>
                  <a:lnTo>
                    <a:pt x="126574" y="240490"/>
                  </a:lnTo>
                  <a:lnTo>
                    <a:pt x="113916" y="253148"/>
                  </a:lnTo>
                  <a:lnTo>
                    <a:pt x="101259" y="265805"/>
                  </a:lnTo>
                  <a:lnTo>
                    <a:pt x="88601" y="278463"/>
                  </a:lnTo>
                  <a:lnTo>
                    <a:pt x="75944" y="291120"/>
                  </a:lnTo>
                  <a:lnTo>
                    <a:pt x="63287" y="303777"/>
                  </a:lnTo>
                  <a:lnTo>
                    <a:pt x="50629" y="316435"/>
                  </a:lnTo>
                  <a:lnTo>
                    <a:pt x="37972" y="329092"/>
                  </a:lnTo>
                  <a:lnTo>
                    <a:pt x="25314" y="341750"/>
                  </a:lnTo>
                  <a:lnTo>
                    <a:pt x="12657" y="354407"/>
                  </a:lnTo>
                  <a:lnTo>
                    <a:pt x="0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7574720" y="2656758"/>
              <a:ext cx="519108" cy="0"/>
            </a:xfrm>
            <a:custGeom>
              <a:avLst/>
              <a:pathLst>
                <a:path w="519108" h="0">
                  <a:moveTo>
                    <a:pt x="519108" y="0"/>
                  </a:moveTo>
                  <a:lnTo>
                    <a:pt x="501207" y="0"/>
                  </a:lnTo>
                  <a:lnTo>
                    <a:pt x="483307" y="0"/>
                  </a:lnTo>
                  <a:lnTo>
                    <a:pt x="465407" y="0"/>
                  </a:lnTo>
                  <a:lnTo>
                    <a:pt x="447507" y="0"/>
                  </a:lnTo>
                  <a:lnTo>
                    <a:pt x="429606" y="0"/>
                  </a:lnTo>
                  <a:lnTo>
                    <a:pt x="411706" y="0"/>
                  </a:lnTo>
                  <a:lnTo>
                    <a:pt x="393806" y="0"/>
                  </a:lnTo>
                  <a:lnTo>
                    <a:pt x="375905" y="0"/>
                  </a:lnTo>
                  <a:lnTo>
                    <a:pt x="358005" y="0"/>
                  </a:lnTo>
                  <a:lnTo>
                    <a:pt x="340105" y="0"/>
                  </a:lnTo>
                  <a:lnTo>
                    <a:pt x="322205" y="0"/>
                  </a:lnTo>
                  <a:lnTo>
                    <a:pt x="304304" y="0"/>
                  </a:lnTo>
                  <a:lnTo>
                    <a:pt x="286404" y="0"/>
                  </a:lnTo>
                  <a:lnTo>
                    <a:pt x="268504" y="0"/>
                  </a:lnTo>
                  <a:lnTo>
                    <a:pt x="250603" y="0"/>
                  </a:lnTo>
                  <a:lnTo>
                    <a:pt x="232703" y="0"/>
                  </a:lnTo>
                  <a:lnTo>
                    <a:pt x="214803" y="0"/>
                  </a:lnTo>
                  <a:lnTo>
                    <a:pt x="196903" y="0"/>
                  </a:lnTo>
                  <a:lnTo>
                    <a:pt x="179002" y="0"/>
                  </a:lnTo>
                  <a:lnTo>
                    <a:pt x="161102" y="0"/>
                  </a:lnTo>
                  <a:lnTo>
                    <a:pt x="143202" y="0"/>
                  </a:lnTo>
                  <a:lnTo>
                    <a:pt x="125301" y="0"/>
                  </a:lnTo>
                  <a:lnTo>
                    <a:pt x="107401" y="0"/>
                  </a:lnTo>
                  <a:lnTo>
                    <a:pt x="89501" y="0"/>
                  </a:lnTo>
                  <a:lnTo>
                    <a:pt x="71601" y="0"/>
                  </a:lnTo>
                  <a:lnTo>
                    <a:pt x="53700" y="0"/>
                  </a:lnTo>
                  <a:lnTo>
                    <a:pt x="35800" y="0"/>
                  </a:lnTo>
                  <a:lnTo>
                    <a:pt x="17900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7726764" y="2289693"/>
              <a:ext cx="367064" cy="367064"/>
            </a:xfrm>
            <a:custGeom>
              <a:avLst/>
              <a:pathLst>
                <a:path w="367064" h="367064">
                  <a:moveTo>
                    <a:pt x="367064" y="367064"/>
                  </a:moveTo>
                  <a:lnTo>
                    <a:pt x="354407" y="354407"/>
                  </a:lnTo>
                  <a:lnTo>
                    <a:pt x="341750" y="341750"/>
                  </a:lnTo>
                  <a:lnTo>
                    <a:pt x="329092" y="329092"/>
                  </a:lnTo>
                  <a:lnTo>
                    <a:pt x="316435" y="316435"/>
                  </a:lnTo>
                  <a:lnTo>
                    <a:pt x="303777" y="303777"/>
                  </a:lnTo>
                  <a:lnTo>
                    <a:pt x="291120" y="291120"/>
                  </a:lnTo>
                  <a:lnTo>
                    <a:pt x="278463" y="278463"/>
                  </a:lnTo>
                  <a:lnTo>
                    <a:pt x="265805" y="265805"/>
                  </a:lnTo>
                  <a:lnTo>
                    <a:pt x="253148" y="253148"/>
                  </a:lnTo>
                  <a:lnTo>
                    <a:pt x="240490" y="240490"/>
                  </a:lnTo>
                  <a:lnTo>
                    <a:pt x="227833" y="227833"/>
                  </a:lnTo>
                  <a:lnTo>
                    <a:pt x="215175" y="215175"/>
                  </a:lnTo>
                  <a:lnTo>
                    <a:pt x="202518" y="202518"/>
                  </a:lnTo>
                  <a:lnTo>
                    <a:pt x="189861" y="189861"/>
                  </a:lnTo>
                  <a:lnTo>
                    <a:pt x="177203" y="177203"/>
                  </a:lnTo>
                  <a:lnTo>
                    <a:pt x="164546" y="164546"/>
                  </a:lnTo>
                  <a:lnTo>
                    <a:pt x="151888" y="151888"/>
                  </a:lnTo>
                  <a:lnTo>
                    <a:pt x="139231" y="139231"/>
                  </a:lnTo>
                  <a:lnTo>
                    <a:pt x="126574" y="126574"/>
                  </a:lnTo>
                  <a:lnTo>
                    <a:pt x="113916" y="113916"/>
                  </a:lnTo>
                  <a:lnTo>
                    <a:pt x="101259" y="101259"/>
                  </a:lnTo>
                  <a:lnTo>
                    <a:pt x="88601" y="88601"/>
                  </a:lnTo>
                  <a:lnTo>
                    <a:pt x="75944" y="75944"/>
                  </a:lnTo>
                  <a:lnTo>
                    <a:pt x="63287" y="63287"/>
                  </a:lnTo>
                  <a:lnTo>
                    <a:pt x="50629" y="50629"/>
                  </a:lnTo>
                  <a:lnTo>
                    <a:pt x="37972" y="37972"/>
                  </a:lnTo>
                  <a:lnTo>
                    <a:pt x="25314" y="25314"/>
                  </a:lnTo>
                  <a:lnTo>
                    <a:pt x="12657" y="1265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tx355"/>
            <p:cNvSpPr/>
            <p:nvPr/>
          </p:nvSpPr>
          <p:spPr>
            <a:xfrm>
              <a:off x="7961789" y="2034082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56" name="tx356"/>
            <p:cNvSpPr/>
            <p:nvPr/>
          </p:nvSpPr>
          <p:spPr>
            <a:xfrm>
              <a:off x="8272644" y="220513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57" name="tx357"/>
            <p:cNvSpPr/>
            <p:nvPr/>
          </p:nvSpPr>
          <p:spPr>
            <a:xfrm>
              <a:off x="8569743" y="2618079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358" name="tx358"/>
            <p:cNvSpPr/>
            <p:nvPr/>
          </p:nvSpPr>
          <p:spPr>
            <a:xfrm>
              <a:off x="8263546" y="3031027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359" name="tx359"/>
            <p:cNvSpPr/>
            <p:nvPr/>
          </p:nvSpPr>
          <p:spPr>
            <a:xfrm>
              <a:off x="7952691" y="320207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360" name="tx360"/>
            <p:cNvSpPr/>
            <p:nvPr/>
          </p:nvSpPr>
          <p:spPr>
            <a:xfrm>
              <a:off x="7428689" y="3031027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361" name="tx361"/>
            <p:cNvSpPr/>
            <p:nvPr/>
          </p:nvSpPr>
          <p:spPr>
            <a:xfrm>
              <a:off x="7387759" y="2618079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362" name="tx362"/>
            <p:cNvSpPr/>
            <p:nvPr/>
          </p:nvSpPr>
          <p:spPr>
            <a:xfrm>
              <a:off x="7437787" y="220513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363" name="tx363"/>
            <p:cNvSpPr/>
            <p:nvPr/>
          </p:nvSpPr>
          <p:spPr>
            <a:xfrm>
              <a:off x="7204371" y="2365383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364" name="tx364"/>
            <p:cNvSpPr/>
            <p:nvPr/>
          </p:nvSpPr>
          <p:spPr>
            <a:xfrm>
              <a:off x="7154902" y="210582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365" name="rc365"/>
            <p:cNvSpPr/>
            <p:nvPr/>
          </p:nvSpPr>
          <p:spPr>
            <a:xfrm>
              <a:off x="69589" y="3429000"/>
              <a:ext cx="2251205" cy="22062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366" name="rc366"/>
            <p:cNvSpPr/>
            <p:nvPr/>
          </p:nvSpPr>
          <p:spPr>
            <a:xfrm>
              <a:off x="69589" y="3649620"/>
              <a:ext cx="2251205" cy="14590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rc367"/>
            <p:cNvSpPr/>
            <p:nvPr/>
          </p:nvSpPr>
          <p:spPr>
            <a:xfrm>
              <a:off x="397588" y="3429000"/>
              <a:ext cx="1885248" cy="22062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8" name="tx368"/>
            <p:cNvSpPr/>
            <p:nvPr/>
          </p:nvSpPr>
          <p:spPr>
            <a:xfrm>
              <a:off x="872999" y="3458748"/>
              <a:ext cx="93442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Pelecaniformes</a:t>
              </a:r>
            </a:p>
          </p:txBody>
        </p:sp>
        <p:sp>
          <p:nvSpPr>
            <p:cNvPr id="369" name="tx369"/>
            <p:cNvSpPr/>
            <p:nvPr/>
          </p:nvSpPr>
          <p:spPr>
            <a:xfrm>
              <a:off x="716363" y="3555523"/>
              <a:ext cx="1247698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13, species = 11</a:t>
              </a:r>
            </a:p>
          </p:txBody>
        </p:sp>
        <p:sp>
          <p:nvSpPr>
            <p:cNvPr id="370" name="rc370"/>
            <p:cNvSpPr/>
            <p:nvPr/>
          </p:nvSpPr>
          <p:spPr>
            <a:xfrm>
              <a:off x="691327" y="3687578"/>
              <a:ext cx="1297770" cy="1297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1340212" y="3752467"/>
              <a:ext cx="0" cy="583996"/>
            </a:xfrm>
            <a:custGeom>
              <a:avLst/>
              <a:pathLst>
                <a:path w="0" h="583996">
                  <a:moveTo>
                    <a:pt x="0" y="583996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1340212" y="3923515"/>
              <a:ext cx="412948" cy="412948"/>
            </a:xfrm>
            <a:custGeom>
              <a:avLst/>
              <a:pathLst>
                <a:path w="412948" h="412948">
                  <a:moveTo>
                    <a:pt x="0" y="412948"/>
                  </a:moveTo>
                  <a:lnTo>
                    <a:pt x="41294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1340212" y="4336463"/>
              <a:ext cx="583996" cy="0"/>
            </a:xfrm>
            <a:custGeom>
              <a:avLst/>
              <a:pathLst>
                <a:path w="583996" h="0">
                  <a:moveTo>
                    <a:pt x="0" y="0"/>
                  </a:moveTo>
                  <a:lnTo>
                    <a:pt x="583996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1340212" y="4336463"/>
              <a:ext cx="412948" cy="412948"/>
            </a:xfrm>
            <a:custGeom>
              <a:avLst/>
              <a:pathLst>
                <a:path w="412948" h="412948">
                  <a:moveTo>
                    <a:pt x="0" y="0"/>
                  </a:moveTo>
                  <a:lnTo>
                    <a:pt x="412948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1340212" y="4336463"/>
              <a:ext cx="0" cy="583996"/>
            </a:xfrm>
            <a:custGeom>
              <a:avLst/>
              <a:pathLst>
                <a:path w="0" h="583996">
                  <a:moveTo>
                    <a:pt x="0" y="0"/>
                  </a:moveTo>
                  <a:lnTo>
                    <a:pt x="0" y="583996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927264" y="4336463"/>
              <a:ext cx="412948" cy="412948"/>
            </a:xfrm>
            <a:custGeom>
              <a:avLst/>
              <a:pathLst>
                <a:path w="412948" h="412948">
                  <a:moveTo>
                    <a:pt x="412948" y="0"/>
                  </a:moveTo>
                  <a:lnTo>
                    <a:pt x="0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756215" y="4336463"/>
              <a:ext cx="583996" cy="0"/>
            </a:xfrm>
            <a:custGeom>
              <a:avLst/>
              <a:pathLst>
                <a:path w="583996" h="0">
                  <a:moveTo>
                    <a:pt x="583996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927264" y="3923515"/>
              <a:ext cx="412948" cy="412948"/>
            </a:xfrm>
            <a:custGeom>
              <a:avLst/>
              <a:pathLst>
                <a:path w="412948" h="412948">
                  <a:moveTo>
                    <a:pt x="412948" y="41294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1080691" y="4076909"/>
              <a:ext cx="519042" cy="518977"/>
            </a:xfrm>
            <a:custGeom>
              <a:avLst/>
              <a:pathLst>
                <a:path w="519042" h="518977">
                  <a:moveTo>
                    <a:pt x="259521" y="0"/>
                  </a:moveTo>
                  <a:lnTo>
                    <a:pt x="275983" y="522"/>
                  </a:lnTo>
                  <a:lnTo>
                    <a:pt x="292379" y="2088"/>
                  </a:lnTo>
                  <a:lnTo>
                    <a:pt x="308642" y="4690"/>
                  </a:lnTo>
                  <a:lnTo>
                    <a:pt x="324707" y="8319"/>
                  </a:lnTo>
                  <a:lnTo>
                    <a:pt x="340510" y="12959"/>
                  </a:lnTo>
                  <a:lnTo>
                    <a:pt x="355987" y="18592"/>
                  </a:lnTo>
                  <a:lnTo>
                    <a:pt x="371076" y="25195"/>
                  </a:lnTo>
                  <a:lnTo>
                    <a:pt x="385715" y="32742"/>
                  </a:lnTo>
                  <a:lnTo>
                    <a:pt x="399846" y="41203"/>
                  </a:lnTo>
                  <a:lnTo>
                    <a:pt x="413413" y="50542"/>
                  </a:lnTo>
                  <a:lnTo>
                    <a:pt x="426359" y="60724"/>
                  </a:lnTo>
                  <a:lnTo>
                    <a:pt x="438634" y="71705"/>
                  </a:lnTo>
                  <a:lnTo>
                    <a:pt x="450187" y="83444"/>
                  </a:lnTo>
                  <a:lnTo>
                    <a:pt x="460973" y="95891"/>
                  </a:lnTo>
                  <a:lnTo>
                    <a:pt x="470947" y="108997"/>
                  </a:lnTo>
                  <a:lnTo>
                    <a:pt x="480071" y="122710"/>
                  </a:lnTo>
                  <a:lnTo>
                    <a:pt x="488306" y="136974"/>
                  </a:lnTo>
                  <a:lnTo>
                    <a:pt x="495620" y="151731"/>
                  </a:lnTo>
                  <a:lnTo>
                    <a:pt x="501983" y="166922"/>
                  </a:lnTo>
                  <a:lnTo>
                    <a:pt x="507370" y="182487"/>
                  </a:lnTo>
                  <a:lnTo>
                    <a:pt x="511759" y="198361"/>
                  </a:lnTo>
                  <a:lnTo>
                    <a:pt x="515132" y="214483"/>
                  </a:lnTo>
                  <a:lnTo>
                    <a:pt x="517476" y="230785"/>
                  </a:lnTo>
                  <a:lnTo>
                    <a:pt x="518781" y="247204"/>
                  </a:lnTo>
                  <a:lnTo>
                    <a:pt x="519042" y="263672"/>
                  </a:lnTo>
                  <a:lnTo>
                    <a:pt x="518259" y="280123"/>
                  </a:lnTo>
                  <a:lnTo>
                    <a:pt x="516433" y="296492"/>
                  </a:lnTo>
                  <a:lnTo>
                    <a:pt x="513573" y="312712"/>
                  </a:lnTo>
                  <a:lnTo>
                    <a:pt x="509690" y="328718"/>
                  </a:lnTo>
                  <a:lnTo>
                    <a:pt x="504800" y="344445"/>
                  </a:lnTo>
                  <a:lnTo>
                    <a:pt x="498922" y="359831"/>
                  </a:lnTo>
                  <a:lnTo>
                    <a:pt x="492080" y="374813"/>
                  </a:lnTo>
                  <a:lnTo>
                    <a:pt x="484301" y="389331"/>
                  </a:lnTo>
                  <a:lnTo>
                    <a:pt x="475618" y="403326"/>
                  </a:lnTo>
                  <a:lnTo>
                    <a:pt x="466064" y="416742"/>
                  </a:lnTo>
                  <a:lnTo>
                    <a:pt x="455679" y="429525"/>
                  </a:lnTo>
                  <a:lnTo>
                    <a:pt x="444504" y="441624"/>
                  </a:lnTo>
                  <a:lnTo>
                    <a:pt x="432584" y="452990"/>
                  </a:lnTo>
                  <a:lnTo>
                    <a:pt x="419967" y="463577"/>
                  </a:lnTo>
                  <a:lnTo>
                    <a:pt x="406704" y="473342"/>
                  </a:lnTo>
                  <a:lnTo>
                    <a:pt x="392848" y="482247"/>
                  </a:lnTo>
                  <a:lnTo>
                    <a:pt x="378455" y="490254"/>
                  </a:lnTo>
                  <a:lnTo>
                    <a:pt x="363584" y="497333"/>
                  </a:lnTo>
                  <a:lnTo>
                    <a:pt x="348294" y="503455"/>
                  </a:lnTo>
                  <a:lnTo>
                    <a:pt x="332646" y="508594"/>
                  </a:lnTo>
                  <a:lnTo>
                    <a:pt x="316703" y="512730"/>
                  </a:lnTo>
                  <a:lnTo>
                    <a:pt x="300531" y="515847"/>
                  </a:lnTo>
                  <a:lnTo>
                    <a:pt x="284193" y="517932"/>
                  </a:lnTo>
                  <a:lnTo>
                    <a:pt x="267756" y="518977"/>
                  </a:lnTo>
                  <a:lnTo>
                    <a:pt x="251286" y="518977"/>
                  </a:lnTo>
                  <a:lnTo>
                    <a:pt x="234849" y="517932"/>
                  </a:lnTo>
                  <a:lnTo>
                    <a:pt x="218511" y="515847"/>
                  </a:lnTo>
                  <a:lnTo>
                    <a:pt x="202338" y="512730"/>
                  </a:lnTo>
                  <a:lnTo>
                    <a:pt x="186396" y="508594"/>
                  </a:lnTo>
                  <a:lnTo>
                    <a:pt x="170748" y="503455"/>
                  </a:lnTo>
                  <a:lnTo>
                    <a:pt x="155458" y="497333"/>
                  </a:lnTo>
                  <a:lnTo>
                    <a:pt x="140586" y="490254"/>
                  </a:lnTo>
                  <a:lnTo>
                    <a:pt x="126194" y="482247"/>
                  </a:lnTo>
                  <a:lnTo>
                    <a:pt x="112338" y="473342"/>
                  </a:lnTo>
                  <a:lnTo>
                    <a:pt x="99075" y="463577"/>
                  </a:lnTo>
                  <a:lnTo>
                    <a:pt x="86458" y="452990"/>
                  </a:lnTo>
                  <a:lnTo>
                    <a:pt x="74538" y="441624"/>
                  </a:lnTo>
                  <a:lnTo>
                    <a:pt x="63363" y="429525"/>
                  </a:lnTo>
                  <a:lnTo>
                    <a:pt x="52978" y="416742"/>
                  </a:lnTo>
                  <a:lnTo>
                    <a:pt x="43424" y="403326"/>
                  </a:lnTo>
                  <a:lnTo>
                    <a:pt x="34740" y="389331"/>
                  </a:lnTo>
                  <a:lnTo>
                    <a:pt x="26962" y="374813"/>
                  </a:lnTo>
                  <a:lnTo>
                    <a:pt x="20120" y="359831"/>
                  </a:lnTo>
                  <a:lnTo>
                    <a:pt x="14242" y="344445"/>
                  </a:lnTo>
                  <a:lnTo>
                    <a:pt x="9352" y="328718"/>
                  </a:lnTo>
                  <a:lnTo>
                    <a:pt x="5469" y="312712"/>
                  </a:lnTo>
                  <a:lnTo>
                    <a:pt x="2609" y="296492"/>
                  </a:lnTo>
                  <a:lnTo>
                    <a:pt x="783" y="280123"/>
                  </a:lnTo>
                  <a:lnTo>
                    <a:pt x="0" y="263672"/>
                  </a:lnTo>
                  <a:lnTo>
                    <a:pt x="261" y="247204"/>
                  </a:lnTo>
                  <a:lnTo>
                    <a:pt x="1566" y="230785"/>
                  </a:lnTo>
                  <a:lnTo>
                    <a:pt x="3910" y="214483"/>
                  </a:lnTo>
                  <a:lnTo>
                    <a:pt x="7283" y="198361"/>
                  </a:lnTo>
                  <a:lnTo>
                    <a:pt x="11672" y="182487"/>
                  </a:lnTo>
                  <a:lnTo>
                    <a:pt x="17059" y="166922"/>
                  </a:lnTo>
                  <a:lnTo>
                    <a:pt x="23422" y="151731"/>
                  </a:lnTo>
                  <a:lnTo>
                    <a:pt x="30736" y="136974"/>
                  </a:lnTo>
                  <a:lnTo>
                    <a:pt x="38971" y="122710"/>
                  </a:lnTo>
                  <a:lnTo>
                    <a:pt x="48094" y="108997"/>
                  </a:lnTo>
                  <a:lnTo>
                    <a:pt x="58069" y="95891"/>
                  </a:lnTo>
                  <a:lnTo>
                    <a:pt x="68855" y="83444"/>
                  </a:lnTo>
                  <a:lnTo>
                    <a:pt x="80408" y="71705"/>
                  </a:lnTo>
                  <a:lnTo>
                    <a:pt x="92683" y="60724"/>
                  </a:lnTo>
                  <a:lnTo>
                    <a:pt x="105629" y="50542"/>
                  </a:lnTo>
                  <a:lnTo>
                    <a:pt x="119195" y="41203"/>
                  </a:lnTo>
                  <a:lnTo>
                    <a:pt x="133327" y="32742"/>
                  </a:lnTo>
                  <a:lnTo>
                    <a:pt x="147966" y="25195"/>
                  </a:lnTo>
                  <a:lnTo>
                    <a:pt x="163054" y="18592"/>
                  </a:lnTo>
                  <a:lnTo>
                    <a:pt x="178531" y="12959"/>
                  </a:lnTo>
                  <a:lnTo>
                    <a:pt x="194334" y="8319"/>
                  </a:lnTo>
                  <a:lnTo>
                    <a:pt x="210400" y="4690"/>
                  </a:lnTo>
                  <a:lnTo>
                    <a:pt x="226663" y="2088"/>
                  </a:lnTo>
                  <a:lnTo>
                    <a:pt x="243059" y="522"/>
                  </a:lnTo>
                  <a:lnTo>
                    <a:pt x="25952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821169" y="3817355"/>
              <a:ext cx="1038085" cy="1037955"/>
            </a:xfrm>
            <a:custGeom>
              <a:avLst/>
              <a:pathLst>
                <a:path w="1038085" h="1037955">
                  <a:moveTo>
                    <a:pt x="519042" y="0"/>
                  </a:moveTo>
                  <a:lnTo>
                    <a:pt x="551966" y="1045"/>
                  </a:lnTo>
                  <a:lnTo>
                    <a:pt x="584758" y="4176"/>
                  </a:lnTo>
                  <a:lnTo>
                    <a:pt x="617284" y="9380"/>
                  </a:lnTo>
                  <a:lnTo>
                    <a:pt x="649415" y="16638"/>
                  </a:lnTo>
                  <a:lnTo>
                    <a:pt x="681021" y="25918"/>
                  </a:lnTo>
                  <a:lnTo>
                    <a:pt x="711975" y="37184"/>
                  </a:lnTo>
                  <a:lnTo>
                    <a:pt x="742152" y="50391"/>
                  </a:lnTo>
                  <a:lnTo>
                    <a:pt x="771431" y="65485"/>
                  </a:lnTo>
                  <a:lnTo>
                    <a:pt x="799693" y="82406"/>
                  </a:lnTo>
                  <a:lnTo>
                    <a:pt x="826826" y="101085"/>
                  </a:lnTo>
                  <a:lnTo>
                    <a:pt x="852719" y="121448"/>
                  </a:lnTo>
                  <a:lnTo>
                    <a:pt x="877268" y="143411"/>
                  </a:lnTo>
                  <a:lnTo>
                    <a:pt x="900375" y="166888"/>
                  </a:lnTo>
                  <a:lnTo>
                    <a:pt x="921946" y="191783"/>
                  </a:lnTo>
                  <a:lnTo>
                    <a:pt x="941895" y="217995"/>
                  </a:lnTo>
                  <a:lnTo>
                    <a:pt x="960142" y="245421"/>
                  </a:lnTo>
                  <a:lnTo>
                    <a:pt x="976612" y="273948"/>
                  </a:lnTo>
                  <a:lnTo>
                    <a:pt x="991240" y="303462"/>
                  </a:lnTo>
                  <a:lnTo>
                    <a:pt x="1003966" y="333845"/>
                  </a:lnTo>
                  <a:lnTo>
                    <a:pt x="1014740" y="364974"/>
                  </a:lnTo>
                  <a:lnTo>
                    <a:pt x="1023518" y="396723"/>
                  </a:lnTo>
                  <a:lnTo>
                    <a:pt x="1030264" y="428966"/>
                  </a:lnTo>
                  <a:lnTo>
                    <a:pt x="1034952" y="461571"/>
                  </a:lnTo>
                  <a:lnTo>
                    <a:pt x="1037563" y="494408"/>
                  </a:lnTo>
                  <a:lnTo>
                    <a:pt x="1038085" y="527344"/>
                  </a:lnTo>
                  <a:lnTo>
                    <a:pt x="1036518" y="560247"/>
                  </a:lnTo>
                  <a:lnTo>
                    <a:pt x="1032867" y="592984"/>
                  </a:lnTo>
                  <a:lnTo>
                    <a:pt x="1027147" y="625425"/>
                  </a:lnTo>
                  <a:lnTo>
                    <a:pt x="1019381" y="657436"/>
                  </a:lnTo>
                  <a:lnTo>
                    <a:pt x="1009600" y="688891"/>
                  </a:lnTo>
                  <a:lnTo>
                    <a:pt x="997844" y="719663"/>
                  </a:lnTo>
                  <a:lnTo>
                    <a:pt x="984160" y="749626"/>
                  </a:lnTo>
                  <a:lnTo>
                    <a:pt x="968603" y="778662"/>
                  </a:lnTo>
                  <a:lnTo>
                    <a:pt x="951236" y="806652"/>
                  </a:lnTo>
                  <a:lnTo>
                    <a:pt x="932129" y="833485"/>
                  </a:lnTo>
                  <a:lnTo>
                    <a:pt x="911358" y="859051"/>
                  </a:lnTo>
                  <a:lnTo>
                    <a:pt x="889008" y="883249"/>
                  </a:lnTo>
                  <a:lnTo>
                    <a:pt x="865168" y="905981"/>
                  </a:lnTo>
                  <a:lnTo>
                    <a:pt x="839934" y="927154"/>
                  </a:lnTo>
                  <a:lnTo>
                    <a:pt x="813408" y="946685"/>
                  </a:lnTo>
                  <a:lnTo>
                    <a:pt x="785696" y="964494"/>
                  </a:lnTo>
                  <a:lnTo>
                    <a:pt x="756911" y="980509"/>
                  </a:lnTo>
                  <a:lnTo>
                    <a:pt x="727169" y="994667"/>
                  </a:lnTo>
                  <a:lnTo>
                    <a:pt x="696588" y="1006910"/>
                  </a:lnTo>
                  <a:lnTo>
                    <a:pt x="665292" y="1017188"/>
                  </a:lnTo>
                  <a:lnTo>
                    <a:pt x="633407" y="1025461"/>
                  </a:lnTo>
                  <a:lnTo>
                    <a:pt x="601062" y="1031695"/>
                  </a:lnTo>
                  <a:lnTo>
                    <a:pt x="568387" y="1035865"/>
                  </a:lnTo>
                  <a:lnTo>
                    <a:pt x="535513" y="1037955"/>
                  </a:lnTo>
                  <a:lnTo>
                    <a:pt x="502572" y="1037955"/>
                  </a:lnTo>
                  <a:lnTo>
                    <a:pt x="469698" y="1035865"/>
                  </a:lnTo>
                  <a:lnTo>
                    <a:pt x="437023" y="1031695"/>
                  </a:lnTo>
                  <a:lnTo>
                    <a:pt x="404677" y="1025461"/>
                  </a:lnTo>
                  <a:lnTo>
                    <a:pt x="372793" y="1017188"/>
                  </a:lnTo>
                  <a:lnTo>
                    <a:pt x="341497" y="1006910"/>
                  </a:lnTo>
                  <a:lnTo>
                    <a:pt x="310916" y="994667"/>
                  </a:lnTo>
                  <a:lnTo>
                    <a:pt x="281173" y="980509"/>
                  </a:lnTo>
                  <a:lnTo>
                    <a:pt x="252388" y="964494"/>
                  </a:lnTo>
                  <a:lnTo>
                    <a:pt x="224677" y="946685"/>
                  </a:lnTo>
                  <a:lnTo>
                    <a:pt x="198151" y="927154"/>
                  </a:lnTo>
                  <a:lnTo>
                    <a:pt x="172917" y="905981"/>
                  </a:lnTo>
                  <a:lnTo>
                    <a:pt x="149077" y="883249"/>
                  </a:lnTo>
                  <a:lnTo>
                    <a:pt x="126727" y="859051"/>
                  </a:lnTo>
                  <a:lnTo>
                    <a:pt x="105956" y="833485"/>
                  </a:lnTo>
                  <a:lnTo>
                    <a:pt x="86849" y="806652"/>
                  </a:lnTo>
                  <a:lnTo>
                    <a:pt x="69481" y="778662"/>
                  </a:lnTo>
                  <a:lnTo>
                    <a:pt x="53925" y="749626"/>
                  </a:lnTo>
                  <a:lnTo>
                    <a:pt x="40241" y="719663"/>
                  </a:lnTo>
                  <a:lnTo>
                    <a:pt x="28485" y="688891"/>
                  </a:lnTo>
                  <a:lnTo>
                    <a:pt x="18704" y="657436"/>
                  </a:lnTo>
                  <a:lnTo>
                    <a:pt x="10938" y="625425"/>
                  </a:lnTo>
                  <a:lnTo>
                    <a:pt x="5218" y="592984"/>
                  </a:lnTo>
                  <a:lnTo>
                    <a:pt x="1567" y="560247"/>
                  </a:lnTo>
                  <a:lnTo>
                    <a:pt x="0" y="527344"/>
                  </a:lnTo>
                  <a:lnTo>
                    <a:pt x="522" y="494408"/>
                  </a:lnTo>
                  <a:lnTo>
                    <a:pt x="3133" y="461571"/>
                  </a:lnTo>
                  <a:lnTo>
                    <a:pt x="7821" y="428966"/>
                  </a:lnTo>
                  <a:lnTo>
                    <a:pt x="14567" y="396723"/>
                  </a:lnTo>
                  <a:lnTo>
                    <a:pt x="23345" y="364974"/>
                  </a:lnTo>
                  <a:lnTo>
                    <a:pt x="34119" y="333845"/>
                  </a:lnTo>
                  <a:lnTo>
                    <a:pt x="46845" y="303462"/>
                  </a:lnTo>
                  <a:lnTo>
                    <a:pt x="61473" y="273948"/>
                  </a:lnTo>
                  <a:lnTo>
                    <a:pt x="77943" y="245421"/>
                  </a:lnTo>
                  <a:lnTo>
                    <a:pt x="96189" y="217995"/>
                  </a:lnTo>
                  <a:lnTo>
                    <a:pt x="116138" y="191783"/>
                  </a:lnTo>
                  <a:lnTo>
                    <a:pt x="137710" y="166888"/>
                  </a:lnTo>
                  <a:lnTo>
                    <a:pt x="160817" y="143411"/>
                  </a:lnTo>
                  <a:lnTo>
                    <a:pt x="185366" y="121448"/>
                  </a:lnTo>
                  <a:lnTo>
                    <a:pt x="211259" y="101085"/>
                  </a:lnTo>
                  <a:lnTo>
                    <a:pt x="238391" y="82406"/>
                  </a:lnTo>
                  <a:lnTo>
                    <a:pt x="266654" y="65485"/>
                  </a:lnTo>
                  <a:lnTo>
                    <a:pt x="295932" y="50391"/>
                  </a:lnTo>
                  <a:lnTo>
                    <a:pt x="326109" y="37184"/>
                  </a:lnTo>
                  <a:lnTo>
                    <a:pt x="357063" y="25918"/>
                  </a:lnTo>
                  <a:lnTo>
                    <a:pt x="388669" y="16638"/>
                  </a:lnTo>
                  <a:lnTo>
                    <a:pt x="420800" y="9380"/>
                  </a:lnTo>
                  <a:lnTo>
                    <a:pt x="453327" y="4176"/>
                  </a:lnTo>
                  <a:lnTo>
                    <a:pt x="486118" y="1045"/>
                  </a:lnTo>
                  <a:lnTo>
                    <a:pt x="51904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756289" y="3752467"/>
              <a:ext cx="1167846" cy="1167699"/>
            </a:xfrm>
            <a:custGeom>
              <a:avLst/>
              <a:pathLst>
                <a:path w="1167846" h="1167699">
                  <a:moveTo>
                    <a:pt x="583923" y="0"/>
                  </a:moveTo>
                  <a:lnTo>
                    <a:pt x="620962" y="1175"/>
                  </a:lnTo>
                  <a:lnTo>
                    <a:pt x="657852" y="4698"/>
                  </a:lnTo>
                  <a:lnTo>
                    <a:pt x="694445" y="10553"/>
                  </a:lnTo>
                  <a:lnTo>
                    <a:pt x="730592" y="18717"/>
                  </a:lnTo>
                  <a:lnTo>
                    <a:pt x="766149" y="29158"/>
                  </a:lnTo>
                  <a:lnTo>
                    <a:pt x="800972" y="41832"/>
                  </a:lnTo>
                  <a:lnTo>
                    <a:pt x="834922" y="56690"/>
                  </a:lnTo>
                  <a:lnTo>
                    <a:pt x="867860" y="73671"/>
                  </a:lnTo>
                  <a:lnTo>
                    <a:pt x="899655" y="92707"/>
                  </a:lnTo>
                  <a:lnTo>
                    <a:pt x="930179" y="113721"/>
                  </a:lnTo>
                  <a:lnTo>
                    <a:pt x="959309" y="136629"/>
                  </a:lnTo>
                  <a:lnTo>
                    <a:pt x="986927" y="161338"/>
                  </a:lnTo>
                  <a:lnTo>
                    <a:pt x="1012922" y="187749"/>
                  </a:lnTo>
                  <a:lnTo>
                    <a:pt x="1037190" y="215756"/>
                  </a:lnTo>
                  <a:lnTo>
                    <a:pt x="1059632" y="245245"/>
                  </a:lnTo>
                  <a:lnTo>
                    <a:pt x="1080160" y="276098"/>
                  </a:lnTo>
                  <a:lnTo>
                    <a:pt x="1098689" y="308191"/>
                  </a:lnTo>
                  <a:lnTo>
                    <a:pt x="1115145" y="341395"/>
                  </a:lnTo>
                  <a:lnTo>
                    <a:pt x="1129462" y="375576"/>
                  </a:lnTo>
                  <a:lnTo>
                    <a:pt x="1141582" y="410596"/>
                  </a:lnTo>
                  <a:lnTo>
                    <a:pt x="1151457" y="446314"/>
                  </a:lnTo>
                  <a:lnTo>
                    <a:pt x="1159047" y="482586"/>
                  </a:lnTo>
                  <a:lnTo>
                    <a:pt x="1164321" y="519267"/>
                  </a:lnTo>
                  <a:lnTo>
                    <a:pt x="1167258" y="556209"/>
                  </a:lnTo>
                  <a:lnTo>
                    <a:pt x="1167846" y="593262"/>
                  </a:lnTo>
                  <a:lnTo>
                    <a:pt x="1166083" y="630278"/>
                  </a:lnTo>
                  <a:lnTo>
                    <a:pt x="1161975" y="667108"/>
                  </a:lnTo>
                  <a:lnTo>
                    <a:pt x="1155540" y="703603"/>
                  </a:lnTo>
                  <a:lnTo>
                    <a:pt x="1146803" y="739616"/>
                  </a:lnTo>
                  <a:lnTo>
                    <a:pt x="1135800" y="775003"/>
                  </a:lnTo>
                  <a:lnTo>
                    <a:pt x="1122575" y="809621"/>
                  </a:lnTo>
                  <a:lnTo>
                    <a:pt x="1107180" y="843330"/>
                  </a:lnTo>
                  <a:lnTo>
                    <a:pt x="1089679" y="875995"/>
                  </a:lnTo>
                  <a:lnTo>
                    <a:pt x="1070141" y="907484"/>
                  </a:lnTo>
                  <a:lnTo>
                    <a:pt x="1048645" y="937670"/>
                  </a:lnTo>
                  <a:lnTo>
                    <a:pt x="1025278" y="966433"/>
                  </a:lnTo>
                  <a:lnTo>
                    <a:pt x="1000134" y="993655"/>
                  </a:lnTo>
                  <a:lnTo>
                    <a:pt x="973314" y="1019228"/>
                  </a:lnTo>
                  <a:lnTo>
                    <a:pt x="944926" y="1043049"/>
                  </a:lnTo>
                  <a:lnTo>
                    <a:pt x="915084" y="1065021"/>
                  </a:lnTo>
                  <a:lnTo>
                    <a:pt x="883909" y="1085056"/>
                  </a:lnTo>
                  <a:lnTo>
                    <a:pt x="851525" y="1103073"/>
                  </a:lnTo>
                  <a:lnTo>
                    <a:pt x="818065" y="1119001"/>
                  </a:lnTo>
                  <a:lnTo>
                    <a:pt x="783661" y="1132774"/>
                  </a:lnTo>
                  <a:lnTo>
                    <a:pt x="748454" y="1144337"/>
                  </a:lnTo>
                  <a:lnTo>
                    <a:pt x="712583" y="1153644"/>
                  </a:lnTo>
                  <a:lnTo>
                    <a:pt x="676195" y="1160657"/>
                  </a:lnTo>
                  <a:lnTo>
                    <a:pt x="639435" y="1165349"/>
                  </a:lnTo>
                  <a:lnTo>
                    <a:pt x="602452" y="1167699"/>
                  </a:lnTo>
                  <a:lnTo>
                    <a:pt x="565394" y="1167699"/>
                  </a:lnTo>
                  <a:lnTo>
                    <a:pt x="528410" y="1165349"/>
                  </a:lnTo>
                  <a:lnTo>
                    <a:pt x="491650" y="1160657"/>
                  </a:lnTo>
                  <a:lnTo>
                    <a:pt x="455262" y="1153644"/>
                  </a:lnTo>
                  <a:lnTo>
                    <a:pt x="419392" y="1144337"/>
                  </a:lnTo>
                  <a:lnTo>
                    <a:pt x="384184" y="1132774"/>
                  </a:lnTo>
                  <a:lnTo>
                    <a:pt x="349781" y="1119001"/>
                  </a:lnTo>
                  <a:lnTo>
                    <a:pt x="316320" y="1103073"/>
                  </a:lnTo>
                  <a:lnTo>
                    <a:pt x="283937" y="1085056"/>
                  </a:lnTo>
                  <a:lnTo>
                    <a:pt x="252762" y="1065021"/>
                  </a:lnTo>
                  <a:lnTo>
                    <a:pt x="222920" y="1043049"/>
                  </a:lnTo>
                  <a:lnTo>
                    <a:pt x="194532" y="1019228"/>
                  </a:lnTo>
                  <a:lnTo>
                    <a:pt x="167712" y="993655"/>
                  </a:lnTo>
                  <a:lnTo>
                    <a:pt x="142567" y="966433"/>
                  </a:lnTo>
                  <a:lnTo>
                    <a:pt x="119200" y="937670"/>
                  </a:lnTo>
                  <a:lnTo>
                    <a:pt x="97705" y="907484"/>
                  </a:lnTo>
                  <a:lnTo>
                    <a:pt x="78167" y="875995"/>
                  </a:lnTo>
                  <a:lnTo>
                    <a:pt x="60665" y="843330"/>
                  </a:lnTo>
                  <a:lnTo>
                    <a:pt x="45271" y="809621"/>
                  </a:lnTo>
                  <a:lnTo>
                    <a:pt x="32045" y="775003"/>
                  </a:lnTo>
                  <a:lnTo>
                    <a:pt x="21042" y="739616"/>
                  </a:lnTo>
                  <a:lnTo>
                    <a:pt x="12305" y="703603"/>
                  </a:lnTo>
                  <a:lnTo>
                    <a:pt x="5870" y="667108"/>
                  </a:lnTo>
                  <a:lnTo>
                    <a:pt x="1763" y="630278"/>
                  </a:lnTo>
                  <a:lnTo>
                    <a:pt x="0" y="593262"/>
                  </a:lnTo>
                  <a:lnTo>
                    <a:pt x="587" y="556209"/>
                  </a:lnTo>
                  <a:lnTo>
                    <a:pt x="3524" y="519267"/>
                  </a:lnTo>
                  <a:lnTo>
                    <a:pt x="8798" y="482586"/>
                  </a:lnTo>
                  <a:lnTo>
                    <a:pt x="16388" y="446314"/>
                  </a:lnTo>
                  <a:lnTo>
                    <a:pt x="26263" y="410596"/>
                  </a:lnTo>
                  <a:lnTo>
                    <a:pt x="38383" y="375576"/>
                  </a:lnTo>
                  <a:lnTo>
                    <a:pt x="52701" y="341395"/>
                  </a:lnTo>
                  <a:lnTo>
                    <a:pt x="69157" y="308191"/>
                  </a:lnTo>
                  <a:lnTo>
                    <a:pt x="87686" y="276098"/>
                  </a:lnTo>
                  <a:lnTo>
                    <a:pt x="108213" y="245245"/>
                  </a:lnTo>
                  <a:lnTo>
                    <a:pt x="130656" y="215756"/>
                  </a:lnTo>
                  <a:lnTo>
                    <a:pt x="154924" y="187749"/>
                  </a:lnTo>
                  <a:lnTo>
                    <a:pt x="180919" y="161338"/>
                  </a:lnTo>
                  <a:lnTo>
                    <a:pt x="208537" y="136629"/>
                  </a:lnTo>
                  <a:lnTo>
                    <a:pt x="237666" y="113721"/>
                  </a:lnTo>
                  <a:lnTo>
                    <a:pt x="268190" y="92707"/>
                  </a:lnTo>
                  <a:lnTo>
                    <a:pt x="299985" y="73671"/>
                  </a:lnTo>
                  <a:lnTo>
                    <a:pt x="332924" y="56690"/>
                  </a:lnTo>
                  <a:lnTo>
                    <a:pt x="366873" y="41832"/>
                  </a:lnTo>
                  <a:lnTo>
                    <a:pt x="401696" y="29158"/>
                  </a:lnTo>
                  <a:lnTo>
                    <a:pt x="437253" y="18717"/>
                  </a:lnTo>
                  <a:lnTo>
                    <a:pt x="473401" y="10553"/>
                  </a:lnTo>
                  <a:lnTo>
                    <a:pt x="509993" y="4698"/>
                  </a:lnTo>
                  <a:lnTo>
                    <a:pt x="546883" y="1175"/>
                  </a:lnTo>
                  <a:lnTo>
                    <a:pt x="58392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1189097" y="3969398"/>
              <a:ext cx="522243" cy="513890"/>
            </a:xfrm>
            <a:custGeom>
              <a:avLst/>
              <a:pathLst>
                <a:path w="522243" h="513890">
                  <a:moveTo>
                    <a:pt x="151115" y="263243"/>
                  </a:moveTo>
                  <a:lnTo>
                    <a:pt x="154898" y="246691"/>
                  </a:lnTo>
                  <a:lnTo>
                    <a:pt x="159720" y="230290"/>
                  </a:lnTo>
                  <a:lnTo>
                    <a:pt x="165575" y="214090"/>
                  </a:lnTo>
                  <a:lnTo>
                    <a:pt x="172455" y="198140"/>
                  </a:lnTo>
                  <a:lnTo>
                    <a:pt x="180349" y="182486"/>
                  </a:lnTo>
                  <a:lnTo>
                    <a:pt x="189245" y="167178"/>
                  </a:lnTo>
                  <a:lnTo>
                    <a:pt x="199129" y="152263"/>
                  </a:lnTo>
                  <a:lnTo>
                    <a:pt x="209983" y="137788"/>
                  </a:lnTo>
                  <a:lnTo>
                    <a:pt x="221790" y="123798"/>
                  </a:lnTo>
                  <a:lnTo>
                    <a:pt x="234530" y="110340"/>
                  </a:lnTo>
                  <a:lnTo>
                    <a:pt x="248180" y="97457"/>
                  </a:lnTo>
                  <a:lnTo>
                    <a:pt x="262715" y="85194"/>
                  </a:lnTo>
                  <a:lnTo>
                    <a:pt x="278111" y="73593"/>
                  </a:lnTo>
                  <a:lnTo>
                    <a:pt x="294339" y="62697"/>
                  </a:lnTo>
                  <a:lnTo>
                    <a:pt x="311371" y="52545"/>
                  </a:lnTo>
                  <a:lnTo>
                    <a:pt x="329174" y="43177"/>
                  </a:lnTo>
                  <a:lnTo>
                    <a:pt x="347715" y="34632"/>
                  </a:lnTo>
                  <a:lnTo>
                    <a:pt x="366961" y="26946"/>
                  </a:lnTo>
                  <a:lnTo>
                    <a:pt x="386875" y="20154"/>
                  </a:lnTo>
                  <a:lnTo>
                    <a:pt x="407419" y="14292"/>
                  </a:lnTo>
                  <a:lnTo>
                    <a:pt x="428555" y="9391"/>
                  </a:lnTo>
                  <a:lnTo>
                    <a:pt x="450241" y="5483"/>
                  </a:lnTo>
                  <a:lnTo>
                    <a:pt x="472437" y="2597"/>
                  </a:lnTo>
                  <a:lnTo>
                    <a:pt x="495098" y="760"/>
                  </a:lnTo>
                  <a:lnTo>
                    <a:pt x="518180" y="0"/>
                  </a:lnTo>
                  <a:lnTo>
                    <a:pt x="520686" y="22982"/>
                  </a:lnTo>
                  <a:lnTo>
                    <a:pt x="522032" y="45663"/>
                  </a:lnTo>
                  <a:lnTo>
                    <a:pt x="522243" y="67990"/>
                  </a:lnTo>
                  <a:lnTo>
                    <a:pt x="521348" y="89912"/>
                  </a:lnTo>
                  <a:lnTo>
                    <a:pt x="519375" y="111377"/>
                  </a:lnTo>
                  <a:lnTo>
                    <a:pt x="516356" y="132338"/>
                  </a:lnTo>
                  <a:lnTo>
                    <a:pt x="512326" y="152748"/>
                  </a:lnTo>
                  <a:lnTo>
                    <a:pt x="507319" y="172562"/>
                  </a:lnTo>
                  <a:lnTo>
                    <a:pt x="501375" y="191737"/>
                  </a:lnTo>
                  <a:lnTo>
                    <a:pt x="494531" y="210231"/>
                  </a:lnTo>
                  <a:lnTo>
                    <a:pt x="486830" y="228007"/>
                  </a:lnTo>
                  <a:lnTo>
                    <a:pt x="478315" y="245025"/>
                  </a:lnTo>
                  <a:lnTo>
                    <a:pt x="469029" y="261252"/>
                  </a:lnTo>
                  <a:lnTo>
                    <a:pt x="459019" y="276656"/>
                  </a:lnTo>
                  <a:lnTo>
                    <a:pt x="448332" y="291204"/>
                  </a:lnTo>
                  <a:lnTo>
                    <a:pt x="437017" y="304870"/>
                  </a:lnTo>
                  <a:lnTo>
                    <a:pt x="425122" y="317628"/>
                  </a:lnTo>
                  <a:lnTo>
                    <a:pt x="412698" y="329454"/>
                  </a:lnTo>
                  <a:lnTo>
                    <a:pt x="399798" y="340328"/>
                  </a:lnTo>
                  <a:lnTo>
                    <a:pt x="386472" y="350231"/>
                  </a:lnTo>
                  <a:lnTo>
                    <a:pt x="372774" y="359148"/>
                  </a:lnTo>
                  <a:lnTo>
                    <a:pt x="358758" y="367064"/>
                  </a:lnTo>
                  <a:lnTo>
                    <a:pt x="348815" y="381204"/>
                  </a:lnTo>
                  <a:lnTo>
                    <a:pt x="337960" y="393929"/>
                  </a:lnTo>
                  <a:lnTo>
                    <a:pt x="326345" y="405183"/>
                  </a:lnTo>
                  <a:lnTo>
                    <a:pt x="314123" y="414928"/>
                  </a:lnTo>
                  <a:lnTo>
                    <a:pt x="301450" y="423137"/>
                  </a:lnTo>
                  <a:lnTo>
                    <a:pt x="288481" y="429798"/>
                  </a:lnTo>
                  <a:lnTo>
                    <a:pt x="275372" y="434914"/>
                  </a:lnTo>
                  <a:lnTo>
                    <a:pt x="262275" y="438503"/>
                  </a:lnTo>
                  <a:lnTo>
                    <a:pt x="249340" y="440595"/>
                  </a:lnTo>
                  <a:lnTo>
                    <a:pt x="236711" y="441234"/>
                  </a:lnTo>
                  <a:lnTo>
                    <a:pt x="224528" y="440477"/>
                  </a:lnTo>
                  <a:lnTo>
                    <a:pt x="210435" y="437760"/>
                  </a:lnTo>
                  <a:lnTo>
                    <a:pt x="197431" y="433211"/>
                  </a:lnTo>
                  <a:lnTo>
                    <a:pt x="185722" y="427006"/>
                  </a:lnTo>
                  <a:lnTo>
                    <a:pt x="175491" y="419339"/>
                  </a:lnTo>
                  <a:lnTo>
                    <a:pt x="166897" y="410425"/>
                  </a:lnTo>
                  <a:lnTo>
                    <a:pt x="160072" y="400492"/>
                  </a:lnTo>
                  <a:lnTo>
                    <a:pt x="155121" y="389785"/>
                  </a:lnTo>
                  <a:lnTo>
                    <a:pt x="152120" y="378556"/>
                  </a:lnTo>
                  <a:lnTo>
                    <a:pt x="151115" y="367064"/>
                  </a:lnTo>
                  <a:lnTo>
                    <a:pt x="150478" y="380026"/>
                  </a:lnTo>
                  <a:lnTo>
                    <a:pt x="148571" y="392895"/>
                  </a:lnTo>
                  <a:lnTo>
                    <a:pt x="145402" y="405576"/>
                  </a:lnTo>
                  <a:lnTo>
                    <a:pt x="140988" y="417978"/>
                  </a:lnTo>
                  <a:lnTo>
                    <a:pt x="135348" y="430008"/>
                  </a:lnTo>
                  <a:lnTo>
                    <a:pt x="128512" y="441578"/>
                  </a:lnTo>
                  <a:lnTo>
                    <a:pt x="120511" y="452598"/>
                  </a:lnTo>
                  <a:lnTo>
                    <a:pt x="111384" y="462983"/>
                  </a:lnTo>
                  <a:lnTo>
                    <a:pt x="101177" y="472650"/>
                  </a:lnTo>
                  <a:lnTo>
                    <a:pt x="89938" y="481518"/>
                  </a:lnTo>
                  <a:lnTo>
                    <a:pt x="77724" y="489509"/>
                  </a:lnTo>
                  <a:lnTo>
                    <a:pt x="64595" y="496551"/>
                  </a:lnTo>
                  <a:lnTo>
                    <a:pt x="50614" y="502574"/>
                  </a:lnTo>
                  <a:lnTo>
                    <a:pt x="35853" y="507511"/>
                  </a:lnTo>
                  <a:lnTo>
                    <a:pt x="20386" y="511302"/>
                  </a:lnTo>
                  <a:lnTo>
                    <a:pt x="4289" y="513890"/>
                  </a:lnTo>
                  <a:lnTo>
                    <a:pt x="1322" y="496861"/>
                  </a:lnTo>
                  <a:lnTo>
                    <a:pt x="0" y="480188"/>
                  </a:lnTo>
                  <a:lnTo>
                    <a:pt x="254" y="464017"/>
                  </a:lnTo>
                  <a:lnTo>
                    <a:pt x="2006" y="448484"/>
                  </a:lnTo>
                  <a:lnTo>
                    <a:pt x="5163" y="433718"/>
                  </a:lnTo>
                  <a:lnTo>
                    <a:pt x="9623" y="419838"/>
                  </a:lnTo>
                  <a:lnTo>
                    <a:pt x="15275" y="406951"/>
                  </a:lnTo>
                  <a:lnTo>
                    <a:pt x="21998" y="395152"/>
                  </a:lnTo>
                  <a:lnTo>
                    <a:pt x="29666" y="384526"/>
                  </a:lnTo>
                  <a:lnTo>
                    <a:pt x="38144" y="375144"/>
                  </a:lnTo>
                  <a:lnTo>
                    <a:pt x="47293" y="367064"/>
                  </a:lnTo>
                  <a:lnTo>
                    <a:pt x="48182" y="353513"/>
                  </a:lnTo>
                  <a:lnTo>
                    <a:pt x="50831" y="340193"/>
                  </a:lnTo>
                  <a:lnTo>
                    <a:pt x="55196" y="327334"/>
                  </a:lnTo>
                  <a:lnTo>
                    <a:pt x="61203" y="315154"/>
                  </a:lnTo>
                  <a:lnTo>
                    <a:pt x="68748" y="303862"/>
                  </a:lnTo>
                  <a:lnTo>
                    <a:pt x="77702" y="293651"/>
                  </a:lnTo>
                  <a:lnTo>
                    <a:pt x="69793" y="302523"/>
                  </a:lnTo>
                  <a:lnTo>
                    <a:pt x="62949" y="312240"/>
                  </a:lnTo>
                  <a:lnTo>
                    <a:pt x="57261" y="322675"/>
                  </a:lnTo>
                  <a:lnTo>
                    <a:pt x="52803" y="333692"/>
                  </a:lnTo>
                  <a:lnTo>
                    <a:pt x="49633" y="345146"/>
                  </a:lnTo>
                  <a:lnTo>
                    <a:pt x="47793" y="356888"/>
                  </a:lnTo>
                  <a:lnTo>
                    <a:pt x="47307" y="368763"/>
                  </a:lnTo>
                  <a:lnTo>
                    <a:pt x="48182" y="380616"/>
                  </a:lnTo>
                  <a:lnTo>
                    <a:pt x="50405" y="392291"/>
                  </a:lnTo>
                  <a:lnTo>
                    <a:pt x="53948" y="403636"/>
                  </a:lnTo>
                  <a:lnTo>
                    <a:pt x="58764" y="414501"/>
                  </a:lnTo>
                  <a:lnTo>
                    <a:pt x="64790" y="424745"/>
                  </a:lnTo>
                  <a:lnTo>
                    <a:pt x="71948" y="434232"/>
                  </a:lnTo>
                  <a:lnTo>
                    <a:pt x="80143" y="442840"/>
                  </a:lnTo>
                  <a:lnTo>
                    <a:pt x="89268" y="450455"/>
                  </a:lnTo>
                  <a:lnTo>
                    <a:pt x="99204" y="456977"/>
                  </a:lnTo>
                  <a:lnTo>
                    <a:pt x="109820" y="462320"/>
                  </a:lnTo>
                  <a:lnTo>
                    <a:pt x="120977" y="466416"/>
                  </a:lnTo>
                  <a:lnTo>
                    <a:pt x="132529" y="469209"/>
                  </a:lnTo>
                  <a:lnTo>
                    <a:pt x="144325" y="470664"/>
                  </a:lnTo>
                  <a:lnTo>
                    <a:pt x="156209" y="470761"/>
                  </a:lnTo>
                  <a:lnTo>
                    <a:pt x="168027" y="469499"/>
                  </a:lnTo>
                  <a:lnTo>
                    <a:pt x="179623" y="466895"/>
                  </a:lnTo>
                  <a:lnTo>
                    <a:pt x="190846" y="462983"/>
                  </a:lnTo>
                  <a:lnTo>
                    <a:pt x="201548" y="457814"/>
                  </a:lnTo>
                  <a:lnTo>
                    <a:pt x="211589" y="451455"/>
                  </a:lnTo>
                  <a:lnTo>
                    <a:pt x="220837" y="443991"/>
                  </a:lnTo>
                  <a:lnTo>
                    <a:pt x="229172" y="435519"/>
                  </a:lnTo>
                  <a:lnTo>
                    <a:pt x="236484" y="426149"/>
                  </a:lnTo>
                  <a:lnTo>
                    <a:pt x="242677" y="416006"/>
                  </a:lnTo>
                  <a:lnTo>
                    <a:pt x="247671" y="405221"/>
                  </a:lnTo>
                  <a:lnTo>
                    <a:pt x="251399" y="393935"/>
                  </a:lnTo>
                  <a:lnTo>
                    <a:pt x="253813" y="382298"/>
                  </a:lnTo>
                  <a:lnTo>
                    <a:pt x="254881" y="370461"/>
                  </a:lnTo>
                  <a:lnTo>
                    <a:pt x="254589" y="358580"/>
                  </a:lnTo>
                  <a:lnTo>
                    <a:pt x="252942" y="346810"/>
                  </a:lnTo>
                  <a:lnTo>
                    <a:pt x="249960" y="335305"/>
                  </a:lnTo>
                  <a:lnTo>
                    <a:pt x="245682" y="324217"/>
                  </a:lnTo>
                  <a:lnTo>
                    <a:pt x="240166" y="313689"/>
                  </a:lnTo>
                  <a:lnTo>
                    <a:pt x="233482" y="303862"/>
                  </a:lnTo>
                  <a:lnTo>
                    <a:pt x="225719" y="294862"/>
                  </a:lnTo>
                  <a:lnTo>
                    <a:pt x="216979" y="286809"/>
                  </a:lnTo>
                  <a:lnTo>
                    <a:pt x="207375" y="279808"/>
                  </a:lnTo>
                  <a:lnTo>
                    <a:pt x="197034" y="273950"/>
                  </a:lnTo>
                  <a:lnTo>
                    <a:pt x="186091" y="269312"/>
                  </a:lnTo>
                  <a:lnTo>
                    <a:pt x="174690" y="265955"/>
                  </a:lnTo>
                  <a:lnTo>
                    <a:pt x="162980" y="263923"/>
                  </a:lnTo>
                  <a:close/>
                </a:path>
              </a:pathLst>
            </a:custGeom>
            <a:solidFill>
              <a:srgbClr val="C4A46B">
                <a:alpha val="25882"/>
              </a:srgbClr>
            </a:solidFill>
            <a:ln w="24933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1189097" y="3969398"/>
              <a:ext cx="522243" cy="513890"/>
            </a:xfrm>
            <a:custGeom>
              <a:avLst/>
              <a:pathLst>
                <a:path w="522243" h="513890">
                  <a:moveTo>
                    <a:pt x="151115" y="263243"/>
                  </a:moveTo>
                  <a:lnTo>
                    <a:pt x="154898" y="246691"/>
                  </a:lnTo>
                  <a:lnTo>
                    <a:pt x="159720" y="230290"/>
                  </a:lnTo>
                  <a:lnTo>
                    <a:pt x="165575" y="214090"/>
                  </a:lnTo>
                  <a:lnTo>
                    <a:pt x="172455" y="198140"/>
                  </a:lnTo>
                  <a:lnTo>
                    <a:pt x="180349" y="182486"/>
                  </a:lnTo>
                  <a:lnTo>
                    <a:pt x="189245" y="167178"/>
                  </a:lnTo>
                  <a:lnTo>
                    <a:pt x="199129" y="152263"/>
                  </a:lnTo>
                  <a:lnTo>
                    <a:pt x="209983" y="137788"/>
                  </a:lnTo>
                  <a:lnTo>
                    <a:pt x="221790" y="123798"/>
                  </a:lnTo>
                  <a:lnTo>
                    <a:pt x="234530" y="110340"/>
                  </a:lnTo>
                  <a:lnTo>
                    <a:pt x="248180" y="97457"/>
                  </a:lnTo>
                  <a:lnTo>
                    <a:pt x="262715" y="85194"/>
                  </a:lnTo>
                  <a:lnTo>
                    <a:pt x="278111" y="73593"/>
                  </a:lnTo>
                  <a:lnTo>
                    <a:pt x="294339" y="62697"/>
                  </a:lnTo>
                  <a:lnTo>
                    <a:pt x="311371" y="52545"/>
                  </a:lnTo>
                  <a:lnTo>
                    <a:pt x="329174" y="43177"/>
                  </a:lnTo>
                  <a:lnTo>
                    <a:pt x="347715" y="34632"/>
                  </a:lnTo>
                  <a:lnTo>
                    <a:pt x="366961" y="26946"/>
                  </a:lnTo>
                  <a:lnTo>
                    <a:pt x="386875" y="20154"/>
                  </a:lnTo>
                  <a:lnTo>
                    <a:pt x="407419" y="14292"/>
                  </a:lnTo>
                  <a:lnTo>
                    <a:pt x="428555" y="9391"/>
                  </a:lnTo>
                  <a:lnTo>
                    <a:pt x="450241" y="5483"/>
                  </a:lnTo>
                  <a:lnTo>
                    <a:pt x="472437" y="2597"/>
                  </a:lnTo>
                  <a:lnTo>
                    <a:pt x="495098" y="760"/>
                  </a:lnTo>
                  <a:lnTo>
                    <a:pt x="518180" y="0"/>
                  </a:lnTo>
                  <a:lnTo>
                    <a:pt x="520686" y="22982"/>
                  </a:lnTo>
                  <a:lnTo>
                    <a:pt x="522032" y="45663"/>
                  </a:lnTo>
                  <a:lnTo>
                    <a:pt x="522243" y="67990"/>
                  </a:lnTo>
                  <a:lnTo>
                    <a:pt x="521348" y="89912"/>
                  </a:lnTo>
                  <a:lnTo>
                    <a:pt x="519375" y="111377"/>
                  </a:lnTo>
                  <a:lnTo>
                    <a:pt x="516356" y="132338"/>
                  </a:lnTo>
                  <a:lnTo>
                    <a:pt x="512326" y="152748"/>
                  </a:lnTo>
                  <a:lnTo>
                    <a:pt x="507319" y="172562"/>
                  </a:lnTo>
                  <a:lnTo>
                    <a:pt x="501375" y="191737"/>
                  </a:lnTo>
                  <a:lnTo>
                    <a:pt x="494531" y="210231"/>
                  </a:lnTo>
                  <a:lnTo>
                    <a:pt x="486830" y="228007"/>
                  </a:lnTo>
                  <a:lnTo>
                    <a:pt x="478315" y="245025"/>
                  </a:lnTo>
                  <a:lnTo>
                    <a:pt x="469029" y="261252"/>
                  </a:lnTo>
                  <a:lnTo>
                    <a:pt x="459019" y="276656"/>
                  </a:lnTo>
                  <a:lnTo>
                    <a:pt x="448332" y="291204"/>
                  </a:lnTo>
                  <a:lnTo>
                    <a:pt x="437017" y="304870"/>
                  </a:lnTo>
                  <a:lnTo>
                    <a:pt x="425122" y="317628"/>
                  </a:lnTo>
                  <a:lnTo>
                    <a:pt x="412698" y="329454"/>
                  </a:lnTo>
                  <a:lnTo>
                    <a:pt x="399798" y="340328"/>
                  </a:lnTo>
                  <a:lnTo>
                    <a:pt x="386472" y="350231"/>
                  </a:lnTo>
                  <a:lnTo>
                    <a:pt x="372774" y="359148"/>
                  </a:lnTo>
                  <a:lnTo>
                    <a:pt x="358758" y="367064"/>
                  </a:lnTo>
                  <a:lnTo>
                    <a:pt x="348815" y="381204"/>
                  </a:lnTo>
                  <a:lnTo>
                    <a:pt x="337960" y="393929"/>
                  </a:lnTo>
                  <a:lnTo>
                    <a:pt x="326345" y="405183"/>
                  </a:lnTo>
                  <a:lnTo>
                    <a:pt x="314123" y="414928"/>
                  </a:lnTo>
                  <a:lnTo>
                    <a:pt x="301450" y="423137"/>
                  </a:lnTo>
                  <a:lnTo>
                    <a:pt x="288481" y="429798"/>
                  </a:lnTo>
                  <a:lnTo>
                    <a:pt x="275372" y="434914"/>
                  </a:lnTo>
                  <a:lnTo>
                    <a:pt x="262275" y="438503"/>
                  </a:lnTo>
                  <a:lnTo>
                    <a:pt x="249340" y="440595"/>
                  </a:lnTo>
                  <a:lnTo>
                    <a:pt x="236711" y="441234"/>
                  </a:lnTo>
                  <a:lnTo>
                    <a:pt x="224528" y="440477"/>
                  </a:lnTo>
                  <a:lnTo>
                    <a:pt x="210435" y="437760"/>
                  </a:lnTo>
                  <a:lnTo>
                    <a:pt x="197431" y="433211"/>
                  </a:lnTo>
                  <a:lnTo>
                    <a:pt x="185722" y="427006"/>
                  </a:lnTo>
                  <a:lnTo>
                    <a:pt x="175491" y="419339"/>
                  </a:lnTo>
                  <a:lnTo>
                    <a:pt x="166897" y="410425"/>
                  </a:lnTo>
                  <a:lnTo>
                    <a:pt x="160072" y="400492"/>
                  </a:lnTo>
                  <a:lnTo>
                    <a:pt x="155121" y="389785"/>
                  </a:lnTo>
                  <a:lnTo>
                    <a:pt x="152120" y="378556"/>
                  </a:lnTo>
                  <a:lnTo>
                    <a:pt x="151115" y="367064"/>
                  </a:lnTo>
                  <a:lnTo>
                    <a:pt x="150478" y="380026"/>
                  </a:lnTo>
                  <a:lnTo>
                    <a:pt x="148571" y="392895"/>
                  </a:lnTo>
                  <a:lnTo>
                    <a:pt x="145402" y="405576"/>
                  </a:lnTo>
                  <a:lnTo>
                    <a:pt x="140988" y="417978"/>
                  </a:lnTo>
                  <a:lnTo>
                    <a:pt x="135348" y="430008"/>
                  </a:lnTo>
                  <a:lnTo>
                    <a:pt x="128512" y="441578"/>
                  </a:lnTo>
                  <a:lnTo>
                    <a:pt x="120511" y="452598"/>
                  </a:lnTo>
                  <a:lnTo>
                    <a:pt x="111384" y="462983"/>
                  </a:lnTo>
                  <a:lnTo>
                    <a:pt x="101177" y="472650"/>
                  </a:lnTo>
                  <a:lnTo>
                    <a:pt x="89938" y="481518"/>
                  </a:lnTo>
                  <a:lnTo>
                    <a:pt x="77724" y="489509"/>
                  </a:lnTo>
                  <a:lnTo>
                    <a:pt x="64595" y="496551"/>
                  </a:lnTo>
                  <a:lnTo>
                    <a:pt x="50614" y="502574"/>
                  </a:lnTo>
                  <a:lnTo>
                    <a:pt x="35853" y="507511"/>
                  </a:lnTo>
                  <a:lnTo>
                    <a:pt x="20386" y="511302"/>
                  </a:lnTo>
                  <a:lnTo>
                    <a:pt x="4289" y="513890"/>
                  </a:lnTo>
                  <a:lnTo>
                    <a:pt x="1322" y="496861"/>
                  </a:lnTo>
                  <a:lnTo>
                    <a:pt x="0" y="480188"/>
                  </a:lnTo>
                  <a:lnTo>
                    <a:pt x="254" y="464017"/>
                  </a:lnTo>
                  <a:lnTo>
                    <a:pt x="2006" y="448484"/>
                  </a:lnTo>
                  <a:lnTo>
                    <a:pt x="5163" y="433718"/>
                  </a:lnTo>
                  <a:lnTo>
                    <a:pt x="9623" y="419838"/>
                  </a:lnTo>
                  <a:lnTo>
                    <a:pt x="15275" y="406951"/>
                  </a:lnTo>
                  <a:lnTo>
                    <a:pt x="21998" y="395152"/>
                  </a:lnTo>
                  <a:lnTo>
                    <a:pt x="29666" y="384526"/>
                  </a:lnTo>
                  <a:lnTo>
                    <a:pt x="38144" y="375144"/>
                  </a:lnTo>
                  <a:lnTo>
                    <a:pt x="47293" y="367064"/>
                  </a:lnTo>
                  <a:lnTo>
                    <a:pt x="48182" y="353513"/>
                  </a:lnTo>
                  <a:lnTo>
                    <a:pt x="50831" y="340193"/>
                  </a:lnTo>
                  <a:lnTo>
                    <a:pt x="55196" y="327334"/>
                  </a:lnTo>
                  <a:lnTo>
                    <a:pt x="61203" y="315154"/>
                  </a:lnTo>
                  <a:lnTo>
                    <a:pt x="68748" y="303862"/>
                  </a:lnTo>
                  <a:lnTo>
                    <a:pt x="77702" y="293651"/>
                  </a:lnTo>
                </a:path>
              </a:pathLst>
            </a:custGeom>
            <a:ln w="24933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1308611" y="4201040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1675676" y="3937797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1516254" y="4304862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1382024" y="4378275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1308611" y="4304862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1161785" y="4451688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1204789" y="4304862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1235198" y="4231449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1340212" y="3817355"/>
              <a:ext cx="0" cy="519108"/>
            </a:xfrm>
            <a:custGeom>
              <a:avLst/>
              <a:pathLst>
                <a:path w="0" h="519108">
                  <a:moveTo>
                    <a:pt x="0" y="519108"/>
                  </a:moveTo>
                  <a:lnTo>
                    <a:pt x="0" y="501207"/>
                  </a:lnTo>
                  <a:lnTo>
                    <a:pt x="0" y="483307"/>
                  </a:lnTo>
                  <a:lnTo>
                    <a:pt x="0" y="465407"/>
                  </a:lnTo>
                  <a:lnTo>
                    <a:pt x="0" y="447507"/>
                  </a:lnTo>
                  <a:lnTo>
                    <a:pt x="0" y="429606"/>
                  </a:lnTo>
                  <a:lnTo>
                    <a:pt x="0" y="411706"/>
                  </a:lnTo>
                  <a:lnTo>
                    <a:pt x="0" y="393806"/>
                  </a:lnTo>
                  <a:lnTo>
                    <a:pt x="0" y="375905"/>
                  </a:lnTo>
                  <a:lnTo>
                    <a:pt x="0" y="358005"/>
                  </a:lnTo>
                  <a:lnTo>
                    <a:pt x="0" y="340105"/>
                  </a:lnTo>
                  <a:lnTo>
                    <a:pt x="0" y="322205"/>
                  </a:lnTo>
                  <a:lnTo>
                    <a:pt x="0" y="304304"/>
                  </a:lnTo>
                  <a:lnTo>
                    <a:pt x="0" y="286404"/>
                  </a:lnTo>
                  <a:lnTo>
                    <a:pt x="0" y="268504"/>
                  </a:lnTo>
                  <a:lnTo>
                    <a:pt x="0" y="250603"/>
                  </a:lnTo>
                  <a:lnTo>
                    <a:pt x="0" y="232703"/>
                  </a:lnTo>
                  <a:lnTo>
                    <a:pt x="0" y="214803"/>
                  </a:lnTo>
                  <a:lnTo>
                    <a:pt x="0" y="196903"/>
                  </a:lnTo>
                  <a:lnTo>
                    <a:pt x="0" y="179002"/>
                  </a:lnTo>
                  <a:lnTo>
                    <a:pt x="0" y="161102"/>
                  </a:lnTo>
                  <a:lnTo>
                    <a:pt x="0" y="143202"/>
                  </a:lnTo>
                  <a:lnTo>
                    <a:pt x="0" y="125301"/>
                  </a:lnTo>
                  <a:lnTo>
                    <a:pt x="0" y="107401"/>
                  </a:lnTo>
                  <a:lnTo>
                    <a:pt x="0" y="89501"/>
                  </a:lnTo>
                  <a:lnTo>
                    <a:pt x="0" y="71601"/>
                  </a:lnTo>
                  <a:lnTo>
                    <a:pt x="0" y="53700"/>
                  </a:lnTo>
                  <a:lnTo>
                    <a:pt x="0" y="35800"/>
                  </a:lnTo>
                  <a:lnTo>
                    <a:pt x="0" y="1790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1340212" y="3969398"/>
              <a:ext cx="367064" cy="367064"/>
            </a:xfrm>
            <a:custGeom>
              <a:avLst/>
              <a:pathLst>
                <a:path w="367064" h="367064">
                  <a:moveTo>
                    <a:pt x="0" y="367064"/>
                  </a:moveTo>
                  <a:lnTo>
                    <a:pt x="12657" y="354407"/>
                  </a:lnTo>
                  <a:lnTo>
                    <a:pt x="25314" y="341750"/>
                  </a:lnTo>
                  <a:lnTo>
                    <a:pt x="37972" y="329092"/>
                  </a:lnTo>
                  <a:lnTo>
                    <a:pt x="50629" y="316435"/>
                  </a:lnTo>
                  <a:lnTo>
                    <a:pt x="63287" y="303777"/>
                  </a:lnTo>
                  <a:lnTo>
                    <a:pt x="75944" y="291120"/>
                  </a:lnTo>
                  <a:lnTo>
                    <a:pt x="88601" y="278463"/>
                  </a:lnTo>
                  <a:lnTo>
                    <a:pt x="101259" y="265805"/>
                  </a:lnTo>
                  <a:lnTo>
                    <a:pt x="113916" y="253148"/>
                  </a:lnTo>
                  <a:lnTo>
                    <a:pt x="126574" y="240490"/>
                  </a:lnTo>
                  <a:lnTo>
                    <a:pt x="139231" y="227833"/>
                  </a:lnTo>
                  <a:lnTo>
                    <a:pt x="151888" y="215175"/>
                  </a:lnTo>
                  <a:lnTo>
                    <a:pt x="164546" y="202518"/>
                  </a:lnTo>
                  <a:lnTo>
                    <a:pt x="177203" y="189861"/>
                  </a:lnTo>
                  <a:lnTo>
                    <a:pt x="189861" y="177203"/>
                  </a:lnTo>
                  <a:lnTo>
                    <a:pt x="202518" y="164546"/>
                  </a:lnTo>
                  <a:lnTo>
                    <a:pt x="215175" y="151888"/>
                  </a:lnTo>
                  <a:lnTo>
                    <a:pt x="227833" y="139231"/>
                  </a:lnTo>
                  <a:lnTo>
                    <a:pt x="240490" y="126574"/>
                  </a:lnTo>
                  <a:lnTo>
                    <a:pt x="253148" y="113916"/>
                  </a:lnTo>
                  <a:lnTo>
                    <a:pt x="265805" y="101259"/>
                  </a:lnTo>
                  <a:lnTo>
                    <a:pt x="278463" y="88601"/>
                  </a:lnTo>
                  <a:lnTo>
                    <a:pt x="291120" y="75944"/>
                  </a:lnTo>
                  <a:lnTo>
                    <a:pt x="303777" y="63287"/>
                  </a:lnTo>
                  <a:lnTo>
                    <a:pt x="316435" y="50629"/>
                  </a:lnTo>
                  <a:lnTo>
                    <a:pt x="329092" y="37972"/>
                  </a:lnTo>
                  <a:lnTo>
                    <a:pt x="341750" y="25314"/>
                  </a:lnTo>
                  <a:lnTo>
                    <a:pt x="354407" y="12657"/>
                  </a:lnTo>
                  <a:lnTo>
                    <a:pt x="367064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1340212" y="4336463"/>
              <a:ext cx="519108" cy="0"/>
            </a:xfrm>
            <a:custGeom>
              <a:avLst/>
              <a:pathLst>
                <a:path w="519108" h="0">
                  <a:moveTo>
                    <a:pt x="0" y="0"/>
                  </a:moveTo>
                  <a:lnTo>
                    <a:pt x="17900" y="0"/>
                  </a:lnTo>
                  <a:lnTo>
                    <a:pt x="35800" y="0"/>
                  </a:lnTo>
                  <a:lnTo>
                    <a:pt x="53700" y="0"/>
                  </a:lnTo>
                  <a:lnTo>
                    <a:pt x="71601" y="0"/>
                  </a:lnTo>
                  <a:lnTo>
                    <a:pt x="89501" y="0"/>
                  </a:lnTo>
                  <a:lnTo>
                    <a:pt x="107401" y="0"/>
                  </a:lnTo>
                  <a:lnTo>
                    <a:pt x="125301" y="0"/>
                  </a:lnTo>
                  <a:lnTo>
                    <a:pt x="143202" y="0"/>
                  </a:lnTo>
                  <a:lnTo>
                    <a:pt x="161102" y="0"/>
                  </a:lnTo>
                  <a:lnTo>
                    <a:pt x="179002" y="0"/>
                  </a:lnTo>
                  <a:lnTo>
                    <a:pt x="196903" y="0"/>
                  </a:lnTo>
                  <a:lnTo>
                    <a:pt x="214803" y="0"/>
                  </a:lnTo>
                  <a:lnTo>
                    <a:pt x="232703" y="0"/>
                  </a:lnTo>
                  <a:lnTo>
                    <a:pt x="250603" y="0"/>
                  </a:lnTo>
                  <a:lnTo>
                    <a:pt x="268504" y="0"/>
                  </a:lnTo>
                  <a:lnTo>
                    <a:pt x="286404" y="0"/>
                  </a:lnTo>
                  <a:lnTo>
                    <a:pt x="304304" y="0"/>
                  </a:lnTo>
                  <a:lnTo>
                    <a:pt x="322205" y="0"/>
                  </a:lnTo>
                  <a:lnTo>
                    <a:pt x="340105" y="0"/>
                  </a:lnTo>
                  <a:lnTo>
                    <a:pt x="358005" y="0"/>
                  </a:lnTo>
                  <a:lnTo>
                    <a:pt x="375905" y="0"/>
                  </a:lnTo>
                  <a:lnTo>
                    <a:pt x="393806" y="0"/>
                  </a:lnTo>
                  <a:lnTo>
                    <a:pt x="411706" y="0"/>
                  </a:lnTo>
                  <a:lnTo>
                    <a:pt x="429606" y="0"/>
                  </a:lnTo>
                  <a:lnTo>
                    <a:pt x="447507" y="0"/>
                  </a:lnTo>
                  <a:lnTo>
                    <a:pt x="465407" y="0"/>
                  </a:lnTo>
                  <a:lnTo>
                    <a:pt x="483307" y="0"/>
                  </a:lnTo>
                  <a:lnTo>
                    <a:pt x="501207" y="0"/>
                  </a:lnTo>
                  <a:lnTo>
                    <a:pt x="519108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1340212" y="4336463"/>
              <a:ext cx="367064" cy="367064"/>
            </a:xfrm>
            <a:custGeom>
              <a:avLst/>
              <a:pathLst>
                <a:path w="367064" h="367064">
                  <a:moveTo>
                    <a:pt x="0" y="0"/>
                  </a:moveTo>
                  <a:lnTo>
                    <a:pt x="12657" y="12657"/>
                  </a:lnTo>
                  <a:lnTo>
                    <a:pt x="25314" y="25314"/>
                  </a:lnTo>
                  <a:lnTo>
                    <a:pt x="37972" y="37972"/>
                  </a:lnTo>
                  <a:lnTo>
                    <a:pt x="50629" y="50629"/>
                  </a:lnTo>
                  <a:lnTo>
                    <a:pt x="63287" y="63287"/>
                  </a:lnTo>
                  <a:lnTo>
                    <a:pt x="75944" y="75944"/>
                  </a:lnTo>
                  <a:lnTo>
                    <a:pt x="88601" y="88601"/>
                  </a:lnTo>
                  <a:lnTo>
                    <a:pt x="101259" y="101259"/>
                  </a:lnTo>
                  <a:lnTo>
                    <a:pt x="113916" y="113916"/>
                  </a:lnTo>
                  <a:lnTo>
                    <a:pt x="126574" y="126574"/>
                  </a:lnTo>
                  <a:lnTo>
                    <a:pt x="139231" y="139231"/>
                  </a:lnTo>
                  <a:lnTo>
                    <a:pt x="151888" y="151888"/>
                  </a:lnTo>
                  <a:lnTo>
                    <a:pt x="164546" y="164546"/>
                  </a:lnTo>
                  <a:lnTo>
                    <a:pt x="177203" y="177203"/>
                  </a:lnTo>
                  <a:lnTo>
                    <a:pt x="189861" y="189861"/>
                  </a:lnTo>
                  <a:lnTo>
                    <a:pt x="202518" y="202518"/>
                  </a:lnTo>
                  <a:lnTo>
                    <a:pt x="215175" y="215175"/>
                  </a:lnTo>
                  <a:lnTo>
                    <a:pt x="227833" y="227833"/>
                  </a:lnTo>
                  <a:lnTo>
                    <a:pt x="240490" y="240490"/>
                  </a:lnTo>
                  <a:lnTo>
                    <a:pt x="253148" y="253148"/>
                  </a:lnTo>
                  <a:lnTo>
                    <a:pt x="265805" y="265805"/>
                  </a:lnTo>
                  <a:lnTo>
                    <a:pt x="278463" y="278463"/>
                  </a:lnTo>
                  <a:lnTo>
                    <a:pt x="291120" y="291120"/>
                  </a:lnTo>
                  <a:lnTo>
                    <a:pt x="303777" y="303777"/>
                  </a:lnTo>
                  <a:lnTo>
                    <a:pt x="316435" y="316435"/>
                  </a:lnTo>
                  <a:lnTo>
                    <a:pt x="329092" y="329092"/>
                  </a:lnTo>
                  <a:lnTo>
                    <a:pt x="341750" y="341750"/>
                  </a:lnTo>
                  <a:lnTo>
                    <a:pt x="354407" y="354407"/>
                  </a:lnTo>
                  <a:lnTo>
                    <a:pt x="367064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1340212" y="4336463"/>
              <a:ext cx="0" cy="519108"/>
            </a:xfrm>
            <a:custGeom>
              <a:avLst/>
              <a:pathLst>
                <a:path w="0" h="519108">
                  <a:moveTo>
                    <a:pt x="0" y="0"/>
                  </a:moveTo>
                  <a:lnTo>
                    <a:pt x="0" y="17900"/>
                  </a:lnTo>
                  <a:lnTo>
                    <a:pt x="0" y="35800"/>
                  </a:lnTo>
                  <a:lnTo>
                    <a:pt x="0" y="53700"/>
                  </a:lnTo>
                  <a:lnTo>
                    <a:pt x="0" y="71601"/>
                  </a:lnTo>
                  <a:lnTo>
                    <a:pt x="0" y="89501"/>
                  </a:lnTo>
                  <a:lnTo>
                    <a:pt x="0" y="107401"/>
                  </a:lnTo>
                  <a:lnTo>
                    <a:pt x="0" y="125301"/>
                  </a:lnTo>
                  <a:lnTo>
                    <a:pt x="0" y="143202"/>
                  </a:lnTo>
                  <a:lnTo>
                    <a:pt x="0" y="161102"/>
                  </a:lnTo>
                  <a:lnTo>
                    <a:pt x="0" y="179002"/>
                  </a:lnTo>
                  <a:lnTo>
                    <a:pt x="0" y="196903"/>
                  </a:lnTo>
                  <a:lnTo>
                    <a:pt x="0" y="214803"/>
                  </a:lnTo>
                  <a:lnTo>
                    <a:pt x="0" y="232703"/>
                  </a:lnTo>
                  <a:lnTo>
                    <a:pt x="0" y="250603"/>
                  </a:lnTo>
                  <a:lnTo>
                    <a:pt x="0" y="268504"/>
                  </a:lnTo>
                  <a:lnTo>
                    <a:pt x="0" y="286404"/>
                  </a:lnTo>
                  <a:lnTo>
                    <a:pt x="0" y="304304"/>
                  </a:lnTo>
                  <a:lnTo>
                    <a:pt x="0" y="322205"/>
                  </a:lnTo>
                  <a:lnTo>
                    <a:pt x="0" y="340105"/>
                  </a:lnTo>
                  <a:lnTo>
                    <a:pt x="0" y="358005"/>
                  </a:lnTo>
                  <a:lnTo>
                    <a:pt x="0" y="375905"/>
                  </a:lnTo>
                  <a:lnTo>
                    <a:pt x="0" y="393806"/>
                  </a:lnTo>
                  <a:lnTo>
                    <a:pt x="0" y="411706"/>
                  </a:lnTo>
                  <a:lnTo>
                    <a:pt x="0" y="429606"/>
                  </a:lnTo>
                  <a:lnTo>
                    <a:pt x="0" y="447507"/>
                  </a:lnTo>
                  <a:lnTo>
                    <a:pt x="0" y="465407"/>
                  </a:lnTo>
                  <a:lnTo>
                    <a:pt x="0" y="483307"/>
                  </a:lnTo>
                  <a:lnTo>
                    <a:pt x="0" y="501207"/>
                  </a:lnTo>
                  <a:lnTo>
                    <a:pt x="0" y="519108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973147" y="4336463"/>
              <a:ext cx="367064" cy="367064"/>
            </a:xfrm>
            <a:custGeom>
              <a:avLst/>
              <a:pathLst>
                <a:path w="367064" h="367064">
                  <a:moveTo>
                    <a:pt x="367064" y="0"/>
                  </a:moveTo>
                  <a:lnTo>
                    <a:pt x="354407" y="12657"/>
                  </a:lnTo>
                  <a:lnTo>
                    <a:pt x="341750" y="25314"/>
                  </a:lnTo>
                  <a:lnTo>
                    <a:pt x="329092" y="37972"/>
                  </a:lnTo>
                  <a:lnTo>
                    <a:pt x="316435" y="50629"/>
                  </a:lnTo>
                  <a:lnTo>
                    <a:pt x="303777" y="63287"/>
                  </a:lnTo>
                  <a:lnTo>
                    <a:pt x="291120" y="75944"/>
                  </a:lnTo>
                  <a:lnTo>
                    <a:pt x="278463" y="88601"/>
                  </a:lnTo>
                  <a:lnTo>
                    <a:pt x="265805" y="101259"/>
                  </a:lnTo>
                  <a:lnTo>
                    <a:pt x="253148" y="113916"/>
                  </a:lnTo>
                  <a:lnTo>
                    <a:pt x="240490" y="126574"/>
                  </a:lnTo>
                  <a:lnTo>
                    <a:pt x="227833" y="139231"/>
                  </a:lnTo>
                  <a:lnTo>
                    <a:pt x="215175" y="151888"/>
                  </a:lnTo>
                  <a:lnTo>
                    <a:pt x="202518" y="164546"/>
                  </a:lnTo>
                  <a:lnTo>
                    <a:pt x="189861" y="177203"/>
                  </a:lnTo>
                  <a:lnTo>
                    <a:pt x="177203" y="189861"/>
                  </a:lnTo>
                  <a:lnTo>
                    <a:pt x="164546" y="202518"/>
                  </a:lnTo>
                  <a:lnTo>
                    <a:pt x="151888" y="215175"/>
                  </a:lnTo>
                  <a:lnTo>
                    <a:pt x="139231" y="227833"/>
                  </a:lnTo>
                  <a:lnTo>
                    <a:pt x="126574" y="240490"/>
                  </a:lnTo>
                  <a:lnTo>
                    <a:pt x="113916" y="253148"/>
                  </a:lnTo>
                  <a:lnTo>
                    <a:pt x="101259" y="265805"/>
                  </a:lnTo>
                  <a:lnTo>
                    <a:pt x="88601" y="278463"/>
                  </a:lnTo>
                  <a:lnTo>
                    <a:pt x="75944" y="291120"/>
                  </a:lnTo>
                  <a:lnTo>
                    <a:pt x="63287" y="303777"/>
                  </a:lnTo>
                  <a:lnTo>
                    <a:pt x="50629" y="316435"/>
                  </a:lnTo>
                  <a:lnTo>
                    <a:pt x="37972" y="329092"/>
                  </a:lnTo>
                  <a:lnTo>
                    <a:pt x="25314" y="341750"/>
                  </a:lnTo>
                  <a:lnTo>
                    <a:pt x="12657" y="354407"/>
                  </a:lnTo>
                  <a:lnTo>
                    <a:pt x="0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821104" y="4336463"/>
              <a:ext cx="519108" cy="0"/>
            </a:xfrm>
            <a:custGeom>
              <a:avLst/>
              <a:pathLst>
                <a:path w="519108" h="0">
                  <a:moveTo>
                    <a:pt x="519108" y="0"/>
                  </a:moveTo>
                  <a:lnTo>
                    <a:pt x="501207" y="0"/>
                  </a:lnTo>
                  <a:lnTo>
                    <a:pt x="483307" y="0"/>
                  </a:lnTo>
                  <a:lnTo>
                    <a:pt x="465407" y="0"/>
                  </a:lnTo>
                  <a:lnTo>
                    <a:pt x="447507" y="0"/>
                  </a:lnTo>
                  <a:lnTo>
                    <a:pt x="429606" y="0"/>
                  </a:lnTo>
                  <a:lnTo>
                    <a:pt x="411706" y="0"/>
                  </a:lnTo>
                  <a:lnTo>
                    <a:pt x="393806" y="0"/>
                  </a:lnTo>
                  <a:lnTo>
                    <a:pt x="375905" y="0"/>
                  </a:lnTo>
                  <a:lnTo>
                    <a:pt x="358005" y="0"/>
                  </a:lnTo>
                  <a:lnTo>
                    <a:pt x="340105" y="0"/>
                  </a:lnTo>
                  <a:lnTo>
                    <a:pt x="322205" y="0"/>
                  </a:lnTo>
                  <a:lnTo>
                    <a:pt x="304304" y="0"/>
                  </a:lnTo>
                  <a:lnTo>
                    <a:pt x="286404" y="0"/>
                  </a:lnTo>
                  <a:lnTo>
                    <a:pt x="268504" y="0"/>
                  </a:lnTo>
                  <a:lnTo>
                    <a:pt x="250603" y="0"/>
                  </a:lnTo>
                  <a:lnTo>
                    <a:pt x="232703" y="0"/>
                  </a:lnTo>
                  <a:lnTo>
                    <a:pt x="214803" y="0"/>
                  </a:lnTo>
                  <a:lnTo>
                    <a:pt x="196903" y="0"/>
                  </a:lnTo>
                  <a:lnTo>
                    <a:pt x="179002" y="0"/>
                  </a:lnTo>
                  <a:lnTo>
                    <a:pt x="161102" y="0"/>
                  </a:lnTo>
                  <a:lnTo>
                    <a:pt x="143202" y="0"/>
                  </a:lnTo>
                  <a:lnTo>
                    <a:pt x="125301" y="0"/>
                  </a:lnTo>
                  <a:lnTo>
                    <a:pt x="107401" y="0"/>
                  </a:lnTo>
                  <a:lnTo>
                    <a:pt x="89501" y="0"/>
                  </a:lnTo>
                  <a:lnTo>
                    <a:pt x="71601" y="0"/>
                  </a:lnTo>
                  <a:lnTo>
                    <a:pt x="53700" y="0"/>
                  </a:lnTo>
                  <a:lnTo>
                    <a:pt x="35800" y="0"/>
                  </a:lnTo>
                  <a:lnTo>
                    <a:pt x="17900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973147" y="3969398"/>
              <a:ext cx="367064" cy="367064"/>
            </a:xfrm>
            <a:custGeom>
              <a:avLst/>
              <a:pathLst>
                <a:path w="367064" h="367064">
                  <a:moveTo>
                    <a:pt x="367064" y="367064"/>
                  </a:moveTo>
                  <a:lnTo>
                    <a:pt x="354407" y="354407"/>
                  </a:lnTo>
                  <a:lnTo>
                    <a:pt x="341750" y="341750"/>
                  </a:lnTo>
                  <a:lnTo>
                    <a:pt x="329092" y="329092"/>
                  </a:lnTo>
                  <a:lnTo>
                    <a:pt x="316435" y="316435"/>
                  </a:lnTo>
                  <a:lnTo>
                    <a:pt x="303777" y="303777"/>
                  </a:lnTo>
                  <a:lnTo>
                    <a:pt x="291120" y="291120"/>
                  </a:lnTo>
                  <a:lnTo>
                    <a:pt x="278463" y="278463"/>
                  </a:lnTo>
                  <a:lnTo>
                    <a:pt x="265805" y="265805"/>
                  </a:lnTo>
                  <a:lnTo>
                    <a:pt x="253148" y="253148"/>
                  </a:lnTo>
                  <a:lnTo>
                    <a:pt x="240490" y="240490"/>
                  </a:lnTo>
                  <a:lnTo>
                    <a:pt x="227833" y="227833"/>
                  </a:lnTo>
                  <a:lnTo>
                    <a:pt x="215175" y="215175"/>
                  </a:lnTo>
                  <a:lnTo>
                    <a:pt x="202518" y="202518"/>
                  </a:lnTo>
                  <a:lnTo>
                    <a:pt x="189861" y="189861"/>
                  </a:lnTo>
                  <a:lnTo>
                    <a:pt x="177203" y="177203"/>
                  </a:lnTo>
                  <a:lnTo>
                    <a:pt x="164546" y="164546"/>
                  </a:lnTo>
                  <a:lnTo>
                    <a:pt x="151888" y="151888"/>
                  </a:lnTo>
                  <a:lnTo>
                    <a:pt x="139231" y="139231"/>
                  </a:lnTo>
                  <a:lnTo>
                    <a:pt x="126574" y="126574"/>
                  </a:lnTo>
                  <a:lnTo>
                    <a:pt x="113916" y="113916"/>
                  </a:lnTo>
                  <a:lnTo>
                    <a:pt x="101259" y="101259"/>
                  </a:lnTo>
                  <a:lnTo>
                    <a:pt x="88601" y="88601"/>
                  </a:lnTo>
                  <a:lnTo>
                    <a:pt x="75944" y="75944"/>
                  </a:lnTo>
                  <a:lnTo>
                    <a:pt x="63287" y="63287"/>
                  </a:lnTo>
                  <a:lnTo>
                    <a:pt x="50629" y="50629"/>
                  </a:lnTo>
                  <a:lnTo>
                    <a:pt x="37972" y="37972"/>
                  </a:lnTo>
                  <a:lnTo>
                    <a:pt x="25314" y="25314"/>
                  </a:lnTo>
                  <a:lnTo>
                    <a:pt x="12657" y="1265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tx400"/>
            <p:cNvSpPr/>
            <p:nvPr/>
          </p:nvSpPr>
          <p:spPr>
            <a:xfrm>
              <a:off x="1208173" y="371378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01" name="tx401"/>
            <p:cNvSpPr/>
            <p:nvPr/>
          </p:nvSpPr>
          <p:spPr>
            <a:xfrm>
              <a:off x="1519028" y="388483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02" name="tx402"/>
            <p:cNvSpPr/>
            <p:nvPr/>
          </p:nvSpPr>
          <p:spPr>
            <a:xfrm>
              <a:off x="1816127" y="4297784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03" name="tx403"/>
            <p:cNvSpPr/>
            <p:nvPr/>
          </p:nvSpPr>
          <p:spPr>
            <a:xfrm>
              <a:off x="1509930" y="4710732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04" name="tx404"/>
            <p:cNvSpPr/>
            <p:nvPr/>
          </p:nvSpPr>
          <p:spPr>
            <a:xfrm>
              <a:off x="1199074" y="488178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05" name="tx405"/>
            <p:cNvSpPr/>
            <p:nvPr/>
          </p:nvSpPr>
          <p:spPr>
            <a:xfrm>
              <a:off x="675072" y="4710732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06" name="tx406"/>
            <p:cNvSpPr/>
            <p:nvPr/>
          </p:nvSpPr>
          <p:spPr>
            <a:xfrm>
              <a:off x="634143" y="4297784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07" name="tx407"/>
            <p:cNvSpPr/>
            <p:nvPr/>
          </p:nvSpPr>
          <p:spPr>
            <a:xfrm>
              <a:off x="684171" y="388483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08" name="tx408"/>
            <p:cNvSpPr/>
            <p:nvPr/>
          </p:nvSpPr>
          <p:spPr>
            <a:xfrm>
              <a:off x="450754" y="4045088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09" name="tx409"/>
            <p:cNvSpPr/>
            <p:nvPr/>
          </p:nvSpPr>
          <p:spPr>
            <a:xfrm>
              <a:off x="401285" y="378553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10" name="rc410"/>
            <p:cNvSpPr/>
            <p:nvPr/>
          </p:nvSpPr>
          <p:spPr>
            <a:xfrm>
              <a:off x="2320794" y="3429000"/>
              <a:ext cx="2251205" cy="22062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11" name="rc411"/>
            <p:cNvSpPr/>
            <p:nvPr/>
          </p:nvSpPr>
          <p:spPr>
            <a:xfrm>
              <a:off x="2320794" y="3649620"/>
              <a:ext cx="2251205" cy="14590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" name="rc412"/>
            <p:cNvSpPr/>
            <p:nvPr/>
          </p:nvSpPr>
          <p:spPr>
            <a:xfrm>
              <a:off x="2648793" y="3429000"/>
              <a:ext cx="1885248" cy="22062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3" name="tx413"/>
            <p:cNvSpPr/>
            <p:nvPr/>
          </p:nvSpPr>
          <p:spPr>
            <a:xfrm>
              <a:off x="3187618" y="3458748"/>
              <a:ext cx="80759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Cuculiformes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2992668" y="3555523"/>
              <a:ext cx="1197498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11, species = 5</a:t>
              </a:r>
            </a:p>
          </p:txBody>
        </p:sp>
        <p:sp>
          <p:nvSpPr>
            <p:cNvPr id="415" name="rc415"/>
            <p:cNvSpPr/>
            <p:nvPr/>
          </p:nvSpPr>
          <p:spPr>
            <a:xfrm>
              <a:off x="2942532" y="3687578"/>
              <a:ext cx="1297770" cy="1297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3591417" y="3752467"/>
              <a:ext cx="0" cy="583996"/>
            </a:xfrm>
            <a:custGeom>
              <a:avLst/>
              <a:pathLst>
                <a:path w="0" h="583996">
                  <a:moveTo>
                    <a:pt x="0" y="583996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7" name="pl417"/>
            <p:cNvSpPr/>
            <p:nvPr/>
          </p:nvSpPr>
          <p:spPr>
            <a:xfrm>
              <a:off x="3591417" y="3923515"/>
              <a:ext cx="412948" cy="412948"/>
            </a:xfrm>
            <a:custGeom>
              <a:avLst/>
              <a:pathLst>
                <a:path w="412948" h="412948">
                  <a:moveTo>
                    <a:pt x="0" y="412948"/>
                  </a:moveTo>
                  <a:lnTo>
                    <a:pt x="41294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3591417" y="4336463"/>
              <a:ext cx="583996" cy="0"/>
            </a:xfrm>
            <a:custGeom>
              <a:avLst/>
              <a:pathLst>
                <a:path w="583996" h="0">
                  <a:moveTo>
                    <a:pt x="0" y="0"/>
                  </a:moveTo>
                  <a:lnTo>
                    <a:pt x="583996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3591417" y="4336463"/>
              <a:ext cx="412948" cy="412948"/>
            </a:xfrm>
            <a:custGeom>
              <a:avLst/>
              <a:pathLst>
                <a:path w="412948" h="412948">
                  <a:moveTo>
                    <a:pt x="0" y="0"/>
                  </a:moveTo>
                  <a:lnTo>
                    <a:pt x="412948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3591417" y="4336463"/>
              <a:ext cx="0" cy="583996"/>
            </a:xfrm>
            <a:custGeom>
              <a:avLst/>
              <a:pathLst>
                <a:path w="0" h="583996">
                  <a:moveTo>
                    <a:pt x="0" y="0"/>
                  </a:moveTo>
                  <a:lnTo>
                    <a:pt x="0" y="583996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3178469" y="4336463"/>
              <a:ext cx="412948" cy="412948"/>
            </a:xfrm>
            <a:custGeom>
              <a:avLst/>
              <a:pathLst>
                <a:path w="412948" h="412948">
                  <a:moveTo>
                    <a:pt x="412948" y="0"/>
                  </a:moveTo>
                  <a:lnTo>
                    <a:pt x="0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22" name="pl422"/>
            <p:cNvSpPr/>
            <p:nvPr/>
          </p:nvSpPr>
          <p:spPr>
            <a:xfrm>
              <a:off x="3007421" y="4336463"/>
              <a:ext cx="583996" cy="0"/>
            </a:xfrm>
            <a:custGeom>
              <a:avLst/>
              <a:pathLst>
                <a:path w="583996" h="0">
                  <a:moveTo>
                    <a:pt x="583996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23" name="pl423"/>
            <p:cNvSpPr/>
            <p:nvPr/>
          </p:nvSpPr>
          <p:spPr>
            <a:xfrm>
              <a:off x="3178469" y="3923515"/>
              <a:ext cx="412948" cy="412948"/>
            </a:xfrm>
            <a:custGeom>
              <a:avLst/>
              <a:pathLst>
                <a:path w="412948" h="412948">
                  <a:moveTo>
                    <a:pt x="412948" y="41294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24" name="pl424"/>
            <p:cNvSpPr/>
            <p:nvPr/>
          </p:nvSpPr>
          <p:spPr>
            <a:xfrm>
              <a:off x="3331896" y="4076909"/>
              <a:ext cx="519042" cy="518977"/>
            </a:xfrm>
            <a:custGeom>
              <a:avLst/>
              <a:pathLst>
                <a:path w="519042" h="518977">
                  <a:moveTo>
                    <a:pt x="259521" y="0"/>
                  </a:moveTo>
                  <a:lnTo>
                    <a:pt x="275983" y="522"/>
                  </a:lnTo>
                  <a:lnTo>
                    <a:pt x="292379" y="2088"/>
                  </a:lnTo>
                  <a:lnTo>
                    <a:pt x="308642" y="4690"/>
                  </a:lnTo>
                  <a:lnTo>
                    <a:pt x="324707" y="8319"/>
                  </a:lnTo>
                  <a:lnTo>
                    <a:pt x="340510" y="12959"/>
                  </a:lnTo>
                  <a:lnTo>
                    <a:pt x="355987" y="18592"/>
                  </a:lnTo>
                  <a:lnTo>
                    <a:pt x="371076" y="25195"/>
                  </a:lnTo>
                  <a:lnTo>
                    <a:pt x="385715" y="32742"/>
                  </a:lnTo>
                  <a:lnTo>
                    <a:pt x="399846" y="41203"/>
                  </a:lnTo>
                  <a:lnTo>
                    <a:pt x="413413" y="50542"/>
                  </a:lnTo>
                  <a:lnTo>
                    <a:pt x="426359" y="60724"/>
                  </a:lnTo>
                  <a:lnTo>
                    <a:pt x="438634" y="71705"/>
                  </a:lnTo>
                  <a:lnTo>
                    <a:pt x="450187" y="83444"/>
                  </a:lnTo>
                  <a:lnTo>
                    <a:pt x="460973" y="95891"/>
                  </a:lnTo>
                  <a:lnTo>
                    <a:pt x="470947" y="108997"/>
                  </a:lnTo>
                  <a:lnTo>
                    <a:pt x="480071" y="122710"/>
                  </a:lnTo>
                  <a:lnTo>
                    <a:pt x="488306" y="136974"/>
                  </a:lnTo>
                  <a:lnTo>
                    <a:pt x="495620" y="151731"/>
                  </a:lnTo>
                  <a:lnTo>
                    <a:pt x="501983" y="166922"/>
                  </a:lnTo>
                  <a:lnTo>
                    <a:pt x="507370" y="182487"/>
                  </a:lnTo>
                  <a:lnTo>
                    <a:pt x="511759" y="198361"/>
                  </a:lnTo>
                  <a:lnTo>
                    <a:pt x="515132" y="214483"/>
                  </a:lnTo>
                  <a:lnTo>
                    <a:pt x="517476" y="230785"/>
                  </a:lnTo>
                  <a:lnTo>
                    <a:pt x="518781" y="247204"/>
                  </a:lnTo>
                  <a:lnTo>
                    <a:pt x="519042" y="263672"/>
                  </a:lnTo>
                  <a:lnTo>
                    <a:pt x="518259" y="280123"/>
                  </a:lnTo>
                  <a:lnTo>
                    <a:pt x="516433" y="296492"/>
                  </a:lnTo>
                  <a:lnTo>
                    <a:pt x="513573" y="312712"/>
                  </a:lnTo>
                  <a:lnTo>
                    <a:pt x="509690" y="328718"/>
                  </a:lnTo>
                  <a:lnTo>
                    <a:pt x="504800" y="344445"/>
                  </a:lnTo>
                  <a:lnTo>
                    <a:pt x="498922" y="359831"/>
                  </a:lnTo>
                  <a:lnTo>
                    <a:pt x="492080" y="374813"/>
                  </a:lnTo>
                  <a:lnTo>
                    <a:pt x="484301" y="389331"/>
                  </a:lnTo>
                  <a:lnTo>
                    <a:pt x="475618" y="403326"/>
                  </a:lnTo>
                  <a:lnTo>
                    <a:pt x="466064" y="416742"/>
                  </a:lnTo>
                  <a:lnTo>
                    <a:pt x="455679" y="429525"/>
                  </a:lnTo>
                  <a:lnTo>
                    <a:pt x="444504" y="441624"/>
                  </a:lnTo>
                  <a:lnTo>
                    <a:pt x="432584" y="452990"/>
                  </a:lnTo>
                  <a:lnTo>
                    <a:pt x="419967" y="463577"/>
                  </a:lnTo>
                  <a:lnTo>
                    <a:pt x="406704" y="473342"/>
                  </a:lnTo>
                  <a:lnTo>
                    <a:pt x="392848" y="482247"/>
                  </a:lnTo>
                  <a:lnTo>
                    <a:pt x="378455" y="490254"/>
                  </a:lnTo>
                  <a:lnTo>
                    <a:pt x="363584" y="497333"/>
                  </a:lnTo>
                  <a:lnTo>
                    <a:pt x="348294" y="503455"/>
                  </a:lnTo>
                  <a:lnTo>
                    <a:pt x="332646" y="508594"/>
                  </a:lnTo>
                  <a:lnTo>
                    <a:pt x="316703" y="512730"/>
                  </a:lnTo>
                  <a:lnTo>
                    <a:pt x="300531" y="515847"/>
                  </a:lnTo>
                  <a:lnTo>
                    <a:pt x="284193" y="517932"/>
                  </a:lnTo>
                  <a:lnTo>
                    <a:pt x="267756" y="518977"/>
                  </a:lnTo>
                  <a:lnTo>
                    <a:pt x="251286" y="518977"/>
                  </a:lnTo>
                  <a:lnTo>
                    <a:pt x="234849" y="517932"/>
                  </a:lnTo>
                  <a:lnTo>
                    <a:pt x="218511" y="515847"/>
                  </a:lnTo>
                  <a:lnTo>
                    <a:pt x="202338" y="512730"/>
                  </a:lnTo>
                  <a:lnTo>
                    <a:pt x="186396" y="508594"/>
                  </a:lnTo>
                  <a:lnTo>
                    <a:pt x="170748" y="503455"/>
                  </a:lnTo>
                  <a:lnTo>
                    <a:pt x="155458" y="497333"/>
                  </a:lnTo>
                  <a:lnTo>
                    <a:pt x="140586" y="490254"/>
                  </a:lnTo>
                  <a:lnTo>
                    <a:pt x="126194" y="482247"/>
                  </a:lnTo>
                  <a:lnTo>
                    <a:pt x="112338" y="473342"/>
                  </a:lnTo>
                  <a:lnTo>
                    <a:pt x="99075" y="463577"/>
                  </a:lnTo>
                  <a:lnTo>
                    <a:pt x="86458" y="452990"/>
                  </a:lnTo>
                  <a:lnTo>
                    <a:pt x="74538" y="441624"/>
                  </a:lnTo>
                  <a:lnTo>
                    <a:pt x="63363" y="429525"/>
                  </a:lnTo>
                  <a:lnTo>
                    <a:pt x="52978" y="416742"/>
                  </a:lnTo>
                  <a:lnTo>
                    <a:pt x="43424" y="403326"/>
                  </a:lnTo>
                  <a:lnTo>
                    <a:pt x="34740" y="389331"/>
                  </a:lnTo>
                  <a:lnTo>
                    <a:pt x="26962" y="374813"/>
                  </a:lnTo>
                  <a:lnTo>
                    <a:pt x="20120" y="359831"/>
                  </a:lnTo>
                  <a:lnTo>
                    <a:pt x="14242" y="344445"/>
                  </a:lnTo>
                  <a:lnTo>
                    <a:pt x="9352" y="328718"/>
                  </a:lnTo>
                  <a:lnTo>
                    <a:pt x="5469" y="312712"/>
                  </a:lnTo>
                  <a:lnTo>
                    <a:pt x="2609" y="296492"/>
                  </a:lnTo>
                  <a:lnTo>
                    <a:pt x="783" y="280123"/>
                  </a:lnTo>
                  <a:lnTo>
                    <a:pt x="0" y="263672"/>
                  </a:lnTo>
                  <a:lnTo>
                    <a:pt x="261" y="247204"/>
                  </a:lnTo>
                  <a:lnTo>
                    <a:pt x="1566" y="230785"/>
                  </a:lnTo>
                  <a:lnTo>
                    <a:pt x="3910" y="214483"/>
                  </a:lnTo>
                  <a:lnTo>
                    <a:pt x="7283" y="198361"/>
                  </a:lnTo>
                  <a:lnTo>
                    <a:pt x="11672" y="182487"/>
                  </a:lnTo>
                  <a:lnTo>
                    <a:pt x="17059" y="166922"/>
                  </a:lnTo>
                  <a:lnTo>
                    <a:pt x="23422" y="151731"/>
                  </a:lnTo>
                  <a:lnTo>
                    <a:pt x="30736" y="136974"/>
                  </a:lnTo>
                  <a:lnTo>
                    <a:pt x="38971" y="122710"/>
                  </a:lnTo>
                  <a:lnTo>
                    <a:pt x="48094" y="108997"/>
                  </a:lnTo>
                  <a:lnTo>
                    <a:pt x="58069" y="95891"/>
                  </a:lnTo>
                  <a:lnTo>
                    <a:pt x="68855" y="83444"/>
                  </a:lnTo>
                  <a:lnTo>
                    <a:pt x="80408" y="71705"/>
                  </a:lnTo>
                  <a:lnTo>
                    <a:pt x="92683" y="60724"/>
                  </a:lnTo>
                  <a:lnTo>
                    <a:pt x="105629" y="50542"/>
                  </a:lnTo>
                  <a:lnTo>
                    <a:pt x="119195" y="41203"/>
                  </a:lnTo>
                  <a:lnTo>
                    <a:pt x="133327" y="32742"/>
                  </a:lnTo>
                  <a:lnTo>
                    <a:pt x="147966" y="25195"/>
                  </a:lnTo>
                  <a:lnTo>
                    <a:pt x="163054" y="18592"/>
                  </a:lnTo>
                  <a:lnTo>
                    <a:pt x="178531" y="12959"/>
                  </a:lnTo>
                  <a:lnTo>
                    <a:pt x="194334" y="8319"/>
                  </a:lnTo>
                  <a:lnTo>
                    <a:pt x="210400" y="4690"/>
                  </a:lnTo>
                  <a:lnTo>
                    <a:pt x="226663" y="2088"/>
                  </a:lnTo>
                  <a:lnTo>
                    <a:pt x="243059" y="522"/>
                  </a:lnTo>
                  <a:lnTo>
                    <a:pt x="25952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3072375" y="3817355"/>
              <a:ext cx="1038085" cy="1037955"/>
            </a:xfrm>
            <a:custGeom>
              <a:avLst/>
              <a:pathLst>
                <a:path w="1038085" h="1037955">
                  <a:moveTo>
                    <a:pt x="519042" y="0"/>
                  </a:moveTo>
                  <a:lnTo>
                    <a:pt x="551966" y="1045"/>
                  </a:lnTo>
                  <a:lnTo>
                    <a:pt x="584758" y="4176"/>
                  </a:lnTo>
                  <a:lnTo>
                    <a:pt x="617284" y="9380"/>
                  </a:lnTo>
                  <a:lnTo>
                    <a:pt x="649415" y="16638"/>
                  </a:lnTo>
                  <a:lnTo>
                    <a:pt x="681021" y="25918"/>
                  </a:lnTo>
                  <a:lnTo>
                    <a:pt x="711975" y="37184"/>
                  </a:lnTo>
                  <a:lnTo>
                    <a:pt x="742152" y="50391"/>
                  </a:lnTo>
                  <a:lnTo>
                    <a:pt x="771431" y="65485"/>
                  </a:lnTo>
                  <a:lnTo>
                    <a:pt x="799693" y="82406"/>
                  </a:lnTo>
                  <a:lnTo>
                    <a:pt x="826826" y="101085"/>
                  </a:lnTo>
                  <a:lnTo>
                    <a:pt x="852719" y="121448"/>
                  </a:lnTo>
                  <a:lnTo>
                    <a:pt x="877268" y="143411"/>
                  </a:lnTo>
                  <a:lnTo>
                    <a:pt x="900375" y="166888"/>
                  </a:lnTo>
                  <a:lnTo>
                    <a:pt x="921946" y="191783"/>
                  </a:lnTo>
                  <a:lnTo>
                    <a:pt x="941895" y="217995"/>
                  </a:lnTo>
                  <a:lnTo>
                    <a:pt x="960142" y="245421"/>
                  </a:lnTo>
                  <a:lnTo>
                    <a:pt x="976612" y="273948"/>
                  </a:lnTo>
                  <a:lnTo>
                    <a:pt x="991240" y="303462"/>
                  </a:lnTo>
                  <a:lnTo>
                    <a:pt x="1003966" y="333845"/>
                  </a:lnTo>
                  <a:lnTo>
                    <a:pt x="1014740" y="364974"/>
                  </a:lnTo>
                  <a:lnTo>
                    <a:pt x="1023518" y="396723"/>
                  </a:lnTo>
                  <a:lnTo>
                    <a:pt x="1030264" y="428966"/>
                  </a:lnTo>
                  <a:lnTo>
                    <a:pt x="1034952" y="461571"/>
                  </a:lnTo>
                  <a:lnTo>
                    <a:pt x="1037563" y="494408"/>
                  </a:lnTo>
                  <a:lnTo>
                    <a:pt x="1038085" y="527344"/>
                  </a:lnTo>
                  <a:lnTo>
                    <a:pt x="1036518" y="560247"/>
                  </a:lnTo>
                  <a:lnTo>
                    <a:pt x="1032867" y="592984"/>
                  </a:lnTo>
                  <a:lnTo>
                    <a:pt x="1027147" y="625425"/>
                  </a:lnTo>
                  <a:lnTo>
                    <a:pt x="1019381" y="657436"/>
                  </a:lnTo>
                  <a:lnTo>
                    <a:pt x="1009600" y="688891"/>
                  </a:lnTo>
                  <a:lnTo>
                    <a:pt x="997844" y="719663"/>
                  </a:lnTo>
                  <a:lnTo>
                    <a:pt x="984160" y="749626"/>
                  </a:lnTo>
                  <a:lnTo>
                    <a:pt x="968603" y="778662"/>
                  </a:lnTo>
                  <a:lnTo>
                    <a:pt x="951236" y="806652"/>
                  </a:lnTo>
                  <a:lnTo>
                    <a:pt x="932129" y="833485"/>
                  </a:lnTo>
                  <a:lnTo>
                    <a:pt x="911358" y="859051"/>
                  </a:lnTo>
                  <a:lnTo>
                    <a:pt x="889008" y="883249"/>
                  </a:lnTo>
                  <a:lnTo>
                    <a:pt x="865168" y="905981"/>
                  </a:lnTo>
                  <a:lnTo>
                    <a:pt x="839934" y="927154"/>
                  </a:lnTo>
                  <a:lnTo>
                    <a:pt x="813408" y="946685"/>
                  </a:lnTo>
                  <a:lnTo>
                    <a:pt x="785696" y="964494"/>
                  </a:lnTo>
                  <a:lnTo>
                    <a:pt x="756911" y="980509"/>
                  </a:lnTo>
                  <a:lnTo>
                    <a:pt x="727169" y="994667"/>
                  </a:lnTo>
                  <a:lnTo>
                    <a:pt x="696588" y="1006910"/>
                  </a:lnTo>
                  <a:lnTo>
                    <a:pt x="665292" y="1017188"/>
                  </a:lnTo>
                  <a:lnTo>
                    <a:pt x="633407" y="1025461"/>
                  </a:lnTo>
                  <a:lnTo>
                    <a:pt x="601062" y="1031695"/>
                  </a:lnTo>
                  <a:lnTo>
                    <a:pt x="568387" y="1035865"/>
                  </a:lnTo>
                  <a:lnTo>
                    <a:pt x="535513" y="1037955"/>
                  </a:lnTo>
                  <a:lnTo>
                    <a:pt x="502572" y="1037955"/>
                  </a:lnTo>
                  <a:lnTo>
                    <a:pt x="469698" y="1035865"/>
                  </a:lnTo>
                  <a:lnTo>
                    <a:pt x="437023" y="1031695"/>
                  </a:lnTo>
                  <a:lnTo>
                    <a:pt x="404677" y="1025461"/>
                  </a:lnTo>
                  <a:lnTo>
                    <a:pt x="372793" y="1017188"/>
                  </a:lnTo>
                  <a:lnTo>
                    <a:pt x="341497" y="1006910"/>
                  </a:lnTo>
                  <a:lnTo>
                    <a:pt x="310916" y="994667"/>
                  </a:lnTo>
                  <a:lnTo>
                    <a:pt x="281173" y="980509"/>
                  </a:lnTo>
                  <a:lnTo>
                    <a:pt x="252388" y="964494"/>
                  </a:lnTo>
                  <a:lnTo>
                    <a:pt x="224677" y="946685"/>
                  </a:lnTo>
                  <a:lnTo>
                    <a:pt x="198151" y="927154"/>
                  </a:lnTo>
                  <a:lnTo>
                    <a:pt x="172917" y="905981"/>
                  </a:lnTo>
                  <a:lnTo>
                    <a:pt x="149077" y="883249"/>
                  </a:lnTo>
                  <a:lnTo>
                    <a:pt x="126727" y="859051"/>
                  </a:lnTo>
                  <a:lnTo>
                    <a:pt x="105956" y="833485"/>
                  </a:lnTo>
                  <a:lnTo>
                    <a:pt x="86849" y="806652"/>
                  </a:lnTo>
                  <a:lnTo>
                    <a:pt x="69481" y="778662"/>
                  </a:lnTo>
                  <a:lnTo>
                    <a:pt x="53925" y="749626"/>
                  </a:lnTo>
                  <a:lnTo>
                    <a:pt x="40241" y="719663"/>
                  </a:lnTo>
                  <a:lnTo>
                    <a:pt x="28485" y="688891"/>
                  </a:lnTo>
                  <a:lnTo>
                    <a:pt x="18704" y="657436"/>
                  </a:lnTo>
                  <a:lnTo>
                    <a:pt x="10938" y="625425"/>
                  </a:lnTo>
                  <a:lnTo>
                    <a:pt x="5218" y="592984"/>
                  </a:lnTo>
                  <a:lnTo>
                    <a:pt x="1567" y="560247"/>
                  </a:lnTo>
                  <a:lnTo>
                    <a:pt x="0" y="527344"/>
                  </a:lnTo>
                  <a:lnTo>
                    <a:pt x="522" y="494408"/>
                  </a:lnTo>
                  <a:lnTo>
                    <a:pt x="3133" y="461571"/>
                  </a:lnTo>
                  <a:lnTo>
                    <a:pt x="7821" y="428966"/>
                  </a:lnTo>
                  <a:lnTo>
                    <a:pt x="14567" y="396723"/>
                  </a:lnTo>
                  <a:lnTo>
                    <a:pt x="23345" y="364974"/>
                  </a:lnTo>
                  <a:lnTo>
                    <a:pt x="34119" y="333845"/>
                  </a:lnTo>
                  <a:lnTo>
                    <a:pt x="46845" y="303462"/>
                  </a:lnTo>
                  <a:lnTo>
                    <a:pt x="61473" y="273948"/>
                  </a:lnTo>
                  <a:lnTo>
                    <a:pt x="77943" y="245421"/>
                  </a:lnTo>
                  <a:lnTo>
                    <a:pt x="96189" y="217995"/>
                  </a:lnTo>
                  <a:lnTo>
                    <a:pt x="116138" y="191783"/>
                  </a:lnTo>
                  <a:lnTo>
                    <a:pt x="137710" y="166888"/>
                  </a:lnTo>
                  <a:lnTo>
                    <a:pt x="160817" y="143411"/>
                  </a:lnTo>
                  <a:lnTo>
                    <a:pt x="185366" y="121448"/>
                  </a:lnTo>
                  <a:lnTo>
                    <a:pt x="211259" y="101085"/>
                  </a:lnTo>
                  <a:lnTo>
                    <a:pt x="238391" y="82406"/>
                  </a:lnTo>
                  <a:lnTo>
                    <a:pt x="266654" y="65485"/>
                  </a:lnTo>
                  <a:lnTo>
                    <a:pt x="295932" y="50391"/>
                  </a:lnTo>
                  <a:lnTo>
                    <a:pt x="326109" y="37184"/>
                  </a:lnTo>
                  <a:lnTo>
                    <a:pt x="357063" y="25918"/>
                  </a:lnTo>
                  <a:lnTo>
                    <a:pt x="388669" y="16638"/>
                  </a:lnTo>
                  <a:lnTo>
                    <a:pt x="420800" y="9380"/>
                  </a:lnTo>
                  <a:lnTo>
                    <a:pt x="453327" y="4176"/>
                  </a:lnTo>
                  <a:lnTo>
                    <a:pt x="486118" y="1045"/>
                  </a:lnTo>
                  <a:lnTo>
                    <a:pt x="51904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3007494" y="3752467"/>
              <a:ext cx="1167846" cy="1167699"/>
            </a:xfrm>
            <a:custGeom>
              <a:avLst/>
              <a:pathLst>
                <a:path w="1167846" h="1167699">
                  <a:moveTo>
                    <a:pt x="583923" y="0"/>
                  </a:moveTo>
                  <a:lnTo>
                    <a:pt x="620962" y="1175"/>
                  </a:lnTo>
                  <a:lnTo>
                    <a:pt x="657852" y="4698"/>
                  </a:lnTo>
                  <a:lnTo>
                    <a:pt x="694445" y="10553"/>
                  </a:lnTo>
                  <a:lnTo>
                    <a:pt x="730592" y="18717"/>
                  </a:lnTo>
                  <a:lnTo>
                    <a:pt x="766149" y="29158"/>
                  </a:lnTo>
                  <a:lnTo>
                    <a:pt x="800972" y="41832"/>
                  </a:lnTo>
                  <a:lnTo>
                    <a:pt x="834922" y="56690"/>
                  </a:lnTo>
                  <a:lnTo>
                    <a:pt x="867860" y="73671"/>
                  </a:lnTo>
                  <a:lnTo>
                    <a:pt x="899655" y="92707"/>
                  </a:lnTo>
                  <a:lnTo>
                    <a:pt x="930179" y="113721"/>
                  </a:lnTo>
                  <a:lnTo>
                    <a:pt x="959309" y="136629"/>
                  </a:lnTo>
                  <a:lnTo>
                    <a:pt x="986927" y="161338"/>
                  </a:lnTo>
                  <a:lnTo>
                    <a:pt x="1012922" y="187749"/>
                  </a:lnTo>
                  <a:lnTo>
                    <a:pt x="1037190" y="215756"/>
                  </a:lnTo>
                  <a:lnTo>
                    <a:pt x="1059632" y="245245"/>
                  </a:lnTo>
                  <a:lnTo>
                    <a:pt x="1080160" y="276098"/>
                  </a:lnTo>
                  <a:lnTo>
                    <a:pt x="1098689" y="308191"/>
                  </a:lnTo>
                  <a:lnTo>
                    <a:pt x="1115145" y="341395"/>
                  </a:lnTo>
                  <a:lnTo>
                    <a:pt x="1129462" y="375576"/>
                  </a:lnTo>
                  <a:lnTo>
                    <a:pt x="1141582" y="410596"/>
                  </a:lnTo>
                  <a:lnTo>
                    <a:pt x="1151457" y="446314"/>
                  </a:lnTo>
                  <a:lnTo>
                    <a:pt x="1159047" y="482586"/>
                  </a:lnTo>
                  <a:lnTo>
                    <a:pt x="1164321" y="519267"/>
                  </a:lnTo>
                  <a:lnTo>
                    <a:pt x="1167258" y="556209"/>
                  </a:lnTo>
                  <a:lnTo>
                    <a:pt x="1167846" y="593262"/>
                  </a:lnTo>
                  <a:lnTo>
                    <a:pt x="1166083" y="630278"/>
                  </a:lnTo>
                  <a:lnTo>
                    <a:pt x="1161975" y="667108"/>
                  </a:lnTo>
                  <a:lnTo>
                    <a:pt x="1155540" y="703603"/>
                  </a:lnTo>
                  <a:lnTo>
                    <a:pt x="1146803" y="739616"/>
                  </a:lnTo>
                  <a:lnTo>
                    <a:pt x="1135800" y="775003"/>
                  </a:lnTo>
                  <a:lnTo>
                    <a:pt x="1122575" y="809621"/>
                  </a:lnTo>
                  <a:lnTo>
                    <a:pt x="1107180" y="843330"/>
                  </a:lnTo>
                  <a:lnTo>
                    <a:pt x="1089679" y="875995"/>
                  </a:lnTo>
                  <a:lnTo>
                    <a:pt x="1070141" y="907484"/>
                  </a:lnTo>
                  <a:lnTo>
                    <a:pt x="1048645" y="937670"/>
                  </a:lnTo>
                  <a:lnTo>
                    <a:pt x="1025278" y="966433"/>
                  </a:lnTo>
                  <a:lnTo>
                    <a:pt x="1000134" y="993655"/>
                  </a:lnTo>
                  <a:lnTo>
                    <a:pt x="973314" y="1019228"/>
                  </a:lnTo>
                  <a:lnTo>
                    <a:pt x="944926" y="1043049"/>
                  </a:lnTo>
                  <a:lnTo>
                    <a:pt x="915084" y="1065021"/>
                  </a:lnTo>
                  <a:lnTo>
                    <a:pt x="883909" y="1085056"/>
                  </a:lnTo>
                  <a:lnTo>
                    <a:pt x="851525" y="1103073"/>
                  </a:lnTo>
                  <a:lnTo>
                    <a:pt x="818065" y="1119001"/>
                  </a:lnTo>
                  <a:lnTo>
                    <a:pt x="783661" y="1132774"/>
                  </a:lnTo>
                  <a:lnTo>
                    <a:pt x="748454" y="1144337"/>
                  </a:lnTo>
                  <a:lnTo>
                    <a:pt x="712583" y="1153644"/>
                  </a:lnTo>
                  <a:lnTo>
                    <a:pt x="676195" y="1160657"/>
                  </a:lnTo>
                  <a:lnTo>
                    <a:pt x="639435" y="1165349"/>
                  </a:lnTo>
                  <a:lnTo>
                    <a:pt x="602452" y="1167699"/>
                  </a:lnTo>
                  <a:lnTo>
                    <a:pt x="565394" y="1167699"/>
                  </a:lnTo>
                  <a:lnTo>
                    <a:pt x="528410" y="1165349"/>
                  </a:lnTo>
                  <a:lnTo>
                    <a:pt x="491650" y="1160657"/>
                  </a:lnTo>
                  <a:lnTo>
                    <a:pt x="455262" y="1153644"/>
                  </a:lnTo>
                  <a:lnTo>
                    <a:pt x="419392" y="1144337"/>
                  </a:lnTo>
                  <a:lnTo>
                    <a:pt x="384184" y="1132774"/>
                  </a:lnTo>
                  <a:lnTo>
                    <a:pt x="349781" y="1119001"/>
                  </a:lnTo>
                  <a:lnTo>
                    <a:pt x="316320" y="1103073"/>
                  </a:lnTo>
                  <a:lnTo>
                    <a:pt x="283937" y="1085056"/>
                  </a:lnTo>
                  <a:lnTo>
                    <a:pt x="252762" y="1065021"/>
                  </a:lnTo>
                  <a:lnTo>
                    <a:pt x="222920" y="1043049"/>
                  </a:lnTo>
                  <a:lnTo>
                    <a:pt x="194532" y="1019228"/>
                  </a:lnTo>
                  <a:lnTo>
                    <a:pt x="167712" y="993655"/>
                  </a:lnTo>
                  <a:lnTo>
                    <a:pt x="142567" y="966433"/>
                  </a:lnTo>
                  <a:lnTo>
                    <a:pt x="119200" y="937670"/>
                  </a:lnTo>
                  <a:lnTo>
                    <a:pt x="97705" y="907484"/>
                  </a:lnTo>
                  <a:lnTo>
                    <a:pt x="78167" y="875995"/>
                  </a:lnTo>
                  <a:lnTo>
                    <a:pt x="60665" y="843330"/>
                  </a:lnTo>
                  <a:lnTo>
                    <a:pt x="45271" y="809621"/>
                  </a:lnTo>
                  <a:lnTo>
                    <a:pt x="32045" y="775003"/>
                  </a:lnTo>
                  <a:lnTo>
                    <a:pt x="21042" y="739616"/>
                  </a:lnTo>
                  <a:lnTo>
                    <a:pt x="12305" y="703603"/>
                  </a:lnTo>
                  <a:lnTo>
                    <a:pt x="5870" y="667108"/>
                  </a:lnTo>
                  <a:lnTo>
                    <a:pt x="1763" y="630278"/>
                  </a:lnTo>
                  <a:lnTo>
                    <a:pt x="0" y="593262"/>
                  </a:lnTo>
                  <a:lnTo>
                    <a:pt x="587" y="556209"/>
                  </a:lnTo>
                  <a:lnTo>
                    <a:pt x="3524" y="519267"/>
                  </a:lnTo>
                  <a:lnTo>
                    <a:pt x="8798" y="482586"/>
                  </a:lnTo>
                  <a:lnTo>
                    <a:pt x="16388" y="446314"/>
                  </a:lnTo>
                  <a:lnTo>
                    <a:pt x="26263" y="410596"/>
                  </a:lnTo>
                  <a:lnTo>
                    <a:pt x="38383" y="375576"/>
                  </a:lnTo>
                  <a:lnTo>
                    <a:pt x="52701" y="341395"/>
                  </a:lnTo>
                  <a:lnTo>
                    <a:pt x="69157" y="308191"/>
                  </a:lnTo>
                  <a:lnTo>
                    <a:pt x="87686" y="276098"/>
                  </a:lnTo>
                  <a:lnTo>
                    <a:pt x="108213" y="245245"/>
                  </a:lnTo>
                  <a:lnTo>
                    <a:pt x="130656" y="215756"/>
                  </a:lnTo>
                  <a:lnTo>
                    <a:pt x="154924" y="187749"/>
                  </a:lnTo>
                  <a:lnTo>
                    <a:pt x="180919" y="161338"/>
                  </a:lnTo>
                  <a:lnTo>
                    <a:pt x="208537" y="136629"/>
                  </a:lnTo>
                  <a:lnTo>
                    <a:pt x="237666" y="113721"/>
                  </a:lnTo>
                  <a:lnTo>
                    <a:pt x="268190" y="92707"/>
                  </a:lnTo>
                  <a:lnTo>
                    <a:pt x="299985" y="73671"/>
                  </a:lnTo>
                  <a:lnTo>
                    <a:pt x="332924" y="56690"/>
                  </a:lnTo>
                  <a:lnTo>
                    <a:pt x="366873" y="41832"/>
                  </a:lnTo>
                  <a:lnTo>
                    <a:pt x="401696" y="29158"/>
                  </a:lnTo>
                  <a:lnTo>
                    <a:pt x="437253" y="18717"/>
                  </a:lnTo>
                  <a:lnTo>
                    <a:pt x="473401" y="10553"/>
                  </a:lnTo>
                  <a:lnTo>
                    <a:pt x="509993" y="4698"/>
                  </a:lnTo>
                  <a:lnTo>
                    <a:pt x="546883" y="1175"/>
                  </a:lnTo>
                  <a:lnTo>
                    <a:pt x="58392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05391" y="3958512"/>
              <a:ext cx="553091" cy="588644"/>
            </a:xfrm>
            <a:custGeom>
              <a:avLst/>
              <a:pathLst>
                <a:path w="553091" h="588644">
                  <a:moveTo>
                    <a:pt x="186026" y="118396"/>
                  </a:moveTo>
                  <a:lnTo>
                    <a:pt x="195711" y="106771"/>
                  </a:lnTo>
                  <a:lnTo>
                    <a:pt x="206226" y="95522"/>
                  </a:lnTo>
                  <a:lnTo>
                    <a:pt x="217555" y="84693"/>
                  </a:lnTo>
                  <a:lnTo>
                    <a:pt x="229681" y="74327"/>
                  </a:lnTo>
                  <a:lnTo>
                    <a:pt x="242585" y="64468"/>
                  </a:lnTo>
                  <a:lnTo>
                    <a:pt x="256245" y="55158"/>
                  </a:lnTo>
                  <a:lnTo>
                    <a:pt x="270639" y="46439"/>
                  </a:lnTo>
                  <a:lnTo>
                    <a:pt x="285742" y="38350"/>
                  </a:lnTo>
                  <a:lnTo>
                    <a:pt x="301525" y="30931"/>
                  </a:lnTo>
                  <a:lnTo>
                    <a:pt x="317960" y="24221"/>
                  </a:lnTo>
                  <a:lnTo>
                    <a:pt x="335017" y="18255"/>
                  </a:lnTo>
                  <a:lnTo>
                    <a:pt x="352661" y="13071"/>
                  </a:lnTo>
                  <a:lnTo>
                    <a:pt x="370859" y="8701"/>
                  </a:lnTo>
                  <a:lnTo>
                    <a:pt x="389575" y="5178"/>
                  </a:lnTo>
                  <a:lnTo>
                    <a:pt x="408771" y="2535"/>
                  </a:lnTo>
                  <a:lnTo>
                    <a:pt x="428407" y="799"/>
                  </a:lnTo>
                  <a:lnTo>
                    <a:pt x="448442" y="0"/>
                  </a:lnTo>
                  <a:lnTo>
                    <a:pt x="468835" y="162"/>
                  </a:lnTo>
                  <a:lnTo>
                    <a:pt x="489542" y="1310"/>
                  </a:lnTo>
                  <a:lnTo>
                    <a:pt x="510518" y="3467"/>
                  </a:lnTo>
                  <a:lnTo>
                    <a:pt x="531716" y="6653"/>
                  </a:lnTo>
                  <a:lnTo>
                    <a:pt x="553091" y="10886"/>
                  </a:lnTo>
                  <a:lnTo>
                    <a:pt x="550240" y="31190"/>
                  </a:lnTo>
                  <a:lnTo>
                    <a:pt x="546620" y="51127"/>
                  </a:lnTo>
                  <a:lnTo>
                    <a:pt x="542249" y="70671"/>
                  </a:lnTo>
                  <a:lnTo>
                    <a:pt x="537143" y="89797"/>
                  </a:lnTo>
                  <a:lnTo>
                    <a:pt x="531320" y="108481"/>
                  </a:lnTo>
                  <a:lnTo>
                    <a:pt x="524799" y="126699"/>
                  </a:lnTo>
                  <a:lnTo>
                    <a:pt x="517600" y="144430"/>
                  </a:lnTo>
                  <a:lnTo>
                    <a:pt x="509743" y="161650"/>
                  </a:lnTo>
                  <a:lnTo>
                    <a:pt x="501249" y="178338"/>
                  </a:lnTo>
                  <a:lnTo>
                    <a:pt x="492138" y="194474"/>
                  </a:lnTo>
                  <a:lnTo>
                    <a:pt x="482434" y="210037"/>
                  </a:lnTo>
                  <a:lnTo>
                    <a:pt x="472159" y="225009"/>
                  </a:lnTo>
                  <a:lnTo>
                    <a:pt x="461336" y="239371"/>
                  </a:lnTo>
                  <a:lnTo>
                    <a:pt x="449989" y="253105"/>
                  </a:lnTo>
                  <a:lnTo>
                    <a:pt x="438143" y="266195"/>
                  </a:lnTo>
                  <a:lnTo>
                    <a:pt x="425823" y="278623"/>
                  </a:lnTo>
                  <a:lnTo>
                    <a:pt x="413053" y="290377"/>
                  </a:lnTo>
                  <a:lnTo>
                    <a:pt x="399860" y="301439"/>
                  </a:lnTo>
                  <a:lnTo>
                    <a:pt x="386270" y="311799"/>
                  </a:lnTo>
                  <a:lnTo>
                    <a:pt x="372309" y="321442"/>
                  </a:lnTo>
                  <a:lnTo>
                    <a:pt x="358006" y="330357"/>
                  </a:lnTo>
                  <a:lnTo>
                    <a:pt x="343386" y="338534"/>
                  </a:lnTo>
                  <a:lnTo>
                    <a:pt x="328478" y="345962"/>
                  </a:lnTo>
                  <a:lnTo>
                    <a:pt x="313310" y="352632"/>
                  </a:lnTo>
                  <a:lnTo>
                    <a:pt x="297909" y="358537"/>
                  </a:lnTo>
                  <a:lnTo>
                    <a:pt x="282305" y="363669"/>
                  </a:lnTo>
                  <a:lnTo>
                    <a:pt x="266527" y="368022"/>
                  </a:lnTo>
                  <a:lnTo>
                    <a:pt x="250602" y="371590"/>
                  </a:lnTo>
                  <a:lnTo>
                    <a:pt x="234561" y="374370"/>
                  </a:lnTo>
                  <a:lnTo>
                    <a:pt x="218431" y="376359"/>
                  </a:lnTo>
                  <a:lnTo>
                    <a:pt x="202243" y="377552"/>
                  </a:lnTo>
                  <a:lnTo>
                    <a:pt x="186026" y="377950"/>
                  </a:lnTo>
                  <a:lnTo>
                    <a:pt x="173686" y="377257"/>
                  </a:lnTo>
                  <a:lnTo>
                    <a:pt x="161462" y="375183"/>
                  </a:lnTo>
                  <a:lnTo>
                    <a:pt x="149471" y="371740"/>
                  </a:lnTo>
                  <a:lnTo>
                    <a:pt x="137827" y="366949"/>
                  </a:lnTo>
                  <a:lnTo>
                    <a:pt x="126643" y="360842"/>
                  </a:lnTo>
                  <a:lnTo>
                    <a:pt x="116029" y="353458"/>
                  </a:lnTo>
                  <a:lnTo>
                    <a:pt x="106094" y="344841"/>
                  </a:lnTo>
                  <a:lnTo>
                    <a:pt x="96940" y="335049"/>
                  </a:lnTo>
                  <a:lnTo>
                    <a:pt x="88668" y="324143"/>
                  </a:lnTo>
                  <a:lnTo>
                    <a:pt x="81373" y="312193"/>
                  </a:lnTo>
                  <a:lnTo>
                    <a:pt x="75145" y="299276"/>
                  </a:lnTo>
                  <a:lnTo>
                    <a:pt x="70067" y="285477"/>
                  </a:lnTo>
                  <a:lnTo>
                    <a:pt x="66219" y="270884"/>
                  </a:lnTo>
                  <a:lnTo>
                    <a:pt x="63671" y="255596"/>
                  </a:lnTo>
                  <a:lnTo>
                    <a:pt x="55156" y="263181"/>
                  </a:lnTo>
                  <a:lnTo>
                    <a:pt x="47113" y="271359"/>
                  </a:lnTo>
                  <a:lnTo>
                    <a:pt x="39583" y="280100"/>
                  </a:lnTo>
                  <a:lnTo>
                    <a:pt x="32605" y="289373"/>
                  </a:lnTo>
                  <a:lnTo>
                    <a:pt x="26216" y="299141"/>
                  </a:lnTo>
                  <a:lnTo>
                    <a:pt x="20452" y="309368"/>
                  </a:lnTo>
                  <a:lnTo>
                    <a:pt x="15346" y="320012"/>
                  </a:lnTo>
                  <a:lnTo>
                    <a:pt x="10927" y="331033"/>
                  </a:lnTo>
                  <a:lnTo>
                    <a:pt x="7223" y="342384"/>
                  </a:lnTo>
                  <a:lnTo>
                    <a:pt x="4259" y="354020"/>
                  </a:lnTo>
                  <a:lnTo>
                    <a:pt x="2055" y="365892"/>
                  </a:lnTo>
                  <a:lnTo>
                    <a:pt x="630" y="377950"/>
                  </a:lnTo>
                  <a:lnTo>
                    <a:pt x="0" y="390143"/>
                  </a:lnTo>
                  <a:lnTo>
                    <a:pt x="174" y="402418"/>
                  </a:lnTo>
                  <a:lnTo>
                    <a:pt x="1162" y="414722"/>
                  </a:lnTo>
                  <a:lnTo>
                    <a:pt x="2968" y="427001"/>
                  </a:lnTo>
                  <a:lnTo>
                    <a:pt x="5593" y="439199"/>
                  </a:lnTo>
                  <a:lnTo>
                    <a:pt x="9033" y="451263"/>
                  </a:lnTo>
                  <a:lnTo>
                    <a:pt x="13283" y="463138"/>
                  </a:lnTo>
                  <a:lnTo>
                    <a:pt x="18333" y="474768"/>
                  </a:lnTo>
                  <a:lnTo>
                    <a:pt x="24168" y="486101"/>
                  </a:lnTo>
                  <a:lnTo>
                    <a:pt x="30770" y="497082"/>
                  </a:lnTo>
                  <a:lnTo>
                    <a:pt x="38120" y="507661"/>
                  </a:lnTo>
                  <a:lnTo>
                    <a:pt x="46192" y="517785"/>
                  </a:lnTo>
                  <a:lnTo>
                    <a:pt x="54958" y="527405"/>
                  </a:lnTo>
                  <a:lnTo>
                    <a:pt x="64386" y="536475"/>
                  </a:lnTo>
                  <a:lnTo>
                    <a:pt x="74442" y="544947"/>
                  </a:lnTo>
                  <a:lnTo>
                    <a:pt x="85088" y="552780"/>
                  </a:lnTo>
                  <a:lnTo>
                    <a:pt x="96283" y="559931"/>
                  </a:lnTo>
                  <a:lnTo>
                    <a:pt x="107983" y="566362"/>
                  </a:lnTo>
                  <a:lnTo>
                    <a:pt x="120142" y="572038"/>
                  </a:lnTo>
                  <a:lnTo>
                    <a:pt x="132711" y="576927"/>
                  </a:lnTo>
                  <a:lnTo>
                    <a:pt x="145637" y="580998"/>
                  </a:lnTo>
                  <a:lnTo>
                    <a:pt x="158869" y="584226"/>
                  </a:lnTo>
                  <a:lnTo>
                    <a:pt x="172351" y="586588"/>
                  </a:lnTo>
                  <a:lnTo>
                    <a:pt x="186026" y="588066"/>
                  </a:lnTo>
                  <a:lnTo>
                    <a:pt x="199836" y="588644"/>
                  </a:lnTo>
                  <a:lnTo>
                    <a:pt x="213721" y="588310"/>
                  </a:lnTo>
                  <a:lnTo>
                    <a:pt x="227620" y="587059"/>
                  </a:lnTo>
                  <a:lnTo>
                    <a:pt x="241474" y="584886"/>
                  </a:lnTo>
                  <a:lnTo>
                    <a:pt x="255221" y="581792"/>
                  </a:lnTo>
                  <a:lnTo>
                    <a:pt x="268799" y="577781"/>
                  </a:lnTo>
                  <a:lnTo>
                    <a:pt x="282147" y="572863"/>
                  </a:lnTo>
                  <a:lnTo>
                    <a:pt x="295204" y="567052"/>
                  </a:lnTo>
                  <a:lnTo>
                    <a:pt x="307910" y="560362"/>
                  </a:lnTo>
                  <a:lnTo>
                    <a:pt x="320206" y="552817"/>
                  </a:lnTo>
                  <a:lnTo>
                    <a:pt x="332035" y="544442"/>
                  </a:lnTo>
                  <a:lnTo>
                    <a:pt x="343340" y="535264"/>
                  </a:lnTo>
                  <a:lnTo>
                    <a:pt x="354066" y="525318"/>
                  </a:lnTo>
                  <a:lnTo>
                    <a:pt x="364162" y="514639"/>
                  </a:lnTo>
                  <a:lnTo>
                    <a:pt x="373576" y="503268"/>
                  </a:lnTo>
                  <a:lnTo>
                    <a:pt x="382263" y="491248"/>
                  </a:lnTo>
                  <a:lnTo>
                    <a:pt x="390177" y="478626"/>
                  </a:lnTo>
                  <a:lnTo>
                    <a:pt x="397276" y="465453"/>
                  </a:lnTo>
                  <a:lnTo>
                    <a:pt x="403522" y="451780"/>
                  </a:lnTo>
                  <a:lnTo>
                    <a:pt x="408879" y="437664"/>
                  </a:lnTo>
                  <a:lnTo>
                    <a:pt x="413318" y="423162"/>
                  </a:lnTo>
                  <a:lnTo>
                    <a:pt x="416809" y="408334"/>
                  </a:lnTo>
                  <a:lnTo>
                    <a:pt x="419330" y="393242"/>
                  </a:lnTo>
                  <a:lnTo>
                    <a:pt x="420861" y="377950"/>
                  </a:lnTo>
                  <a:lnTo>
                    <a:pt x="421386" y="362524"/>
                  </a:lnTo>
                  <a:lnTo>
                    <a:pt x="420894" y="347030"/>
                  </a:lnTo>
                  <a:lnTo>
                    <a:pt x="419379" y="331534"/>
                  </a:lnTo>
                  <a:lnTo>
                    <a:pt x="416838" y="316105"/>
                  </a:lnTo>
                  <a:lnTo>
                    <a:pt x="413275" y="300810"/>
                  </a:lnTo>
                  <a:lnTo>
                    <a:pt x="408694" y="285718"/>
                  </a:lnTo>
                  <a:lnTo>
                    <a:pt x="403109" y="270897"/>
                  </a:lnTo>
                  <a:lnTo>
                    <a:pt x="396535" y="256413"/>
                  </a:lnTo>
                  <a:lnTo>
                    <a:pt x="388992" y="242333"/>
                  </a:lnTo>
                  <a:lnTo>
                    <a:pt x="380504" y="228722"/>
                  </a:lnTo>
                  <a:lnTo>
                    <a:pt x="371102" y="215643"/>
                  </a:lnTo>
                  <a:lnTo>
                    <a:pt x="360819" y="203158"/>
                  </a:lnTo>
                  <a:lnTo>
                    <a:pt x="349692" y="191326"/>
                  </a:lnTo>
                  <a:lnTo>
                    <a:pt x="337763" y="180204"/>
                  </a:lnTo>
                  <a:lnTo>
                    <a:pt x="325077" y="169847"/>
                  </a:lnTo>
                  <a:lnTo>
                    <a:pt x="311683" y="160306"/>
                  </a:lnTo>
                  <a:lnTo>
                    <a:pt x="297635" y="151630"/>
                  </a:lnTo>
                  <a:lnTo>
                    <a:pt x="282988" y="143863"/>
                  </a:lnTo>
                  <a:lnTo>
                    <a:pt x="267802" y="137047"/>
                  </a:lnTo>
                  <a:lnTo>
                    <a:pt x="252137" y="131220"/>
                  </a:lnTo>
                  <a:lnTo>
                    <a:pt x="236060" y="126414"/>
                  </a:lnTo>
                  <a:lnTo>
                    <a:pt x="219636" y="122659"/>
                  </a:lnTo>
                  <a:lnTo>
                    <a:pt x="202934" y="119980"/>
                  </a:lnTo>
                  <a:close/>
                </a:path>
              </a:pathLst>
            </a:custGeom>
            <a:solidFill>
              <a:srgbClr val="B7C36B">
                <a:alpha val="25882"/>
              </a:srgbClr>
            </a:solidFill>
            <a:ln w="24933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3469062" y="3958512"/>
              <a:ext cx="489419" cy="377950"/>
            </a:xfrm>
            <a:custGeom>
              <a:avLst/>
              <a:pathLst>
                <a:path w="489419" h="377950">
                  <a:moveTo>
                    <a:pt x="122354" y="118396"/>
                  </a:moveTo>
                  <a:lnTo>
                    <a:pt x="132040" y="106771"/>
                  </a:lnTo>
                  <a:lnTo>
                    <a:pt x="142554" y="95522"/>
                  </a:lnTo>
                  <a:lnTo>
                    <a:pt x="153883" y="84693"/>
                  </a:lnTo>
                  <a:lnTo>
                    <a:pt x="166009" y="74327"/>
                  </a:lnTo>
                  <a:lnTo>
                    <a:pt x="178913" y="64468"/>
                  </a:lnTo>
                  <a:lnTo>
                    <a:pt x="192574" y="55158"/>
                  </a:lnTo>
                  <a:lnTo>
                    <a:pt x="206968" y="46439"/>
                  </a:lnTo>
                  <a:lnTo>
                    <a:pt x="222070" y="38350"/>
                  </a:lnTo>
                  <a:lnTo>
                    <a:pt x="237854" y="30931"/>
                  </a:lnTo>
                  <a:lnTo>
                    <a:pt x="254289" y="24221"/>
                  </a:lnTo>
                  <a:lnTo>
                    <a:pt x="271345" y="18255"/>
                  </a:lnTo>
                  <a:lnTo>
                    <a:pt x="288990" y="13071"/>
                  </a:lnTo>
                  <a:lnTo>
                    <a:pt x="307188" y="8701"/>
                  </a:lnTo>
                  <a:lnTo>
                    <a:pt x="325903" y="5178"/>
                  </a:lnTo>
                  <a:lnTo>
                    <a:pt x="345099" y="2535"/>
                  </a:lnTo>
                  <a:lnTo>
                    <a:pt x="364735" y="799"/>
                  </a:lnTo>
                  <a:lnTo>
                    <a:pt x="384771" y="0"/>
                  </a:lnTo>
                  <a:lnTo>
                    <a:pt x="405164" y="162"/>
                  </a:lnTo>
                  <a:lnTo>
                    <a:pt x="425870" y="1310"/>
                  </a:lnTo>
                  <a:lnTo>
                    <a:pt x="446846" y="3467"/>
                  </a:lnTo>
                  <a:lnTo>
                    <a:pt x="468045" y="6653"/>
                  </a:lnTo>
                  <a:lnTo>
                    <a:pt x="489419" y="10886"/>
                  </a:lnTo>
                  <a:lnTo>
                    <a:pt x="486568" y="31190"/>
                  </a:lnTo>
                  <a:lnTo>
                    <a:pt x="482949" y="51127"/>
                  </a:lnTo>
                  <a:lnTo>
                    <a:pt x="478577" y="70671"/>
                  </a:lnTo>
                  <a:lnTo>
                    <a:pt x="473471" y="89797"/>
                  </a:lnTo>
                  <a:lnTo>
                    <a:pt x="467648" y="108481"/>
                  </a:lnTo>
                  <a:lnTo>
                    <a:pt x="461128" y="126699"/>
                  </a:lnTo>
                  <a:lnTo>
                    <a:pt x="453929" y="144430"/>
                  </a:lnTo>
                  <a:lnTo>
                    <a:pt x="446071" y="161650"/>
                  </a:lnTo>
                  <a:lnTo>
                    <a:pt x="437577" y="178338"/>
                  </a:lnTo>
                  <a:lnTo>
                    <a:pt x="428467" y="194474"/>
                  </a:lnTo>
                  <a:lnTo>
                    <a:pt x="418762" y="210037"/>
                  </a:lnTo>
                  <a:lnTo>
                    <a:pt x="408487" y="225009"/>
                  </a:lnTo>
                  <a:lnTo>
                    <a:pt x="397665" y="239371"/>
                  </a:lnTo>
                  <a:lnTo>
                    <a:pt x="386318" y="253105"/>
                  </a:lnTo>
                  <a:lnTo>
                    <a:pt x="374472" y="266195"/>
                  </a:lnTo>
                  <a:lnTo>
                    <a:pt x="362151" y="278623"/>
                  </a:lnTo>
                  <a:lnTo>
                    <a:pt x="349381" y="290377"/>
                  </a:lnTo>
                  <a:lnTo>
                    <a:pt x="336188" y="301439"/>
                  </a:lnTo>
                  <a:lnTo>
                    <a:pt x="322598" y="311799"/>
                  </a:lnTo>
                  <a:lnTo>
                    <a:pt x="308638" y="321442"/>
                  </a:lnTo>
                  <a:lnTo>
                    <a:pt x="294334" y="330357"/>
                  </a:lnTo>
                  <a:lnTo>
                    <a:pt x="279714" y="338534"/>
                  </a:lnTo>
                  <a:lnTo>
                    <a:pt x="264806" y="345962"/>
                  </a:lnTo>
                  <a:lnTo>
                    <a:pt x="249638" y="352632"/>
                  </a:lnTo>
                  <a:lnTo>
                    <a:pt x="234238" y="358537"/>
                  </a:lnTo>
                  <a:lnTo>
                    <a:pt x="218634" y="363669"/>
                  </a:lnTo>
                  <a:lnTo>
                    <a:pt x="202855" y="368022"/>
                  </a:lnTo>
                  <a:lnTo>
                    <a:pt x="186931" y="371590"/>
                  </a:lnTo>
                  <a:lnTo>
                    <a:pt x="170889" y="374370"/>
                  </a:lnTo>
                  <a:lnTo>
                    <a:pt x="154760" y="376359"/>
                  </a:lnTo>
                  <a:lnTo>
                    <a:pt x="138572" y="377552"/>
                  </a:lnTo>
                  <a:lnTo>
                    <a:pt x="122354" y="377950"/>
                  </a:lnTo>
                  <a:lnTo>
                    <a:pt x="122354" y="377950"/>
                  </a:lnTo>
                  <a:lnTo>
                    <a:pt x="122354" y="377950"/>
                  </a:lnTo>
                  <a:lnTo>
                    <a:pt x="122354" y="377950"/>
                  </a:lnTo>
                  <a:lnTo>
                    <a:pt x="122354" y="377950"/>
                  </a:lnTo>
                  <a:lnTo>
                    <a:pt x="110014" y="377257"/>
                  </a:lnTo>
                  <a:lnTo>
                    <a:pt x="97790" y="375183"/>
                  </a:lnTo>
                  <a:lnTo>
                    <a:pt x="85799" y="371740"/>
                  </a:lnTo>
                  <a:lnTo>
                    <a:pt x="74155" y="366949"/>
                  </a:lnTo>
                  <a:lnTo>
                    <a:pt x="62971" y="360842"/>
                  </a:lnTo>
                  <a:lnTo>
                    <a:pt x="52358" y="353458"/>
                  </a:lnTo>
                  <a:lnTo>
                    <a:pt x="42422" y="344841"/>
                  </a:lnTo>
                  <a:lnTo>
                    <a:pt x="33269" y="335049"/>
                  </a:lnTo>
                  <a:lnTo>
                    <a:pt x="24997" y="324143"/>
                  </a:lnTo>
                  <a:lnTo>
                    <a:pt x="17702" y="312193"/>
                  </a:lnTo>
                  <a:lnTo>
                    <a:pt x="11473" y="299276"/>
                  </a:lnTo>
                  <a:lnTo>
                    <a:pt x="6396" y="285477"/>
                  </a:lnTo>
                  <a:lnTo>
                    <a:pt x="2547" y="270884"/>
                  </a:lnTo>
                  <a:lnTo>
                    <a:pt x="0" y="255596"/>
                  </a:lnTo>
                </a:path>
              </a:pathLst>
            </a:custGeom>
            <a:ln w="24933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3559816" y="4045308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3926881" y="3937797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3559816" y="4304862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3559816" y="4304862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3559816" y="4304862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3559816" y="4304862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3559816" y="4304862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3437461" y="4182507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3591417" y="3817355"/>
              <a:ext cx="0" cy="519108"/>
            </a:xfrm>
            <a:custGeom>
              <a:avLst/>
              <a:pathLst>
                <a:path w="0" h="519108">
                  <a:moveTo>
                    <a:pt x="0" y="519108"/>
                  </a:moveTo>
                  <a:lnTo>
                    <a:pt x="0" y="501207"/>
                  </a:lnTo>
                  <a:lnTo>
                    <a:pt x="0" y="483307"/>
                  </a:lnTo>
                  <a:lnTo>
                    <a:pt x="0" y="465407"/>
                  </a:lnTo>
                  <a:lnTo>
                    <a:pt x="0" y="447507"/>
                  </a:lnTo>
                  <a:lnTo>
                    <a:pt x="0" y="429606"/>
                  </a:lnTo>
                  <a:lnTo>
                    <a:pt x="0" y="411706"/>
                  </a:lnTo>
                  <a:lnTo>
                    <a:pt x="0" y="393806"/>
                  </a:lnTo>
                  <a:lnTo>
                    <a:pt x="0" y="375905"/>
                  </a:lnTo>
                  <a:lnTo>
                    <a:pt x="0" y="358005"/>
                  </a:lnTo>
                  <a:lnTo>
                    <a:pt x="0" y="340105"/>
                  </a:lnTo>
                  <a:lnTo>
                    <a:pt x="0" y="322205"/>
                  </a:lnTo>
                  <a:lnTo>
                    <a:pt x="0" y="304304"/>
                  </a:lnTo>
                  <a:lnTo>
                    <a:pt x="0" y="286404"/>
                  </a:lnTo>
                  <a:lnTo>
                    <a:pt x="0" y="268504"/>
                  </a:lnTo>
                  <a:lnTo>
                    <a:pt x="0" y="250603"/>
                  </a:lnTo>
                  <a:lnTo>
                    <a:pt x="0" y="232703"/>
                  </a:lnTo>
                  <a:lnTo>
                    <a:pt x="0" y="214803"/>
                  </a:lnTo>
                  <a:lnTo>
                    <a:pt x="0" y="196903"/>
                  </a:lnTo>
                  <a:lnTo>
                    <a:pt x="0" y="179002"/>
                  </a:lnTo>
                  <a:lnTo>
                    <a:pt x="0" y="161102"/>
                  </a:lnTo>
                  <a:lnTo>
                    <a:pt x="0" y="143202"/>
                  </a:lnTo>
                  <a:lnTo>
                    <a:pt x="0" y="125301"/>
                  </a:lnTo>
                  <a:lnTo>
                    <a:pt x="0" y="107401"/>
                  </a:lnTo>
                  <a:lnTo>
                    <a:pt x="0" y="89501"/>
                  </a:lnTo>
                  <a:lnTo>
                    <a:pt x="0" y="71601"/>
                  </a:lnTo>
                  <a:lnTo>
                    <a:pt x="0" y="53700"/>
                  </a:lnTo>
                  <a:lnTo>
                    <a:pt x="0" y="35800"/>
                  </a:lnTo>
                  <a:lnTo>
                    <a:pt x="0" y="1790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3591417" y="3969398"/>
              <a:ext cx="367064" cy="367064"/>
            </a:xfrm>
            <a:custGeom>
              <a:avLst/>
              <a:pathLst>
                <a:path w="367064" h="367064">
                  <a:moveTo>
                    <a:pt x="0" y="367064"/>
                  </a:moveTo>
                  <a:lnTo>
                    <a:pt x="12657" y="354407"/>
                  </a:lnTo>
                  <a:lnTo>
                    <a:pt x="25314" y="341750"/>
                  </a:lnTo>
                  <a:lnTo>
                    <a:pt x="37972" y="329092"/>
                  </a:lnTo>
                  <a:lnTo>
                    <a:pt x="50629" y="316435"/>
                  </a:lnTo>
                  <a:lnTo>
                    <a:pt x="63287" y="303777"/>
                  </a:lnTo>
                  <a:lnTo>
                    <a:pt x="75944" y="291120"/>
                  </a:lnTo>
                  <a:lnTo>
                    <a:pt x="88601" y="278463"/>
                  </a:lnTo>
                  <a:lnTo>
                    <a:pt x="101259" y="265805"/>
                  </a:lnTo>
                  <a:lnTo>
                    <a:pt x="113916" y="253148"/>
                  </a:lnTo>
                  <a:lnTo>
                    <a:pt x="126574" y="240490"/>
                  </a:lnTo>
                  <a:lnTo>
                    <a:pt x="139231" y="227833"/>
                  </a:lnTo>
                  <a:lnTo>
                    <a:pt x="151888" y="215175"/>
                  </a:lnTo>
                  <a:lnTo>
                    <a:pt x="164546" y="202518"/>
                  </a:lnTo>
                  <a:lnTo>
                    <a:pt x="177203" y="189861"/>
                  </a:lnTo>
                  <a:lnTo>
                    <a:pt x="189861" y="177203"/>
                  </a:lnTo>
                  <a:lnTo>
                    <a:pt x="202518" y="164546"/>
                  </a:lnTo>
                  <a:lnTo>
                    <a:pt x="215175" y="151888"/>
                  </a:lnTo>
                  <a:lnTo>
                    <a:pt x="227833" y="139231"/>
                  </a:lnTo>
                  <a:lnTo>
                    <a:pt x="240490" y="126574"/>
                  </a:lnTo>
                  <a:lnTo>
                    <a:pt x="253148" y="113916"/>
                  </a:lnTo>
                  <a:lnTo>
                    <a:pt x="265805" y="101259"/>
                  </a:lnTo>
                  <a:lnTo>
                    <a:pt x="278463" y="88601"/>
                  </a:lnTo>
                  <a:lnTo>
                    <a:pt x="291120" y="75944"/>
                  </a:lnTo>
                  <a:lnTo>
                    <a:pt x="303777" y="63287"/>
                  </a:lnTo>
                  <a:lnTo>
                    <a:pt x="316435" y="50629"/>
                  </a:lnTo>
                  <a:lnTo>
                    <a:pt x="329092" y="37972"/>
                  </a:lnTo>
                  <a:lnTo>
                    <a:pt x="341750" y="25314"/>
                  </a:lnTo>
                  <a:lnTo>
                    <a:pt x="354407" y="12657"/>
                  </a:lnTo>
                  <a:lnTo>
                    <a:pt x="367064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3591417" y="4336463"/>
              <a:ext cx="519108" cy="0"/>
            </a:xfrm>
            <a:custGeom>
              <a:avLst/>
              <a:pathLst>
                <a:path w="519108" h="0">
                  <a:moveTo>
                    <a:pt x="0" y="0"/>
                  </a:moveTo>
                  <a:lnTo>
                    <a:pt x="17900" y="0"/>
                  </a:lnTo>
                  <a:lnTo>
                    <a:pt x="35800" y="0"/>
                  </a:lnTo>
                  <a:lnTo>
                    <a:pt x="53700" y="0"/>
                  </a:lnTo>
                  <a:lnTo>
                    <a:pt x="71601" y="0"/>
                  </a:lnTo>
                  <a:lnTo>
                    <a:pt x="89501" y="0"/>
                  </a:lnTo>
                  <a:lnTo>
                    <a:pt x="107401" y="0"/>
                  </a:lnTo>
                  <a:lnTo>
                    <a:pt x="125301" y="0"/>
                  </a:lnTo>
                  <a:lnTo>
                    <a:pt x="143202" y="0"/>
                  </a:lnTo>
                  <a:lnTo>
                    <a:pt x="161102" y="0"/>
                  </a:lnTo>
                  <a:lnTo>
                    <a:pt x="179002" y="0"/>
                  </a:lnTo>
                  <a:lnTo>
                    <a:pt x="196903" y="0"/>
                  </a:lnTo>
                  <a:lnTo>
                    <a:pt x="214803" y="0"/>
                  </a:lnTo>
                  <a:lnTo>
                    <a:pt x="232703" y="0"/>
                  </a:lnTo>
                  <a:lnTo>
                    <a:pt x="250603" y="0"/>
                  </a:lnTo>
                  <a:lnTo>
                    <a:pt x="268504" y="0"/>
                  </a:lnTo>
                  <a:lnTo>
                    <a:pt x="286404" y="0"/>
                  </a:lnTo>
                  <a:lnTo>
                    <a:pt x="304304" y="0"/>
                  </a:lnTo>
                  <a:lnTo>
                    <a:pt x="322205" y="0"/>
                  </a:lnTo>
                  <a:lnTo>
                    <a:pt x="340105" y="0"/>
                  </a:lnTo>
                  <a:lnTo>
                    <a:pt x="358005" y="0"/>
                  </a:lnTo>
                  <a:lnTo>
                    <a:pt x="375905" y="0"/>
                  </a:lnTo>
                  <a:lnTo>
                    <a:pt x="393806" y="0"/>
                  </a:lnTo>
                  <a:lnTo>
                    <a:pt x="411706" y="0"/>
                  </a:lnTo>
                  <a:lnTo>
                    <a:pt x="429606" y="0"/>
                  </a:lnTo>
                  <a:lnTo>
                    <a:pt x="447507" y="0"/>
                  </a:lnTo>
                  <a:lnTo>
                    <a:pt x="465407" y="0"/>
                  </a:lnTo>
                  <a:lnTo>
                    <a:pt x="483307" y="0"/>
                  </a:lnTo>
                  <a:lnTo>
                    <a:pt x="501207" y="0"/>
                  </a:lnTo>
                  <a:lnTo>
                    <a:pt x="519108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3591417" y="4336463"/>
              <a:ext cx="367064" cy="367064"/>
            </a:xfrm>
            <a:custGeom>
              <a:avLst/>
              <a:pathLst>
                <a:path w="367064" h="367064">
                  <a:moveTo>
                    <a:pt x="0" y="0"/>
                  </a:moveTo>
                  <a:lnTo>
                    <a:pt x="12657" y="12657"/>
                  </a:lnTo>
                  <a:lnTo>
                    <a:pt x="25314" y="25314"/>
                  </a:lnTo>
                  <a:lnTo>
                    <a:pt x="37972" y="37972"/>
                  </a:lnTo>
                  <a:lnTo>
                    <a:pt x="50629" y="50629"/>
                  </a:lnTo>
                  <a:lnTo>
                    <a:pt x="63287" y="63287"/>
                  </a:lnTo>
                  <a:lnTo>
                    <a:pt x="75944" y="75944"/>
                  </a:lnTo>
                  <a:lnTo>
                    <a:pt x="88601" y="88601"/>
                  </a:lnTo>
                  <a:lnTo>
                    <a:pt x="101259" y="101259"/>
                  </a:lnTo>
                  <a:lnTo>
                    <a:pt x="113916" y="113916"/>
                  </a:lnTo>
                  <a:lnTo>
                    <a:pt x="126574" y="126574"/>
                  </a:lnTo>
                  <a:lnTo>
                    <a:pt x="139231" y="139231"/>
                  </a:lnTo>
                  <a:lnTo>
                    <a:pt x="151888" y="151888"/>
                  </a:lnTo>
                  <a:lnTo>
                    <a:pt x="164546" y="164546"/>
                  </a:lnTo>
                  <a:lnTo>
                    <a:pt x="177203" y="177203"/>
                  </a:lnTo>
                  <a:lnTo>
                    <a:pt x="189861" y="189861"/>
                  </a:lnTo>
                  <a:lnTo>
                    <a:pt x="202518" y="202518"/>
                  </a:lnTo>
                  <a:lnTo>
                    <a:pt x="215175" y="215175"/>
                  </a:lnTo>
                  <a:lnTo>
                    <a:pt x="227833" y="227833"/>
                  </a:lnTo>
                  <a:lnTo>
                    <a:pt x="240490" y="240490"/>
                  </a:lnTo>
                  <a:lnTo>
                    <a:pt x="253148" y="253148"/>
                  </a:lnTo>
                  <a:lnTo>
                    <a:pt x="265805" y="265805"/>
                  </a:lnTo>
                  <a:lnTo>
                    <a:pt x="278463" y="278463"/>
                  </a:lnTo>
                  <a:lnTo>
                    <a:pt x="291120" y="291120"/>
                  </a:lnTo>
                  <a:lnTo>
                    <a:pt x="303777" y="303777"/>
                  </a:lnTo>
                  <a:lnTo>
                    <a:pt x="316435" y="316435"/>
                  </a:lnTo>
                  <a:lnTo>
                    <a:pt x="329092" y="329092"/>
                  </a:lnTo>
                  <a:lnTo>
                    <a:pt x="341750" y="341750"/>
                  </a:lnTo>
                  <a:lnTo>
                    <a:pt x="354407" y="354407"/>
                  </a:lnTo>
                  <a:lnTo>
                    <a:pt x="367064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3591417" y="4336463"/>
              <a:ext cx="0" cy="519108"/>
            </a:xfrm>
            <a:custGeom>
              <a:avLst/>
              <a:pathLst>
                <a:path w="0" h="519108">
                  <a:moveTo>
                    <a:pt x="0" y="0"/>
                  </a:moveTo>
                  <a:lnTo>
                    <a:pt x="0" y="17900"/>
                  </a:lnTo>
                  <a:lnTo>
                    <a:pt x="0" y="35800"/>
                  </a:lnTo>
                  <a:lnTo>
                    <a:pt x="0" y="53700"/>
                  </a:lnTo>
                  <a:lnTo>
                    <a:pt x="0" y="71601"/>
                  </a:lnTo>
                  <a:lnTo>
                    <a:pt x="0" y="89501"/>
                  </a:lnTo>
                  <a:lnTo>
                    <a:pt x="0" y="107401"/>
                  </a:lnTo>
                  <a:lnTo>
                    <a:pt x="0" y="125301"/>
                  </a:lnTo>
                  <a:lnTo>
                    <a:pt x="0" y="143202"/>
                  </a:lnTo>
                  <a:lnTo>
                    <a:pt x="0" y="161102"/>
                  </a:lnTo>
                  <a:lnTo>
                    <a:pt x="0" y="179002"/>
                  </a:lnTo>
                  <a:lnTo>
                    <a:pt x="0" y="196903"/>
                  </a:lnTo>
                  <a:lnTo>
                    <a:pt x="0" y="214803"/>
                  </a:lnTo>
                  <a:lnTo>
                    <a:pt x="0" y="232703"/>
                  </a:lnTo>
                  <a:lnTo>
                    <a:pt x="0" y="250603"/>
                  </a:lnTo>
                  <a:lnTo>
                    <a:pt x="0" y="268504"/>
                  </a:lnTo>
                  <a:lnTo>
                    <a:pt x="0" y="286404"/>
                  </a:lnTo>
                  <a:lnTo>
                    <a:pt x="0" y="304304"/>
                  </a:lnTo>
                  <a:lnTo>
                    <a:pt x="0" y="322205"/>
                  </a:lnTo>
                  <a:lnTo>
                    <a:pt x="0" y="340105"/>
                  </a:lnTo>
                  <a:lnTo>
                    <a:pt x="0" y="358005"/>
                  </a:lnTo>
                  <a:lnTo>
                    <a:pt x="0" y="375905"/>
                  </a:lnTo>
                  <a:lnTo>
                    <a:pt x="0" y="393806"/>
                  </a:lnTo>
                  <a:lnTo>
                    <a:pt x="0" y="411706"/>
                  </a:lnTo>
                  <a:lnTo>
                    <a:pt x="0" y="429606"/>
                  </a:lnTo>
                  <a:lnTo>
                    <a:pt x="0" y="447507"/>
                  </a:lnTo>
                  <a:lnTo>
                    <a:pt x="0" y="465407"/>
                  </a:lnTo>
                  <a:lnTo>
                    <a:pt x="0" y="483307"/>
                  </a:lnTo>
                  <a:lnTo>
                    <a:pt x="0" y="501207"/>
                  </a:lnTo>
                  <a:lnTo>
                    <a:pt x="0" y="519108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3224353" y="4336463"/>
              <a:ext cx="367064" cy="367064"/>
            </a:xfrm>
            <a:custGeom>
              <a:avLst/>
              <a:pathLst>
                <a:path w="367064" h="367064">
                  <a:moveTo>
                    <a:pt x="367064" y="0"/>
                  </a:moveTo>
                  <a:lnTo>
                    <a:pt x="354407" y="12657"/>
                  </a:lnTo>
                  <a:lnTo>
                    <a:pt x="341750" y="25314"/>
                  </a:lnTo>
                  <a:lnTo>
                    <a:pt x="329092" y="37972"/>
                  </a:lnTo>
                  <a:lnTo>
                    <a:pt x="316435" y="50629"/>
                  </a:lnTo>
                  <a:lnTo>
                    <a:pt x="303777" y="63287"/>
                  </a:lnTo>
                  <a:lnTo>
                    <a:pt x="291120" y="75944"/>
                  </a:lnTo>
                  <a:lnTo>
                    <a:pt x="278463" y="88601"/>
                  </a:lnTo>
                  <a:lnTo>
                    <a:pt x="265805" y="101259"/>
                  </a:lnTo>
                  <a:lnTo>
                    <a:pt x="253148" y="113916"/>
                  </a:lnTo>
                  <a:lnTo>
                    <a:pt x="240490" y="126574"/>
                  </a:lnTo>
                  <a:lnTo>
                    <a:pt x="227833" y="139231"/>
                  </a:lnTo>
                  <a:lnTo>
                    <a:pt x="215175" y="151888"/>
                  </a:lnTo>
                  <a:lnTo>
                    <a:pt x="202518" y="164546"/>
                  </a:lnTo>
                  <a:lnTo>
                    <a:pt x="189861" y="177203"/>
                  </a:lnTo>
                  <a:lnTo>
                    <a:pt x="177203" y="189861"/>
                  </a:lnTo>
                  <a:lnTo>
                    <a:pt x="164546" y="202518"/>
                  </a:lnTo>
                  <a:lnTo>
                    <a:pt x="151888" y="215175"/>
                  </a:lnTo>
                  <a:lnTo>
                    <a:pt x="139231" y="227833"/>
                  </a:lnTo>
                  <a:lnTo>
                    <a:pt x="126574" y="240490"/>
                  </a:lnTo>
                  <a:lnTo>
                    <a:pt x="113916" y="253148"/>
                  </a:lnTo>
                  <a:lnTo>
                    <a:pt x="101259" y="265805"/>
                  </a:lnTo>
                  <a:lnTo>
                    <a:pt x="88601" y="278463"/>
                  </a:lnTo>
                  <a:lnTo>
                    <a:pt x="75944" y="291120"/>
                  </a:lnTo>
                  <a:lnTo>
                    <a:pt x="63287" y="303777"/>
                  </a:lnTo>
                  <a:lnTo>
                    <a:pt x="50629" y="316435"/>
                  </a:lnTo>
                  <a:lnTo>
                    <a:pt x="37972" y="329092"/>
                  </a:lnTo>
                  <a:lnTo>
                    <a:pt x="25314" y="341750"/>
                  </a:lnTo>
                  <a:lnTo>
                    <a:pt x="12657" y="354407"/>
                  </a:lnTo>
                  <a:lnTo>
                    <a:pt x="0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3072309" y="4336463"/>
              <a:ext cx="519108" cy="0"/>
            </a:xfrm>
            <a:custGeom>
              <a:avLst/>
              <a:pathLst>
                <a:path w="519108" h="0">
                  <a:moveTo>
                    <a:pt x="519108" y="0"/>
                  </a:moveTo>
                  <a:lnTo>
                    <a:pt x="501207" y="0"/>
                  </a:lnTo>
                  <a:lnTo>
                    <a:pt x="483307" y="0"/>
                  </a:lnTo>
                  <a:lnTo>
                    <a:pt x="465407" y="0"/>
                  </a:lnTo>
                  <a:lnTo>
                    <a:pt x="447507" y="0"/>
                  </a:lnTo>
                  <a:lnTo>
                    <a:pt x="429606" y="0"/>
                  </a:lnTo>
                  <a:lnTo>
                    <a:pt x="411706" y="0"/>
                  </a:lnTo>
                  <a:lnTo>
                    <a:pt x="393806" y="0"/>
                  </a:lnTo>
                  <a:lnTo>
                    <a:pt x="375905" y="0"/>
                  </a:lnTo>
                  <a:lnTo>
                    <a:pt x="358005" y="0"/>
                  </a:lnTo>
                  <a:lnTo>
                    <a:pt x="340105" y="0"/>
                  </a:lnTo>
                  <a:lnTo>
                    <a:pt x="322205" y="0"/>
                  </a:lnTo>
                  <a:lnTo>
                    <a:pt x="304304" y="0"/>
                  </a:lnTo>
                  <a:lnTo>
                    <a:pt x="286404" y="0"/>
                  </a:lnTo>
                  <a:lnTo>
                    <a:pt x="268504" y="0"/>
                  </a:lnTo>
                  <a:lnTo>
                    <a:pt x="250603" y="0"/>
                  </a:lnTo>
                  <a:lnTo>
                    <a:pt x="232703" y="0"/>
                  </a:lnTo>
                  <a:lnTo>
                    <a:pt x="214803" y="0"/>
                  </a:lnTo>
                  <a:lnTo>
                    <a:pt x="196903" y="0"/>
                  </a:lnTo>
                  <a:lnTo>
                    <a:pt x="179002" y="0"/>
                  </a:lnTo>
                  <a:lnTo>
                    <a:pt x="161102" y="0"/>
                  </a:lnTo>
                  <a:lnTo>
                    <a:pt x="143202" y="0"/>
                  </a:lnTo>
                  <a:lnTo>
                    <a:pt x="125301" y="0"/>
                  </a:lnTo>
                  <a:lnTo>
                    <a:pt x="107401" y="0"/>
                  </a:lnTo>
                  <a:lnTo>
                    <a:pt x="89501" y="0"/>
                  </a:lnTo>
                  <a:lnTo>
                    <a:pt x="71601" y="0"/>
                  </a:lnTo>
                  <a:lnTo>
                    <a:pt x="53700" y="0"/>
                  </a:lnTo>
                  <a:lnTo>
                    <a:pt x="35800" y="0"/>
                  </a:lnTo>
                  <a:lnTo>
                    <a:pt x="17900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3224353" y="3969398"/>
              <a:ext cx="367064" cy="367064"/>
            </a:xfrm>
            <a:custGeom>
              <a:avLst/>
              <a:pathLst>
                <a:path w="367064" h="367064">
                  <a:moveTo>
                    <a:pt x="367064" y="367064"/>
                  </a:moveTo>
                  <a:lnTo>
                    <a:pt x="354407" y="354407"/>
                  </a:lnTo>
                  <a:lnTo>
                    <a:pt x="341750" y="341750"/>
                  </a:lnTo>
                  <a:lnTo>
                    <a:pt x="329092" y="329092"/>
                  </a:lnTo>
                  <a:lnTo>
                    <a:pt x="316435" y="316435"/>
                  </a:lnTo>
                  <a:lnTo>
                    <a:pt x="303777" y="303777"/>
                  </a:lnTo>
                  <a:lnTo>
                    <a:pt x="291120" y="291120"/>
                  </a:lnTo>
                  <a:lnTo>
                    <a:pt x="278463" y="278463"/>
                  </a:lnTo>
                  <a:lnTo>
                    <a:pt x="265805" y="265805"/>
                  </a:lnTo>
                  <a:lnTo>
                    <a:pt x="253148" y="253148"/>
                  </a:lnTo>
                  <a:lnTo>
                    <a:pt x="240490" y="240490"/>
                  </a:lnTo>
                  <a:lnTo>
                    <a:pt x="227833" y="227833"/>
                  </a:lnTo>
                  <a:lnTo>
                    <a:pt x="215175" y="215175"/>
                  </a:lnTo>
                  <a:lnTo>
                    <a:pt x="202518" y="202518"/>
                  </a:lnTo>
                  <a:lnTo>
                    <a:pt x="189861" y="189861"/>
                  </a:lnTo>
                  <a:lnTo>
                    <a:pt x="177203" y="177203"/>
                  </a:lnTo>
                  <a:lnTo>
                    <a:pt x="164546" y="164546"/>
                  </a:lnTo>
                  <a:lnTo>
                    <a:pt x="151888" y="151888"/>
                  </a:lnTo>
                  <a:lnTo>
                    <a:pt x="139231" y="139231"/>
                  </a:lnTo>
                  <a:lnTo>
                    <a:pt x="126574" y="126574"/>
                  </a:lnTo>
                  <a:lnTo>
                    <a:pt x="113916" y="113916"/>
                  </a:lnTo>
                  <a:lnTo>
                    <a:pt x="101259" y="101259"/>
                  </a:lnTo>
                  <a:lnTo>
                    <a:pt x="88601" y="88601"/>
                  </a:lnTo>
                  <a:lnTo>
                    <a:pt x="75944" y="75944"/>
                  </a:lnTo>
                  <a:lnTo>
                    <a:pt x="63287" y="63287"/>
                  </a:lnTo>
                  <a:lnTo>
                    <a:pt x="50629" y="50629"/>
                  </a:lnTo>
                  <a:lnTo>
                    <a:pt x="37972" y="37972"/>
                  </a:lnTo>
                  <a:lnTo>
                    <a:pt x="25314" y="25314"/>
                  </a:lnTo>
                  <a:lnTo>
                    <a:pt x="12657" y="1265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tx445"/>
            <p:cNvSpPr/>
            <p:nvPr/>
          </p:nvSpPr>
          <p:spPr>
            <a:xfrm>
              <a:off x="3459378" y="371378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46" name="tx446"/>
            <p:cNvSpPr/>
            <p:nvPr/>
          </p:nvSpPr>
          <p:spPr>
            <a:xfrm>
              <a:off x="3770233" y="388483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47" name="tx447"/>
            <p:cNvSpPr/>
            <p:nvPr/>
          </p:nvSpPr>
          <p:spPr>
            <a:xfrm>
              <a:off x="4067332" y="4297784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3761135" y="4710732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3450280" y="488178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2926278" y="4710732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2885348" y="4297784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2935376" y="388483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2701960" y="4045088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2652491" y="378553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55" name="rc455"/>
            <p:cNvSpPr/>
            <p:nvPr/>
          </p:nvSpPr>
          <p:spPr>
            <a:xfrm>
              <a:off x="4571999" y="3429000"/>
              <a:ext cx="2251205" cy="22062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56" name="rc456"/>
            <p:cNvSpPr/>
            <p:nvPr/>
          </p:nvSpPr>
          <p:spPr>
            <a:xfrm>
              <a:off x="4571999" y="3649620"/>
              <a:ext cx="2251205" cy="14590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" name="rc457"/>
            <p:cNvSpPr/>
            <p:nvPr/>
          </p:nvSpPr>
          <p:spPr>
            <a:xfrm>
              <a:off x="4899999" y="3429000"/>
              <a:ext cx="1885248" cy="22062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8" name="tx458"/>
            <p:cNvSpPr/>
            <p:nvPr/>
          </p:nvSpPr>
          <p:spPr>
            <a:xfrm>
              <a:off x="5519474" y="3458748"/>
              <a:ext cx="64629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Piciformes</a:t>
              </a:r>
            </a:p>
          </p:txBody>
        </p:sp>
        <p:sp>
          <p:nvSpPr>
            <p:cNvPr id="459" name="tx459"/>
            <p:cNvSpPr/>
            <p:nvPr/>
          </p:nvSpPr>
          <p:spPr>
            <a:xfrm>
              <a:off x="5240536" y="3555523"/>
              <a:ext cx="12041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10, species = 7</a:t>
              </a:r>
            </a:p>
          </p:txBody>
        </p:sp>
        <p:sp>
          <p:nvSpPr>
            <p:cNvPr id="460" name="rc460"/>
            <p:cNvSpPr/>
            <p:nvPr/>
          </p:nvSpPr>
          <p:spPr>
            <a:xfrm>
              <a:off x="5193738" y="3687578"/>
              <a:ext cx="1297770" cy="1297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5842623" y="3752467"/>
              <a:ext cx="0" cy="583996"/>
            </a:xfrm>
            <a:custGeom>
              <a:avLst/>
              <a:pathLst>
                <a:path w="0" h="583996">
                  <a:moveTo>
                    <a:pt x="0" y="583996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5842623" y="3923515"/>
              <a:ext cx="412948" cy="412948"/>
            </a:xfrm>
            <a:custGeom>
              <a:avLst/>
              <a:pathLst>
                <a:path w="412948" h="412948">
                  <a:moveTo>
                    <a:pt x="0" y="412948"/>
                  </a:moveTo>
                  <a:lnTo>
                    <a:pt x="41294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5842623" y="4336463"/>
              <a:ext cx="583996" cy="0"/>
            </a:xfrm>
            <a:custGeom>
              <a:avLst/>
              <a:pathLst>
                <a:path w="583996" h="0">
                  <a:moveTo>
                    <a:pt x="0" y="0"/>
                  </a:moveTo>
                  <a:lnTo>
                    <a:pt x="583996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64" name="pl464"/>
            <p:cNvSpPr/>
            <p:nvPr/>
          </p:nvSpPr>
          <p:spPr>
            <a:xfrm>
              <a:off x="5842623" y="4336463"/>
              <a:ext cx="412948" cy="412948"/>
            </a:xfrm>
            <a:custGeom>
              <a:avLst/>
              <a:pathLst>
                <a:path w="412948" h="412948">
                  <a:moveTo>
                    <a:pt x="0" y="0"/>
                  </a:moveTo>
                  <a:lnTo>
                    <a:pt x="412948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65" name="pl465"/>
            <p:cNvSpPr/>
            <p:nvPr/>
          </p:nvSpPr>
          <p:spPr>
            <a:xfrm>
              <a:off x="5842623" y="4336463"/>
              <a:ext cx="0" cy="583996"/>
            </a:xfrm>
            <a:custGeom>
              <a:avLst/>
              <a:pathLst>
                <a:path w="0" h="583996">
                  <a:moveTo>
                    <a:pt x="0" y="0"/>
                  </a:moveTo>
                  <a:lnTo>
                    <a:pt x="0" y="583996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66" name="pl466"/>
            <p:cNvSpPr/>
            <p:nvPr/>
          </p:nvSpPr>
          <p:spPr>
            <a:xfrm>
              <a:off x="5429675" y="4336463"/>
              <a:ext cx="412948" cy="412948"/>
            </a:xfrm>
            <a:custGeom>
              <a:avLst/>
              <a:pathLst>
                <a:path w="412948" h="412948">
                  <a:moveTo>
                    <a:pt x="412948" y="0"/>
                  </a:moveTo>
                  <a:lnTo>
                    <a:pt x="0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67" name="pl467"/>
            <p:cNvSpPr/>
            <p:nvPr/>
          </p:nvSpPr>
          <p:spPr>
            <a:xfrm>
              <a:off x="5258626" y="4336463"/>
              <a:ext cx="583996" cy="0"/>
            </a:xfrm>
            <a:custGeom>
              <a:avLst/>
              <a:pathLst>
                <a:path w="583996" h="0">
                  <a:moveTo>
                    <a:pt x="583996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68" name="pl468"/>
            <p:cNvSpPr/>
            <p:nvPr/>
          </p:nvSpPr>
          <p:spPr>
            <a:xfrm>
              <a:off x="5429675" y="3923515"/>
              <a:ext cx="412948" cy="412948"/>
            </a:xfrm>
            <a:custGeom>
              <a:avLst/>
              <a:pathLst>
                <a:path w="412948" h="412948">
                  <a:moveTo>
                    <a:pt x="412948" y="41294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69" name="pl469"/>
            <p:cNvSpPr/>
            <p:nvPr/>
          </p:nvSpPr>
          <p:spPr>
            <a:xfrm>
              <a:off x="5583102" y="4076909"/>
              <a:ext cx="519042" cy="518977"/>
            </a:xfrm>
            <a:custGeom>
              <a:avLst/>
              <a:pathLst>
                <a:path w="519042" h="518977">
                  <a:moveTo>
                    <a:pt x="259521" y="0"/>
                  </a:moveTo>
                  <a:lnTo>
                    <a:pt x="275983" y="522"/>
                  </a:lnTo>
                  <a:lnTo>
                    <a:pt x="292379" y="2088"/>
                  </a:lnTo>
                  <a:lnTo>
                    <a:pt x="308642" y="4690"/>
                  </a:lnTo>
                  <a:lnTo>
                    <a:pt x="324707" y="8319"/>
                  </a:lnTo>
                  <a:lnTo>
                    <a:pt x="340510" y="12959"/>
                  </a:lnTo>
                  <a:lnTo>
                    <a:pt x="355987" y="18592"/>
                  </a:lnTo>
                  <a:lnTo>
                    <a:pt x="371076" y="25195"/>
                  </a:lnTo>
                  <a:lnTo>
                    <a:pt x="385715" y="32742"/>
                  </a:lnTo>
                  <a:lnTo>
                    <a:pt x="399846" y="41203"/>
                  </a:lnTo>
                  <a:lnTo>
                    <a:pt x="413413" y="50542"/>
                  </a:lnTo>
                  <a:lnTo>
                    <a:pt x="426359" y="60724"/>
                  </a:lnTo>
                  <a:lnTo>
                    <a:pt x="438634" y="71705"/>
                  </a:lnTo>
                  <a:lnTo>
                    <a:pt x="450187" y="83444"/>
                  </a:lnTo>
                  <a:lnTo>
                    <a:pt x="460973" y="95891"/>
                  </a:lnTo>
                  <a:lnTo>
                    <a:pt x="470947" y="108997"/>
                  </a:lnTo>
                  <a:lnTo>
                    <a:pt x="480071" y="122710"/>
                  </a:lnTo>
                  <a:lnTo>
                    <a:pt x="488306" y="136974"/>
                  </a:lnTo>
                  <a:lnTo>
                    <a:pt x="495620" y="151731"/>
                  </a:lnTo>
                  <a:lnTo>
                    <a:pt x="501983" y="166922"/>
                  </a:lnTo>
                  <a:lnTo>
                    <a:pt x="507370" y="182487"/>
                  </a:lnTo>
                  <a:lnTo>
                    <a:pt x="511759" y="198361"/>
                  </a:lnTo>
                  <a:lnTo>
                    <a:pt x="515132" y="214483"/>
                  </a:lnTo>
                  <a:lnTo>
                    <a:pt x="517476" y="230785"/>
                  </a:lnTo>
                  <a:lnTo>
                    <a:pt x="518781" y="247204"/>
                  </a:lnTo>
                  <a:lnTo>
                    <a:pt x="519042" y="263672"/>
                  </a:lnTo>
                  <a:lnTo>
                    <a:pt x="518259" y="280123"/>
                  </a:lnTo>
                  <a:lnTo>
                    <a:pt x="516433" y="296492"/>
                  </a:lnTo>
                  <a:lnTo>
                    <a:pt x="513573" y="312712"/>
                  </a:lnTo>
                  <a:lnTo>
                    <a:pt x="509690" y="328718"/>
                  </a:lnTo>
                  <a:lnTo>
                    <a:pt x="504800" y="344445"/>
                  </a:lnTo>
                  <a:lnTo>
                    <a:pt x="498922" y="359831"/>
                  </a:lnTo>
                  <a:lnTo>
                    <a:pt x="492080" y="374813"/>
                  </a:lnTo>
                  <a:lnTo>
                    <a:pt x="484301" y="389331"/>
                  </a:lnTo>
                  <a:lnTo>
                    <a:pt x="475618" y="403326"/>
                  </a:lnTo>
                  <a:lnTo>
                    <a:pt x="466064" y="416742"/>
                  </a:lnTo>
                  <a:lnTo>
                    <a:pt x="455679" y="429525"/>
                  </a:lnTo>
                  <a:lnTo>
                    <a:pt x="444504" y="441624"/>
                  </a:lnTo>
                  <a:lnTo>
                    <a:pt x="432584" y="452990"/>
                  </a:lnTo>
                  <a:lnTo>
                    <a:pt x="419967" y="463577"/>
                  </a:lnTo>
                  <a:lnTo>
                    <a:pt x="406704" y="473342"/>
                  </a:lnTo>
                  <a:lnTo>
                    <a:pt x="392848" y="482247"/>
                  </a:lnTo>
                  <a:lnTo>
                    <a:pt x="378455" y="490254"/>
                  </a:lnTo>
                  <a:lnTo>
                    <a:pt x="363584" y="497333"/>
                  </a:lnTo>
                  <a:lnTo>
                    <a:pt x="348294" y="503455"/>
                  </a:lnTo>
                  <a:lnTo>
                    <a:pt x="332646" y="508594"/>
                  </a:lnTo>
                  <a:lnTo>
                    <a:pt x="316703" y="512730"/>
                  </a:lnTo>
                  <a:lnTo>
                    <a:pt x="300531" y="515847"/>
                  </a:lnTo>
                  <a:lnTo>
                    <a:pt x="284193" y="517932"/>
                  </a:lnTo>
                  <a:lnTo>
                    <a:pt x="267756" y="518977"/>
                  </a:lnTo>
                  <a:lnTo>
                    <a:pt x="251286" y="518977"/>
                  </a:lnTo>
                  <a:lnTo>
                    <a:pt x="234849" y="517932"/>
                  </a:lnTo>
                  <a:lnTo>
                    <a:pt x="218511" y="515847"/>
                  </a:lnTo>
                  <a:lnTo>
                    <a:pt x="202338" y="512730"/>
                  </a:lnTo>
                  <a:lnTo>
                    <a:pt x="186396" y="508594"/>
                  </a:lnTo>
                  <a:lnTo>
                    <a:pt x="170748" y="503455"/>
                  </a:lnTo>
                  <a:lnTo>
                    <a:pt x="155458" y="497333"/>
                  </a:lnTo>
                  <a:lnTo>
                    <a:pt x="140586" y="490254"/>
                  </a:lnTo>
                  <a:lnTo>
                    <a:pt x="126194" y="482247"/>
                  </a:lnTo>
                  <a:lnTo>
                    <a:pt x="112338" y="473342"/>
                  </a:lnTo>
                  <a:lnTo>
                    <a:pt x="99075" y="463577"/>
                  </a:lnTo>
                  <a:lnTo>
                    <a:pt x="86458" y="452990"/>
                  </a:lnTo>
                  <a:lnTo>
                    <a:pt x="74538" y="441624"/>
                  </a:lnTo>
                  <a:lnTo>
                    <a:pt x="63363" y="429525"/>
                  </a:lnTo>
                  <a:lnTo>
                    <a:pt x="52978" y="416742"/>
                  </a:lnTo>
                  <a:lnTo>
                    <a:pt x="43424" y="403326"/>
                  </a:lnTo>
                  <a:lnTo>
                    <a:pt x="34740" y="389331"/>
                  </a:lnTo>
                  <a:lnTo>
                    <a:pt x="26962" y="374813"/>
                  </a:lnTo>
                  <a:lnTo>
                    <a:pt x="20120" y="359831"/>
                  </a:lnTo>
                  <a:lnTo>
                    <a:pt x="14242" y="344445"/>
                  </a:lnTo>
                  <a:lnTo>
                    <a:pt x="9352" y="328718"/>
                  </a:lnTo>
                  <a:lnTo>
                    <a:pt x="5469" y="312712"/>
                  </a:lnTo>
                  <a:lnTo>
                    <a:pt x="2609" y="296492"/>
                  </a:lnTo>
                  <a:lnTo>
                    <a:pt x="783" y="280123"/>
                  </a:lnTo>
                  <a:lnTo>
                    <a:pt x="0" y="263672"/>
                  </a:lnTo>
                  <a:lnTo>
                    <a:pt x="261" y="247204"/>
                  </a:lnTo>
                  <a:lnTo>
                    <a:pt x="1566" y="230785"/>
                  </a:lnTo>
                  <a:lnTo>
                    <a:pt x="3910" y="214483"/>
                  </a:lnTo>
                  <a:lnTo>
                    <a:pt x="7283" y="198361"/>
                  </a:lnTo>
                  <a:lnTo>
                    <a:pt x="11672" y="182487"/>
                  </a:lnTo>
                  <a:lnTo>
                    <a:pt x="17059" y="166922"/>
                  </a:lnTo>
                  <a:lnTo>
                    <a:pt x="23422" y="151731"/>
                  </a:lnTo>
                  <a:lnTo>
                    <a:pt x="30736" y="136974"/>
                  </a:lnTo>
                  <a:lnTo>
                    <a:pt x="38971" y="122710"/>
                  </a:lnTo>
                  <a:lnTo>
                    <a:pt x="48094" y="108997"/>
                  </a:lnTo>
                  <a:lnTo>
                    <a:pt x="58069" y="95891"/>
                  </a:lnTo>
                  <a:lnTo>
                    <a:pt x="68855" y="83444"/>
                  </a:lnTo>
                  <a:lnTo>
                    <a:pt x="80408" y="71705"/>
                  </a:lnTo>
                  <a:lnTo>
                    <a:pt x="92683" y="60724"/>
                  </a:lnTo>
                  <a:lnTo>
                    <a:pt x="105629" y="50542"/>
                  </a:lnTo>
                  <a:lnTo>
                    <a:pt x="119195" y="41203"/>
                  </a:lnTo>
                  <a:lnTo>
                    <a:pt x="133327" y="32742"/>
                  </a:lnTo>
                  <a:lnTo>
                    <a:pt x="147966" y="25195"/>
                  </a:lnTo>
                  <a:lnTo>
                    <a:pt x="163054" y="18592"/>
                  </a:lnTo>
                  <a:lnTo>
                    <a:pt x="178531" y="12959"/>
                  </a:lnTo>
                  <a:lnTo>
                    <a:pt x="194334" y="8319"/>
                  </a:lnTo>
                  <a:lnTo>
                    <a:pt x="210400" y="4690"/>
                  </a:lnTo>
                  <a:lnTo>
                    <a:pt x="226663" y="2088"/>
                  </a:lnTo>
                  <a:lnTo>
                    <a:pt x="243059" y="522"/>
                  </a:lnTo>
                  <a:lnTo>
                    <a:pt x="25952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70" name="pl470"/>
            <p:cNvSpPr/>
            <p:nvPr/>
          </p:nvSpPr>
          <p:spPr>
            <a:xfrm>
              <a:off x="5323580" y="3817355"/>
              <a:ext cx="1038085" cy="1037955"/>
            </a:xfrm>
            <a:custGeom>
              <a:avLst/>
              <a:pathLst>
                <a:path w="1038085" h="1037955">
                  <a:moveTo>
                    <a:pt x="519042" y="0"/>
                  </a:moveTo>
                  <a:lnTo>
                    <a:pt x="551966" y="1045"/>
                  </a:lnTo>
                  <a:lnTo>
                    <a:pt x="584758" y="4176"/>
                  </a:lnTo>
                  <a:lnTo>
                    <a:pt x="617284" y="9380"/>
                  </a:lnTo>
                  <a:lnTo>
                    <a:pt x="649415" y="16638"/>
                  </a:lnTo>
                  <a:lnTo>
                    <a:pt x="681021" y="25918"/>
                  </a:lnTo>
                  <a:lnTo>
                    <a:pt x="711975" y="37184"/>
                  </a:lnTo>
                  <a:lnTo>
                    <a:pt x="742152" y="50391"/>
                  </a:lnTo>
                  <a:lnTo>
                    <a:pt x="771431" y="65485"/>
                  </a:lnTo>
                  <a:lnTo>
                    <a:pt x="799693" y="82406"/>
                  </a:lnTo>
                  <a:lnTo>
                    <a:pt x="826826" y="101085"/>
                  </a:lnTo>
                  <a:lnTo>
                    <a:pt x="852719" y="121448"/>
                  </a:lnTo>
                  <a:lnTo>
                    <a:pt x="877268" y="143411"/>
                  </a:lnTo>
                  <a:lnTo>
                    <a:pt x="900375" y="166888"/>
                  </a:lnTo>
                  <a:lnTo>
                    <a:pt x="921946" y="191783"/>
                  </a:lnTo>
                  <a:lnTo>
                    <a:pt x="941895" y="217995"/>
                  </a:lnTo>
                  <a:lnTo>
                    <a:pt x="960142" y="245421"/>
                  </a:lnTo>
                  <a:lnTo>
                    <a:pt x="976612" y="273948"/>
                  </a:lnTo>
                  <a:lnTo>
                    <a:pt x="991240" y="303462"/>
                  </a:lnTo>
                  <a:lnTo>
                    <a:pt x="1003966" y="333845"/>
                  </a:lnTo>
                  <a:lnTo>
                    <a:pt x="1014740" y="364974"/>
                  </a:lnTo>
                  <a:lnTo>
                    <a:pt x="1023518" y="396723"/>
                  </a:lnTo>
                  <a:lnTo>
                    <a:pt x="1030264" y="428966"/>
                  </a:lnTo>
                  <a:lnTo>
                    <a:pt x="1034952" y="461571"/>
                  </a:lnTo>
                  <a:lnTo>
                    <a:pt x="1037563" y="494408"/>
                  </a:lnTo>
                  <a:lnTo>
                    <a:pt x="1038085" y="527344"/>
                  </a:lnTo>
                  <a:lnTo>
                    <a:pt x="1036518" y="560247"/>
                  </a:lnTo>
                  <a:lnTo>
                    <a:pt x="1032867" y="592984"/>
                  </a:lnTo>
                  <a:lnTo>
                    <a:pt x="1027147" y="625425"/>
                  </a:lnTo>
                  <a:lnTo>
                    <a:pt x="1019381" y="657436"/>
                  </a:lnTo>
                  <a:lnTo>
                    <a:pt x="1009600" y="688891"/>
                  </a:lnTo>
                  <a:lnTo>
                    <a:pt x="997844" y="719663"/>
                  </a:lnTo>
                  <a:lnTo>
                    <a:pt x="984160" y="749626"/>
                  </a:lnTo>
                  <a:lnTo>
                    <a:pt x="968603" y="778662"/>
                  </a:lnTo>
                  <a:lnTo>
                    <a:pt x="951236" y="806652"/>
                  </a:lnTo>
                  <a:lnTo>
                    <a:pt x="932129" y="833485"/>
                  </a:lnTo>
                  <a:lnTo>
                    <a:pt x="911358" y="859051"/>
                  </a:lnTo>
                  <a:lnTo>
                    <a:pt x="889008" y="883249"/>
                  </a:lnTo>
                  <a:lnTo>
                    <a:pt x="865168" y="905981"/>
                  </a:lnTo>
                  <a:lnTo>
                    <a:pt x="839934" y="927154"/>
                  </a:lnTo>
                  <a:lnTo>
                    <a:pt x="813408" y="946685"/>
                  </a:lnTo>
                  <a:lnTo>
                    <a:pt x="785696" y="964494"/>
                  </a:lnTo>
                  <a:lnTo>
                    <a:pt x="756911" y="980509"/>
                  </a:lnTo>
                  <a:lnTo>
                    <a:pt x="727169" y="994667"/>
                  </a:lnTo>
                  <a:lnTo>
                    <a:pt x="696588" y="1006910"/>
                  </a:lnTo>
                  <a:lnTo>
                    <a:pt x="665292" y="1017188"/>
                  </a:lnTo>
                  <a:lnTo>
                    <a:pt x="633407" y="1025461"/>
                  </a:lnTo>
                  <a:lnTo>
                    <a:pt x="601062" y="1031695"/>
                  </a:lnTo>
                  <a:lnTo>
                    <a:pt x="568387" y="1035865"/>
                  </a:lnTo>
                  <a:lnTo>
                    <a:pt x="535513" y="1037955"/>
                  </a:lnTo>
                  <a:lnTo>
                    <a:pt x="502572" y="1037955"/>
                  </a:lnTo>
                  <a:lnTo>
                    <a:pt x="469698" y="1035865"/>
                  </a:lnTo>
                  <a:lnTo>
                    <a:pt x="437023" y="1031695"/>
                  </a:lnTo>
                  <a:lnTo>
                    <a:pt x="404677" y="1025461"/>
                  </a:lnTo>
                  <a:lnTo>
                    <a:pt x="372793" y="1017188"/>
                  </a:lnTo>
                  <a:lnTo>
                    <a:pt x="341497" y="1006910"/>
                  </a:lnTo>
                  <a:lnTo>
                    <a:pt x="310916" y="994667"/>
                  </a:lnTo>
                  <a:lnTo>
                    <a:pt x="281173" y="980509"/>
                  </a:lnTo>
                  <a:lnTo>
                    <a:pt x="252388" y="964494"/>
                  </a:lnTo>
                  <a:lnTo>
                    <a:pt x="224677" y="946685"/>
                  </a:lnTo>
                  <a:lnTo>
                    <a:pt x="198151" y="927154"/>
                  </a:lnTo>
                  <a:lnTo>
                    <a:pt x="172917" y="905981"/>
                  </a:lnTo>
                  <a:lnTo>
                    <a:pt x="149077" y="883249"/>
                  </a:lnTo>
                  <a:lnTo>
                    <a:pt x="126727" y="859051"/>
                  </a:lnTo>
                  <a:lnTo>
                    <a:pt x="105956" y="833485"/>
                  </a:lnTo>
                  <a:lnTo>
                    <a:pt x="86849" y="806652"/>
                  </a:lnTo>
                  <a:lnTo>
                    <a:pt x="69481" y="778662"/>
                  </a:lnTo>
                  <a:lnTo>
                    <a:pt x="53925" y="749626"/>
                  </a:lnTo>
                  <a:lnTo>
                    <a:pt x="40241" y="719663"/>
                  </a:lnTo>
                  <a:lnTo>
                    <a:pt x="28485" y="688891"/>
                  </a:lnTo>
                  <a:lnTo>
                    <a:pt x="18704" y="657436"/>
                  </a:lnTo>
                  <a:lnTo>
                    <a:pt x="10938" y="625425"/>
                  </a:lnTo>
                  <a:lnTo>
                    <a:pt x="5218" y="592984"/>
                  </a:lnTo>
                  <a:lnTo>
                    <a:pt x="1567" y="560247"/>
                  </a:lnTo>
                  <a:lnTo>
                    <a:pt x="0" y="527344"/>
                  </a:lnTo>
                  <a:lnTo>
                    <a:pt x="522" y="494408"/>
                  </a:lnTo>
                  <a:lnTo>
                    <a:pt x="3133" y="461571"/>
                  </a:lnTo>
                  <a:lnTo>
                    <a:pt x="7821" y="428966"/>
                  </a:lnTo>
                  <a:lnTo>
                    <a:pt x="14567" y="396723"/>
                  </a:lnTo>
                  <a:lnTo>
                    <a:pt x="23345" y="364974"/>
                  </a:lnTo>
                  <a:lnTo>
                    <a:pt x="34119" y="333845"/>
                  </a:lnTo>
                  <a:lnTo>
                    <a:pt x="46845" y="303462"/>
                  </a:lnTo>
                  <a:lnTo>
                    <a:pt x="61473" y="273948"/>
                  </a:lnTo>
                  <a:lnTo>
                    <a:pt x="77943" y="245421"/>
                  </a:lnTo>
                  <a:lnTo>
                    <a:pt x="96189" y="217995"/>
                  </a:lnTo>
                  <a:lnTo>
                    <a:pt x="116138" y="191783"/>
                  </a:lnTo>
                  <a:lnTo>
                    <a:pt x="137710" y="166888"/>
                  </a:lnTo>
                  <a:lnTo>
                    <a:pt x="160817" y="143411"/>
                  </a:lnTo>
                  <a:lnTo>
                    <a:pt x="185366" y="121448"/>
                  </a:lnTo>
                  <a:lnTo>
                    <a:pt x="211259" y="101085"/>
                  </a:lnTo>
                  <a:lnTo>
                    <a:pt x="238391" y="82406"/>
                  </a:lnTo>
                  <a:lnTo>
                    <a:pt x="266654" y="65485"/>
                  </a:lnTo>
                  <a:lnTo>
                    <a:pt x="295932" y="50391"/>
                  </a:lnTo>
                  <a:lnTo>
                    <a:pt x="326109" y="37184"/>
                  </a:lnTo>
                  <a:lnTo>
                    <a:pt x="357063" y="25918"/>
                  </a:lnTo>
                  <a:lnTo>
                    <a:pt x="388669" y="16638"/>
                  </a:lnTo>
                  <a:lnTo>
                    <a:pt x="420800" y="9380"/>
                  </a:lnTo>
                  <a:lnTo>
                    <a:pt x="453327" y="4176"/>
                  </a:lnTo>
                  <a:lnTo>
                    <a:pt x="486118" y="1045"/>
                  </a:lnTo>
                  <a:lnTo>
                    <a:pt x="51904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5258700" y="3752467"/>
              <a:ext cx="1167846" cy="1167699"/>
            </a:xfrm>
            <a:custGeom>
              <a:avLst/>
              <a:pathLst>
                <a:path w="1167846" h="1167699">
                  <a:moveTo>
                    <a:pt x="583923" y="0"/>
                  </a:moveTo>
                  <a:lnTo>
                    <a:pt x="620962" y="1175"/>
                  </a:lnTo>
                  <a:lnTo>
                    <a:pt x="657852" y="4698"/>
                  </a:lnTo>
                  <a:lnTo>
                    <a:pt x="694445" y="10553"/>
                  </a:lnTo>
                  <a:lnTo>
                    <a:pt x="730592" y="18717"/>
                  </a:lnTo>
                  <a:lnTo>
                    <a:pt x="766149" y="29158"/>
                  </a:lnTo>
                  <a:lnTo>
                    <a:pt x="800972" y="41832"/>
                  </a:lnTo>
                  <a:lnTo>
                    <a:pt x="834922" y="56690"/>
                  </a:lnTo>
                  <a:lnTo>
                    <a:pt x="867860" y="73671"/>
                  </a:lnTo>
                  <a:lnTo>
                    <a:pt x="899655" y="92707"/>
                  </a:lnTo>
                  <a:lnTo>
                    <a:pt x="930179" y="113721"/>
                  </a:lnTo>
                  <a:lnTo>
                    <a:pt x="959309" y="136629"/>
                  </a:lnTo>
                  <a:lnTo>
                    <a:pt x="986927" y="161338"/>
                  </a:lnTo>
                  <a:lnTo>
                    <a:pt x="1012922" y="187749"/>
                  </a:lnTo>
                  <a:lnTo>
                    <a:pt x="1037190" y="215756"/>
                  </a:lnTo>
                  <a:lnTo>
                    <a:pt x="1059632" y="245245"/>
                  </a:lnTo>
                  <a:lnTo>
                    <a:pt x="1080160" y="276098"/>
                  </a:lnTo>
                  <a:lnTo>
                    <a:pt x="1098689" y="308191"/>
                  </a:lnTo>
                  <a:lnTo>
                    <a:pt x="1115145" y="341395"/>
                  </a:lnTo>
                  <a:lnTo>
                    <a:pt x="1129462" y="375576"/>
                  </a:lnTo>
                  <a:lnTo>
                    <a:pt x="1141582" y="410596"/>
                  </a:lnTo>
                  <a:lnTo>
                    <a:pt x="1151457" y="446314"/>
                  </a:lnTo>
                  <a:lnTo>
                    <a:pt x="1159047" y="482586"/>
                  </a:lnTo>
                  <a:lnTo>
                    <a:pt x="1164321" y="519267"/>
                  </a:lnTo>
                  <a:lnTo>
                    <a:pt x="1167258" y="556209"/>
                  </a:lnTo>
                  <a:lnTo>
                    <a:pt x="1167846" y="593262"/>
                  </a:lnTo>
                  <a:lnTo>
                    <a:pt x="1166083" y="630278"/>
                  </a:lnTo>
                  <a:lnTo>
                    <a:pt x="1161975" y="667108"/>
                  </a:lnTo>
                  <a:lnTo>
                    <a:pt x="1155540" y="703603"/>
                  </a:lnTo>
                  <a:lnTo>
                    <a:pt x="1146803" y="739616"/>
                  </a:lnTo>
                  <a:lnTo>
                    <a:pt x="1135800" y="775003"/>
                  </a:lnTo>
                  <a:lnTo>
                    <a:pt x="1122575" y="809621"/>
                  </a:lnTo>
                  <a:lnTo>
                    <a:pt x="1107180" y="843330"/>
                  </a:lnTo>
                  <a:lnTo>
                    <a:pt x="1089679" y="875995"/>
                  </a:lnTo>
                  <a:lnTo>
                    <a:pt x="1070141" y="907484"/>
                  </a:lnTo>
                  <a:lnTo>
                    <a:pt x="1048645" y="937670"/>
                  </a:lnTo>
                  <a:lnTo>
                    <a:pt x="1025278" y="966433"/>
                  </a:lnTo>
                  <a:lnTo>
                    <a:pt x="1000134" y="993655"/>
                  </a:lnTo>
                  <a:lnTo>
                    <a:pt x="973314" y="1019228"/>
                  </a:lnTo>
                  <a:lnTo>
                    <a:pt x="944926" y="1043049"/>
                  </a:lnTo>
                  <a:lnTo>
                    <a:pt x="915084" y="1065021"/>
                  </a:lnTo>
                  <a:lnTo>
                    <a:pt x="883909" y="1085056"/>
                  </a:lnTo>
                  <a:lnTo>
                    <a:pt x="851525" y="1103073"/>
                  </a:lnTo>
                  <a:lnTo>
                    <a:pt x="818065" y="1119001"/>
                  </a:lnTo>
                  <a:lnTo>
                    <a:pt x="783661" y="1132774"/>
                  </a:lnTo>
                  <a:lnTo>
                    <a:pt x="748454" y="1144337"/>
                  </a:lnTo>
                  <a:lnTo>
                    <a:pt x="712583" y="1153644"/>
                  </a:lnTo>
                  <a:lnTo>
                    <a:pt x="676195" y="1160657"/>
                  </a:lnTo>
                  <a:lnTo>
                    <a:pt x="639435" y="1165349"/>
                  </a:lnTo>
                  <a:lnTo>
                    <a:pt x="602452" y="1167699"/>
                  </a:lnTo>
                  <a:lnTo>
                    <a:pt x="565394" y="1167699"/>
                  </a:lnTo>
                  <a:lnTo>
                    <a:pt x="528410" y="1165349"/>
                  </a:lnTo>
                  <a:lnTo>
                    <a:pt x="491650" y="1160657"/>
                  </a:lnTo>
                  <a:lnTo>
                    <a:pt x="455262" y="1153644"/>
                  </a:lnTo>
                  <a:lnTo>
                    <a:pt x="419392" y="1144337"/>
                  </a:lnTo>
                  <a:lnTo>
                    <a:pt x="384184" y="1132774"/>
                  </a:lnTo>
                  <a:lnTo>
                    <a:pt x="349781" y="1119001"/>
                  </a:lnTo>
                  <a:lnTo>
                    <a:pt x="316320" y="1103073"/>
                  </a:lnTo>
                  <a:lnTo>
                    <a:pt x="283937" y="1085056"/>
                  </a:lnTo>
                  <a:lnTo>
                    <a:pt x="252762" y="1065021"/>
                  </a:lnTo>
                  <a:lnTo>
                    <a:pt x="222920" y="1043049"/>
                  </a:lnTo>
                  <a:lnTo>
                    <a:pt x="194532" y="1019228"/>
                  </a:lnTo>
                  <a:lnTo>
                    <a:pt x="167712" y="993655"/>
                  </a:lnTo>
                  <a:lnTo>
                    <a:pt x="142567" y="966433"/>
                  </a:lnTo>
                  <a:lnTo>
                    <a:pt x="119200" y="937670"/>
                  </a:lnTo>
                  <a:lnTo>
                    <a:pt x="97705" y="907484"/>
                  </a:lnTo>
                  <a:lnTo>
                    <a:pt x="78167" y="875995"/>
                  </a:lnTo>
                  <a:lnTo>
                    <a:pt x="60665" y="843330"/>
                  </a:lnTo>
                  <a:lnTo>
                    <a:pt x="45271" y="809621"/>
                  </a:lnTo>
                  <a:lnTo>
                    <a:pt x="32045" y="775003"/>
                  </a:lnTo>
                  <a:lnTo>
                    <a:pt x="21042" y="739616"/>
                  </a:lnTo>
                  <a:lnTo>
                    <a:pt x="12305" y="703603"/>
                  </a:lnTo>
                  <a:lnTo>
                    <a:pt x="5870" y="667108"/>
                  </a:lnTo>
                  <a:lnTo>
                    <a:pt x="1763" y="630278"/>
                  </a:lnTo>
                  <a:lnTo>
                    <a:pt x="0" y="593262"/>
                  </a:lnTo>
                  <a:lnTo>
                    <a:pt x="587" y="556209"/>
                  </a:lnTo>
                  <a:lnTo>
                    <a:pt x="3524" y="519267"/>
                  </a:lnTo>
                  <a:lnTo>
                    <a:pt x="8798" y="482586"/>
                  </a:lnTo>
                  <a:lnTo>
                    <a:pt x="16388" y="446314"/>
                  </a:lnTo>
                  <a:lnTo>
                    <a:pt x="26263" y="410596"/>
                  </a:lnTo>
                  <a:lnTo>
                    <a:pt x="38383" y="375576"/>
                  </a:lnTo>
                  <a:lnTo>
                    <a:pt x="52701" y="341395"/>
                  </a:lnTo>
                  <a:lnTo>
                    <a:pt x="69157" y="308191"/>
                  </a:lnTo>
                  <a:lnTo>
                    <a:pt x="87686" y="276098"/>
                  </a:lnTo>
                  <a:lnTo>
                    <a:pt x="108213" y="245245"/>
                  </a:lnTo>
                  <a:lnTo>
                    <a:pt x="130656" y="215756"/>
                  </a:lnTo>
                  <a:lnTo>
                    <a:pt x="154924" y="187749"/>
                  </a:lnTo>
                  <a:lnTo>
                    <a:pt x="180919" y="161338"/>
                  </a:lnTo>
                  <a:lnTo>
                    <a:pt x="208537" y="136629"/>
                  </a:lnTo>
                  <a:lnTo>
                    <a:pt x="237666" y="113721"/>
                  </a:lnTo>
                  <a:lnTo>
                    <a:pt x="268190" y="92707"/>
                  </a:lnTo>
                  <a:lnTo>
                    <a:pt x="299985" y="73671"/>
                  </a:lnTo>
                  <a:lnTo>
                    <a:pt x="332924" y="56690"/>
                  </a:lnTo>
                  <a:lnTo>
                    <a:pt x="366873" y="41832"/>
                  </a:lnTo>
                  <a:lnTo>
                    <a:pt x="401696" y="29158"/>
                  </a:lnTo>
                  <a:lnTo>
                    <a:pt x="437253" y="18717"/>
                  </a:lnTo>
                  <a:lnTo>
                    <a:pt x="473401" y="10553"/>
                  </a:lnTo>
                  <a:lnTo>
                    <a:pt x="509993" y="4698"/>
                  </a:lnTo>
                  <a:lnTo>
                    <a:pt x="546883" y="1175"/>
                  </a:lnTo>
                  <a:lnTo>
                    <a:pt x="58392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5712858" y="3969398"/>
              <a:ext cx="648872" cy="496731"/>
            </a:xfrm>
            <a:custGeom>
              <a:avLst/>
              <a:pathLst>
                <a:path w="648872" h="496731">
                  <a:moveTo>
                    <a:pt x="129764" y="237287"/>
                  </a:moveTo>
                  <a:lnTo>
                    <a:pt x="134541" y="221143"/>
                  </a:lnTo>
                  <a:lnTo>
                    <a:pt x="140374" y="205190"/>
                  </a:lnTo>
                  <a:lnTo>
                    <a:pt x="147255" y="189480"/>
                  </a:lnTo>
                  <a:lnTo>
                    <a:pt x="155173" y="174064"/>
                  </a:lnTo>
                  <a:lnTo>
                    <a:pt x="164117" y="158993"/>
                  </a:lnTo>
                  <a:lnTo>
                    <a:pt x="174071" y="144318"/>
                  </a:lnTo>
                  <a:lnTo>
                    <a:pt x="185019" y="130089"/>
                  </a:lnTo>
                  <a:lnTo>
                    <a:pt x="196942" y="116354"/>
                  </a:lnTo>
                  <a:lnTo>
                    <a:pt x="209818" y="103163"/>
                  </a:lnTo>
                  <a:lnTo>
                    <a:pt x="223624" y="90562"/>
                  </a:lnTo>
                  <a:lnTo>
                    <a:pt x="238335" y="78599"/>
                  </a:lnTo>
                  <a:lnTo>
                    <a:pt x="253923" y="67319"/>
                  </a:lnTo>
                  <a:lnTo>
                    <a:pt x="270359" y="56765"/>
                  </a:lnTo>
                  <a:lnTo>
                    <a:pt x="287611" y="46982"/>
                  </a:lnTo>
                  <a:lnTo>
                    <a:pt x="305647" y="38012"/>
                  </a:lnTo>
                  <a:lnTo>
                    <a:pt x="324430" y="29894"/>
                  </a:lnTo>
                  <a:lnTo>
                    <a:pt x="343924" y="22668"/>
                  </a:lnTo>
                  <a:lnTo>
                    <a:pt x="364090" y="16371"/>
                  </a:lnTo>
                  <a:lnTo>
                    <a:pt x="384888" y="11040"/>
                  </a:lnTo>
                  <a:lnTo>
                    <a:pt x="406276" y="6708"/>
                  </a:lnTo>
                  <a:lnTo>
                    <a:pt x="428209" y="3408"/>
                  </a:lnTo>
                  <a:lnTo>
                    <a:pt x="450644" y="1171"/>
                  </a:lnTo>
                  <a:lnTo>
                    <a:pt x="473533" y="26"/>
                  </a:lnTo>
                  <a:lnTo>
                    <a:pt x="496829" y="0"/>
                  </a:lnTo>
                  <a:lnTo>
                    <a:pt x="509147" y="12745"/>
                  </a:lnTo>
                  <a:lnTo>
                    <a:pt x="521023" y="25905"/>
                  </a:lnTo>
                  <a:lnTo>
                    <a:pt x="532442" y="39462"/>
                  </a:lnTo>
                  <a:lnTo>
                    <a:pt x="543392" y="53400"/>
                  </a:lnTo>
                  <a:lnTo>
                    <a:pt x="553860" y="67705"/>
                  </a:lnTo>
                  <a:lnTo>
                    <a:pt x="563833" y="82359"/>
                  </a:lnTo>
                  <a:lnTo>
                    <a:pt x="573300" y="97344"/>
                  </a:lnTo>
                  <a:lnTo>
                    <a:pt x="582250" y="112644"/>
                  </a:lnTo>
                  <a:lnTo>
                    <a:pt x="590673" y="128241"/>
                  </a:lnTo>
                  <a:lnTo>
                    <a:pt x="598558" y="144116"/>
                  </a:lnTo>
                  <a:lnTo>
                    <a:pt x="605896" y="160251"/>
                  </a:lnTo>
                  <a:lnTo>
                    <a:pt x="612679" y="176627"/>
                  </a:lnTo>
                  <a:lnTo>
                    <a:pt x="618900" y="193226"/>
                  </a:lnTo>
                  <a:lnTo>
                    <a:pt x="624549" y="210027"/>
                  </a:lnTo>
                  <a:lnTo>
                    <a:pt x="629622" y="227011"/>
                  </a:lnTo>
                  <a:lnTo>
                    <a:pt x="634113" y="244158"/>
                  </a:lnTo>
                  <a:lnTo>
                    <a:pt x="638015" y="261449"/>
                  </a:lnTo>
                  <a:lnTo>
                    <a:pt x="641324" y="278863"/>
                  </a:lnTo>
                  <a:lnTo>
                    <a:pt x="644037" y="296379"/>
                  </a:lnTo>
                  <a:lnTo>
                    <a:pt x="646151" y="313978"/>
                  </a:lnTo>
                  <a:lnTo>
                    <a:pt x="647662" y="331639"/>
                  </a:lnTo>
                  <a:lnTo>
                    <a:pt x="648570" y="349341"/>
                  </a:lnTo>
                  <a:lnTo>
                    <a:pt x="648872" y="367064"/>
                  </a:lnTo>
                  <a:lnTo>
                    <a:pt x="632499" y="379406"/>
                  </a:lnTo>
                  <a:lnTo>
                    <a:pt x="615842" y="390944"/>
                  </a:lnTo>
                  <a:lnTo>
                    <a:pt x="598931" y="401672"/>
                  </a:lnTo>
                  <a:lnTo>
                    <a:pt x="581797" y="411586"/>
                  </a:lnTo>
                  <a:lnTo>
                    <a:pt x="564468" y="420680"/>
                  </a:lnTo>
                  <a:lnTo>
                    <a:pt x="546975" y="428952"/>
                  </a:lnTo>
                  <a:lnTo>
                    <a:pt x="529347" y="436399"/>
                  </a:lnTo>
                  <a:lnTo>
                    <a:pt x="511614" y="443019"/>
                  </a:lnTo>
                  <a:lnTo>
                    <a:pt x="493807" y="448813"/>
                  </a:lnTo>
                  <a:lnTo>
                    <a:pt x="475956" y="453781"/>
                  </a:lnTo>
                  <a:lnTo>
                    <a:pt x="458089" y="457924"/>
                  </a:lnTo>
                  <a:lnTo>
                    <a:pt x="440236" y="461245"/>
                  </a:lnTo>
                  <a:lnTo>
                    <a:pt x="422428" y="463748"/>
                  </a:lnTo>
                  <a:lnTo>
                    <a:pt x="404694" y="465436"/>
                  </a:lnTo>
                  <a:lnTo>
                    <a:pt x="387061" y="466315"/>
                  </a:lnTo>
                  <a:lnTo>
                    <a:pt x="369561" y="466391"/>
                  </a:lnTo>
                  <a:lnTo>
                    <a:pt x="352221" y="465673"/>
                  </a:lnTo>
                  <a:lnTo>
                    <a:pt x="335069" y="464166"/>
                  </a:lnTo>
                  <a:lnTo>
                    <a:pt x="318134" y="461882"/>
                  </a:lnTo>
                  <a:lnTo>
                    <a:pt x="301444" y="458829"/>
                  </a:lnTo>
                  <a:lnTo>
                    <a:pt x="285026" y="455019"/>
                  </a:lnTo>
                  <a:lnTo>
                    <a:pt x="268906" y="450463"/>
                  </a:lnTo>
                  <a:lnTo>
                    <a:pt x="253112" y="445174"/>
                  </a:lnTo>
                  <a:lnTo>
                    <a:pt x="237670" y="439165"/>
                  </a:lnTo>
                  <a:lnTo>
                    <a:pt x="222605" y="432450"/>
                  </a:lnTo>
                  <a:lnTo>
                    <a:pt x="207943" y="425045"/>
                  </a:lnTo>
                  <a:lnTo>
                    <a:pt x="193708" y="416966"/>
                  </a:lnTo>
                  <a:lnTo>
                    <a:pt x="179924" y="408229"/>
                  </a:lnTo>
                  <a:lnTo>
                    <a:pt x="166615" y="398852"/>
                  </a:lnTo>
                  <a:lnTo>
                    <a:pt x="153804" y="388853"/>
                  </a:lnTo>
                  <a:lnTo>
                    <a:pt x="141513" y="378250"/>
                  </a:lnTo>
                  <a:lnTo>
                    <a:pt x="129764" y="367064"/>
                  </a:lnTo>
                  <a:lnTo>
                    <a:pt x="117996" y="366223"/>
                  </a:lnTo>
                  <a:lnTo>
                    <a:pt x="106409" y="363706"/>
                  </a:lnTo>
                  <a:lnTo>
                    <a:pt x="95179" y="359541"/>
                  </a:lnTo>
                  <a:lnTo>
                    <a:pt x="84484" y="353769"/>
                  </a:lnTo>
                  <a:lnTo>
                    <a:pt x="74494" y="346450"/>
                  </a:lnTo>
                  <a:lnTo>
                    <a:pt x="65374" y="337658"/>
                  </a:lnTo>
                  <a:lnTo>
                    <a:pt x="57281" y="327485"/>
                  </a:lnTo>
                  <a:lnTo>
                    <a:pt x="50364" y="316037"/>
                  </a:lnTo>
                  <a:lnTo>
                    <a:pt x="44762" y="303432"/>
                  </a:lnTo>
                  <a:lnTo>
                    <a:pt x="40602" y="289805"/>
                  </a:lnTo>
                  <a:lnTo>
                    <a:pt x="37998" y="275298"/>
                  </a:lnTo>
                  <a:lnTo>
                    <a:pt x="29587" y="284562"/>
                  </a:lnTo>
                  <a:lnTo>
                    <a:pt x="22108" y="294593"/>
                  </a:lnTo>
                  <a:lnTo>
                    <a:pt x="15629" y="305297"/>
                  </a:lnTo>
                  <a:lnTo>
                    <a:pt x="10211" y="316576"/>
                  </a:lnTo>
                  <a:lnTo>
                    <a:pt x="5904" y="328324"/>
                  </a:lnTo>
                  <a:lnTo>
                    <a:pt x="2749" y="340432"/>
                  </a:lnTo>
                  <a:lnTo>
                    <a:pt x="775" y="352788"/>
                  </a:lnTo>
                  <a:lnTo>
                    <a:pt x="0" y="365276"/>
                  </a:lnTo>
                  <a:lnTo>
                    <a:pt x="430" y="377781"/>
                  </a:lnTo>
                  <a:lnTo>
                    <a:pt x="2064" y="390187"/>
                  </a:lnTo>
                  <a:lnTo>
                    <a:pt x="4884" y="402377"/>
                  </a:lnTo>
                  <a:lnTo>
                    <a:pt x="8865" y="414239"/>
                  </a:lnTo>
                  <a:lnTo>
                    <a:pt x="13970" y="425663"/>
                  </a:lnTo>
                  <a:lnTo>
                    <a:pt x="20152" y="436542"/>
                  </a:lnTo>
                  <a:lnTo>
                    <a:pt x="27352" y="446775"/>
                  </a:lnTo>
                  <a:lnTo>
                    <a:pt x="35504" y="456267"/>
                  </a:lnTo>
                  <a:lnTo>
                    <a:pt x="44533" y="464930"/>
                  </a:lnTo>
                  <a:lnTo>
                    <a:pt x="54354" y="472683"/>
                  </a:lnTo>
                  <a:lnTo>
                    <a:pt x="64876" y="479455"/>
                  </a:lnTo>
                  <a:lnTo>
                    <a:pt x="76001" y="485181"/>
                  </a:lnTo>
                  <a:lnTo>
                    <a:pt x="87626" y="489810"/>
                  </a:lnTo>
                  <a:lnTo>
                    <a:pt x="99642" y="493297"/>
                  </a:lnTo>
                  <a:lnTo>
                    <a:pt x="111939" y="495611"/>
                  </a:lnTo>
                  <a:lnTo>
                    <a:pt x="124401" y="496731"/>
                  </a:lnTo>
                  <a:lnTo>
                    <a:pt x="136913" y="496644"/>
                  </a:lnTo>
                  <a:lnTo>
                    <a:pt x="149359" y="495354"/>
                  </a:lnTo>
                  <a:lnTo>
                    <a:pt x="161623" y="492870"/>
                  </a:lnTo>
                  <a:lnTo>
                    <a:pt x="173590" y="489218"/>
                  </a:lnTo>
                  <a:lnTo>
                    <a:pt x="185150" y="484429"/>
                  </a:lnTo>
                  <a:lnTo>
                    <a:pt x="196195" y="478550"/>
                  </a:lnTo>
                  <a:lnTo>
                    <a:pt x="206623" y="471634"/>
                  </a:lnTo>
                  <a:lnTo>
                    <a:pt x="216336" y="463747"/>
                  </a:lnTo>
                  <a:lnTo>
                    <a:pt x="225244" y="454960"/>
                  </a:lnTo>
                  <a:lnTo>
                    <a:pt x="233265" y="445356"/>
                  </a:lnTo>
                  <a:lnTo>
                    <a:pt x="240324" y="435025"/>
                  </a:lnTo>
                  <a:lnTo>
                    <a:pt x="246355" y="424062"/>
                  </a:lnTo>
                  <a:lnTo>
                    <a:pt x="251302" y="412569"/>
                  </a:lnTo>
                  <a:lnTo>
                    <a:pt x="255119" y="400653"/>
                  </a:lnTo>
                  <a:lnTo>
                    <a:pt x="257771" y="388425"/>
                  </a:lnTo>
                  <a:lnTo>
                    <a:pt x="259233" y="375998"/>
                  </a:lnTo>
                  <a:lnTo>
                    <a:pt x="259492" y="363489"/>
                  </a:lnTo>
                  <a:lnTo>
                    <a:pt x="258545" y="351012"/>
                  </a:lnTo>
                  <a:lnTo>
                    <a:pt x="256400" y="338685"/>
                  </a:lnTo>
                  <a:lnTo>
                    <a:pt x="253079" y="326621"/>
                  </a:lnTo>
                  <a:lnTo>
                    <a:pt x="248611" y="314934"/>
                  </a:lnTo>
                  <a:lnTo>
                    <a:pt x="243038" y="303731"/>
                  </a:lnTo>
                  <a:lnTo>
                    <a:pt x="236412" y="293116"/>
                  </a:lnTo>
                  <a:lnTo>
                    <a:pt x="228795" y="283190"/>
                  </a:lnTo>
                  <a:lnTo>
                    <a:pt x="220257" y="274043"/>
                  </a:lnTo>
                  <a:lnTo>
                    <a:pt x="210878" y="265760"/>
                  </a:lnTo>
                  <a:lnTo>
                    <a:pt x="200746" y="258419"/>
                  </a:lnTo>
                  <a:lnTo>
                    <a:pt x="189953" y="252089"/>
                  </a:lnTo>
                  <a:lnTo>
                    <a:pt x="178601" y="246827"/>
                  </a:lnTo>
                  <a:lnTo>
                    <a:pt x="166794" y="242683"/>
                  </a:lnTo>
                  <a:lnTo>
                    <a:pt x="154644" y="239695"/>
                  </a:lnTo>
                  <a:lnTo>
                    <a:pt x="142262" y="237891"/>
                  </a:lnTo>
                  <a:close/>
                </a:path>
              </a:pathLst>
            </a:custGeom>
            <a:solidFill>
              <a:srgbClr val="9DCC8A">
                <a:alpha val="25882"/>
              </a:srgbClr>
            </a:solidFill>
            <a:ln w="24933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5750857" y="3969398"/>
              <a:ext cx="610874" cy="466391"/>
            </a:xfrm>
            <a:custGeom>
              <a:avLst/>
              <a:pathLst>
                <a:path w="610874" h="466391">
                  <a:moveTo>
                    <a:pt x="91766" y="237287"/>
                  </a:moveTo>
                  <a:lnTo>
                    <a:pt x="96543" y="221143"/>
                  </a:lnTo>
                  <a:lnTo>
                    <a:pt x="102376" y="205190"/>
                  </a:lnTo>
                  <a:lnTo>
                    <a:pt x="109256" y="189480"/>
                  </a:lnTo>
                  <a:lnTo>
                    <a:pt x="117175" y="174064"/>
                  </a:lnTo>
                  <a:lnTo>
                    <a:pt x="126118" y="158993"/>
                  </a:lnTo>
                  <a:lnTo>
                    <a:pt x="136073" y="144318"/>
                  </a:lnTo>
                  <a:lnTo>
                    <a:pt x="147021" y="130089"/>
                  </a:lnTo>
                  <a:lnTo>
                    <a:pt x="158943" y="116354"/>
                  </a:lnTo>
                  <a:lnTo>
                    <a:pt x="171819" y="103163"/>
                  </a:lnTo>
                  <a:lnTo>
                    <a:pt x="185626" y="90562"/>
                  </a:lnTo>
                  <a:lnTo>
                    <a:pt x="200336" y="78599"/>
                  </a:lnTo>
                  <a:lnTo>
                    <a:pt x="215925" y="67319"/>
                  </a:lnTo>
                  <a:lnTo>
                    <a:pt x="232360" y="56765"/>
                  </a:lnTo>
                  <a:lnTo>
                    <a:pt x="249613" y="46982"/>
                  </a:lnTo>
                  <a:lnTo>
                    <a:pt x="267648" y="38012"/>
                  </a:lnTo>
                  <a:lnTo>
                    <a:pt x="286431" y="29894"/>
                  </a:lnTo>
                  <a:lnTo>
                    <a:pt x="305925" y="22668"/>
                  </a:lnTo>
                  <a:lnTo>
                    <a:pt x="326092" y="16371"/>
                  </a:lnTo>
                  <a:lnTo>
                    <a:pt x="346890" y="11040"/>
                  </a:lnTo>
                  <a:lnTo>
                    <a:pt x="368277" y="6708"/>
                  </a:lnTo>
                  <a:lnTo>
                    <a:pt x="390211" y="3408"/>
                  </a:lnTo>
                  <a:lnTo>
                    <a:pt x="412646" y="1171"/>
                  </a:lnTo>
                  <a:lnTo>
                    <a:pt x="435535" y="26"/>
                  </a:lnTo>
                  <a:lnTo>
                    <a:pt x="458831" y="0"/>
                  </a:lnTo>
                  <a:lnTo>
                    <a:pt x="471149" y="12745"/>
                  </a:lnTo>
                  <a:lnTo>
                    <a:pt x="483024" y="25905"/>
                  </a:lnTo>
                  <a:lnTo>
                    <a:pt x="494444" y="39462"/>
                  </a:lnTo>
                  <a:lnTo>
                    <a:pt x="505394" y="53400"/>
                  </a:lnTo>
                  <a:lnTo>
                    <a:pt x="515861" y="67705"/>
                  </a:lnTo>
                  <a:lnTo>
                    <a:pt x="525835" y="82359"/>
                  </a:lnTo>
                  <a:lnTo>
                    <a:pt x="535302" y="97344"/>
                  </a:lnTo>
                  <a:lnTo>
                    <a:pt x="544252" y="112644"/>
                  </a:lnTo>
                  <a:lnTo>
                    <a:pt x="552674" y="128241"/>
                  </a:lnTo>
                  <a:lnTo>
                    <a:pt x="560559" y="144116"/>
                  </a:lnTo>
                  <a:lnTo>
                    <a:pt x="567898" y="160251"/>
                  </a:lnTo>
                  <a:lnTo>
                    <a:pt x="574681" y="176627"/>
                  </a:lnTo>
                  <a:lnTo>
                    <a:pt x="580901" y="193226"/>
                  </a:lnTo>
                  <a:lnTo>
                    <a:pt x="586551" y="210027"/>
                  </a:lnTo>
                  <a:lnTo>
                    <a:pt x="591624" y="227011"/>
                  </a:lnTo>
                  <a:lnTo>
                    <a:pt x="596114" y="244158"/>
                  </a:lnTo>
                  <a:lnTo>
                    <a:pt x="600016" y="261449"/>
                  </a:lnTo>
                  <a:lnTo>
                    <a:pt x="603326" y="278863"/>
                  </a:lnTo>
                  <a:lnTo>
                    <a:pt x="606039" y="296379"/>
                  </a:lnTo>
                  <a:lnTo>
                    <a:pt x="608152" y="313978"/>
                  </a:lnTo>
                  <a:lnTo>
                    <a:pt x="609664" y="331639"/>
                  </a:lnTo>
                  <a:lnTo>
                    <a:pt x="610571" y="349341"/>
                  </a:lnTo>
                  <a:lnTo>
                    <a:pt x="610874" y="367064"/>
                  </a:lnTo>
                  <a:lnTo>
                    <a:pt x="594500" y="379406"/>
                  </a:lnTo>
                  <a:lnTo>
                    <a:pt x="577843" y="390944"/>
                  </a:lnTo>
                  <a:lnTo>
                    <a:pt x="560933" y="401672"/>
                  </a:lnTo>
                  <a:lnTo>
                    <a:pt x="543798" y="411586"/>
                  </a:lnTo>
                  <a:lnTo>
                    <a:pt x="526469" y="420680"/>
                  </a:lnTo>
                  <a:lnTo>
                    <a:pt x="508976" y="428952"/>
                  </a:lnTo>
                  <a:lnTo>
                    <a:pt x="491348" y="436399"/>
                  </a:lnTo>
                  <a:lnTo>
                    <a:pt x="473616" y="443019"/>
                  </a:lnTo>
                  <a:lnTo>
                    <a:pt x="455809" y="448813"/>
                  </a:lnTo>
                  <a:lnTo>
                    <a:pt x="437957" y="453781"/>
                  </a:lnTo>
                  <a:lnTo>
                    <a:pt x="420090" y="457924"/>
                  </a:lnTo>
                  <a:lnTo>
                    <a:pt x="402238" y="461245"/>
                  </a:lnTo>
                  <a:lnTo>
                    <a:pt x="384430" y="463748"/>
                  </a:lnTo>
                  <a:lnTo>
                    <a:pt x="366695" y="465436"/>
                  </a:lnTo>
                  <a:lnTo>
                    <a:pt x="349063" y="466315"/>
                  </a:lnTo>
                  <a:lnTo>
                    <a:pt x="331562" y="466391"/>
                  </a:lnTo>
                  <a:lnTo>
                    <a:pt x="314222" y="465673"/>
                  </a:lnTo>
                  <a:lnTo>
                    <a:pt x="297071" y="464166"/>
                  </a:lnTo>
                  <a:lnTo>
                    <a:pt x="280136" y="461882"/>
                  </a:lnTo>
                  <a:lnTo>
                    <a:pt x="263445" y="458829"/>
                  </a:lnTo>
                  <a:lnTo>
                    <a:pt x="247027" y="455019"/>
                  </a:lnTo>
                  <a:lnTo>
                    <a:pt x="230908" y="450463"/>
                  </a:lnTo>
                  <a:lnTo>
                    <a:pt x="215114" y="445174"/>
                  </a:lnTo>
                  <a:lnTo>
                    <a:pt x="199671" y="439165"/>
                  </a:lnTo>
                  <a:lnTo>
                    <a:pt x="184607" y="432450"/>
                  </a:lnTo>
                  <a:lnTo>
                    <a:pt x="169944" y="425045"/>
                  </a:lnTo>
                  <a:lnTo>
                    <a:pt x="155709" y="416966"/>
                  </a:lnTo>
                  <a:lnTo>
                    <a:pt x="141925" y="408229"/>
                  </a:lnTo>
                  <a:lnTo>
                    <a:pt x="128616" y="398852"/>
                  </a:lnTo>
                  <a:lnTo>
                    <a:pt x="115805" y="388853"/>
                  </a:lnTo>
                  <a:lnTo>
                    <a:pt x="103515" y="378250"/>
                  </a:lnTo>
                  <a:lnTo>
                    <a:pt x="91766" y="367064"/>
                  </a:lnTo>
                  <a:lnTo>
                    <a:pt x="91766" y="367064"/>
                  </a:lnTo>
                  <a:lnTo>
                    <a:pt x="91766" y="367064"/>
                  </a:lnTo>
                  <a:lnTo>
                    <a:pt x="91766" y="367064"/>
                  </a:lnTo>
                  <a:lnTo>
                    <a:pt x="79998" y="366223"/>
                  </a:lnTo>
                  <a:lnTo>
                    <a:pt x="68410" y="363706"/>
                  </a:lnTo>
                  <a:lnTo>
                    <a:pt x="57181" y="359541"/>
                  </a:lnTo>
                  <a:lnTo>
                    <a:pt x="46486" y="353769"/>
                  </a:lnTo>
                  <a:lnTo>
                    <a:pt x="36495" y="346450"/>
                  </a:lnTo>
                  <a:lnTo>
                    <a:pt x="27375" y="337658"/>
                  </a:lnTo>
                  <a:lnTo>
                    <a:pt x="19282" y="327485"/>
                  </a:lnTo>
                  <a:lnTo>
                    <a:pt x="12365" y="316037"/>
                  </a:lnTo>
                  <a:lnTo>
                    <a:pt x="6763" y="303432"/>
                  </a:lnTo>
                  <a:lnTo>
                    <a:pt x="2603" y="289805"/>
                  </a:lnTo>
                  <a:lnTo>
                    <a:pt x="0" y="275298"/>
                  </a:lnTo>
                </a:path>
              </a:pathLst>
            </a:custGeom>
            <a:ln w="24933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5811022" y="4175085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6178087" y="3937797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6330130" y="4304862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5811022" y="4304862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5811022" y="4304862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5811022" y="4304862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5811022" y="4304862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5719255" y="4213096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l482"/>
            <p:cNvSpPr/>
            <p:nvPr/>
          </p:nvSpPr>
          <p:spPr>
            <a:xfrm>
              <a:off x="5842623" y="3817355"/>
              <a:ext cx="0" cy="519108"/>
            </a:xfrm>
            <a:custGeom>
              <a:avLst/>
              <a:pathLst>
                <a:path w="0" h="519108">
                  <a:moveTo>
                    <a:pt x="0" y="519108"/>
                  </a:moveTo>
                  <a:lnTo>
                    <a:pt x="0" y="501207"/>
                  </a:lnTo>
                  <a:lnTo>
                    <a:pt x="0" y="483307"/>
                  </a:lnTo>
                  <a:lnTo>
                    <a:pt x="0" y="465407"/>
                  </a:lnTo>
                  <a:lnTo>
                    <a:pt x="0" y="447507"/>
                  </a:lnTo>
                  <a:lnTo>
                    <a:pt x="0" y="429606"/>
                  </a:lnTo>
                  <a:lnTo>
                    <a:pt x="0" y="411706"/>
                  </a:lnTo>
                  <a:lnTo>
                    <a:pt x="0" y="393806"/>
                  </a:lnTo>
                  <a:lnTo>
                    <a:pt x="0" y="375905"/>
                  </a:lnTo>
                  <a:lnTo>
                    <a:pt x="0" y="358005"/>
                  </a:lnTo>
                  <a:lnTo>
                    <a:pt x="0" y="340105"/>
                  </a:lnTo>
                  <a:lnTo>
                    <a:pt x="0" y="322205"/>
                  </a:lnTo>
                  <a:lnTo>
                    <a:pt x="0" y="304304"/>
                  </a:lnTo>
                  <a:lnTo>
                    <a:pt x="0" y="286404"/>
                  </a:lnTo>
                  <a:lnTo>
                    <a:pt x="0" y="268504"/>
                  </a:lnTo>
                  <a:lnTo>
                    <a:pt x="0" y="250603"/>
                  </a:lnTo>
                  <a:lnTo>
                    <a:pt x="0" y="232703"/>
                  </a:lnTo>
                  <a:lnTo>
                    <a:pt x="0" y="214803"/>
                  </a:lnTo>
                  <a:lnTo>
                    <a:pt x="0" y="196903"/>
                  </a:lnTo>
                  <a:lnTo>
                    <a:pt x="0" y="179002"/>
                  </a:lnTo>
                  <a:lnTo>
                    <a:pt x="0" y="161102"/>
                  </a:lnTo>
                  <a:lnTo>
                    <a:pt x="0" y="143202"/>
                  </a:lnTo>
                  <a:lnTo>
                    <a:pt x="0" y="125301"/>
                  </a:lnTo>
                  <a:lnTo>
                    <a:pt x="0" y="107401"/>
                  </a:lnTo>
                  <a:lnTo>
                    <a:pt x="0" y="89501"/>
                  </a:lnTo>
                  <a:lnTo>
                    <a:pt x="0" y="71601"/>
                  </a:lnTo>
                  <a:lnTo>
                    <a:pt x="0" y="53700"/>
                  </a:lnTo>
                  <a:lnTo>
                    <a:pt x="0" y="35800"/>
                  </a:lnTo>
                  <a:lnTo>
                    <a:pt x="0" y="1790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l483"/>
            <p:cNvSpPr/>
            <p:nvPr/>
          </p:nvSpPr>
          <p:spPr>
            <a:xfrm>
              <a:off x="5842623" y="3969398"/>
              <a:ext cx="367064" cy="367064"/>
            </a:xfrm>
            <a:custGeom>
              <a:avLst/>
              <a:pathLst>
                <a:path w="367064" h="367064">
                  <a:moveTo>
                    <a:pt x="0" y="367064"/>
                  </a:moveTo>
                  <a:lnTo>
                    <a:pt x="12657" y="354407"/>
                  </a:lnTo>
                  <a:lnTo>
                    <a:pt x="25314" y="341750"/>
                  </a:lnTo>
                  <a:lnTo>
                    <a:pt x="37972" y="329092"/>
                  </a:lnTo>
                  <a:lnTo>
                    <a:pt x="50629" y="316435"/>
                  </a:lnTo>
                  <a:lnTo>
                    <a:pt x="63287" y="303777"/>
                  </a:lnTo>
                  <a:lnTo>
                    <a:pt x="75944" y="291120"/>
                  </a:lnTo>
                  <a:lnTo>
                    <a:pt x="88601" y="278463"/>
                  </a:lnTo>
                  <a:lnTo>
                    <a:pt x="101259" y="265805"/>
                  </a:lnTo>
                  <a:lnTo>
                    <a:pt x="113916" y="253148"/>
                  </a:lnTo>
                  <a:lnTo>
                    <a:pt x="126574" y="240490"/>
                  </a:lnTo>
                  <a:lnTo>
                    <a:pt x="139231" y="227833"/>
                  </a:lnTo>
                  <a:lnTo>
                    <a:pt x="151888" y="215175"/>
                  </a:lnTo>
                  <a:lnTo>
                    <a:pt x="164546" y="202518"/>
                  </a:lnTo>
                  <a:lnTo>
                    <a:pt x="177203" y="189861"/>
                  </a:lnTo>
                  <a:lnTo>
                    <a:pt x="189861" y="177203"/>
                  </a:lnTo>
                  <a:lnTo>
                    <a:pt x="202518" y="164546"/>
                  </a:lnTo>
                  <a:lnTo>
                    <a:pt x="215175" y="151888"/>
                  </a:lnTo>
                  <a:lnTo>
                    <a:pt x="227833" y="139231"/>
                  </a:lnTo>
                  <a:lnTo>
                    <a:pt x="240490" y="126574"/>
                  </a:lnTo>
                  <a:lnTo>
                    <a:pt x="253148" y="113916"/>
                  </a:lnTo>
                  <a:lnTo>
                    <a:pt x="265805" y="101259"/>
                  </a:lnTo>
                  <a:lnTo>
                    <a:pt x="278463" y="88601"/>
                  </a:lnTo>
                  <a:lnTo>
                    <a:pt x="291120" y="75944"/>
                  </a:lnTo>
                  <a:lnTo>
                    <a:pt x="303777" y="63287"/>
                  </a:lnTo>
                  <a:lnTo>
                    <a:pt x="316435" y="50629"/>
                  </a:lnTo>
                  <a:lnTo>
                    <a:pt x="329092" y="37972"/>
                  </a:lnTo>
                  <a:lnTo>
                    <a:pt x="341750" y="25314"/>
                  </a:lnTo>
                  <a:lnTo>
                    <a:pt x="354407" y="12657"/>
                  </a:lnTo>
                  <a:lnTo>
                    <a:pt x="367064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l484"/>
            <p:cNvSpPr/>
            <p:nvPr/>
          </p:nvSpPr>
          <p:spPr>
            <a:xfrm>
              <a:off x="5842623" y="4336463"/>
              <a:ext cx="519108" cy="0"/>
            </a:xfrm>
            <a:custGeom>
              <a:avLst/>
              <a:pathLst>
                <a:path w="519108" h="0">
                  <a:moveTo>
                    <a:pt x="0" y="0"/>
                  </a:moveTo>
                  <a:lnTo>
                    <a:pt x="17900" y="0"/>
                  </a:lnTo>
                  <a:lnTo>
                    <a:pt x="35800" y="0"/>
                  </a:lnTo>
                  <a:lnTo>
                    <a:pt x="53700" y="0"/>
                  </a:lnTo>
                  <a:lnTo>
                    <a:pt x="71601" y="0"/>
                  </a:lnTo>
                  <a:lnTo>
                    <a:pt x="89501" y="0"/>
                  </a:lnTo>
                  <a:lnTo>
                    <a:pt x="107401" y="0"/>
                  </a:lnTo>
                  <a:lnTo>
                    <a:pt x="125301" y="0"/>
                  </a:lnTo>
                  <a:lnTo>
                    <a:pt x="143202" y="0"/>
                  </a:lnTo>
                  <a:lnTo>
                    <a:pt x="161102" y="0"/>
                  </a:lnTo>
                  <a:lnTo>
                    <a:pt x="179002" y="0"/>
                  </a:lnTo>
                  <a:lnTo>
                    <a:pt x="196903" y="0"/>
                  </a:lnTo>
                  <a:lnTo>
                    <a:pt x="214803" y="0"/>
                  </a:lnTo>
                  <a:lnTo>
                    <a:pt x="232703" y="0"/>
                  </a:lnTo>
                  <a:lnTo>
                    <a:pt x="250603" y="0"/>
                  </a:lnTo>
                  <a:lnTo>
                    <a:pt x="268504" y="0"/>
                  </a:lnTo>
                  <a:lnTo>
                    <a:pt x="286404" y="0"/>
                  </a:lnTo>
                  <a:lnTo>
                    <a:pt x="304304" y="0"/>
                  </a:lnTo>
                  <a:lnTo>
                    <a:pt x="322205" y="0"/>
                  </a:lnTo>
                  <a:lnTo>
                    <a:pt x="340105" y="0"/>
                  </a:lnTo>
                  <a:lnTo>
                    <a:pt x="358005" y="0"/>
                  </a:lnTo>
                  <a:lnTo>
                    <a:pt x="375905" y="0"/>
                  </a:lnTo>
                  <a:lnTo>
                    <a:pt x="393806" y="0"/>
                  </a:lnTo>
                  <a:lnTo>
                    <a:pt x="411706" y="0"/>
                  </a:lnTo>
                  <a:lnTo>
                    <a:pt x="429606" y="0"/>
                  </a:lnTo>
                  <a:lnTo>
                    <a:pt x="447507" y="0"/>
                  </a:lnTo>
                  <a:lnTo>
                    <a:pt x="465407" y="0"/>
                  </a:lnTo>
                  <a:lnTo>
                    <a:pt x="483307" y="0"/>
                  </a:lnTo>
                  <a:lnTo>
                    <a:pt x="501207" y="0"/>
                  </a:lnTo>
                  <a:lnTo>
                    <a:pt x="519108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l485"/>
            <p:cNvSpPr/>
            <p:nvPr/>
          </p:nvSpPr>
          <p:spPr>
            <a:xfrm>
              <a:off x="5842623" y="4336463"/>
              <a:ext cx="367064" cy="367064"/>
            </a:xfrm>
            <a:custGeom>
              <a:avLst/>
              <a:pathLst>
                <a:path w="367064" h="367064">
                  <a:moveTo>
                    <a:pt x="0" y="0"/>
                  </a:moveTo>
                  <a:lnTo>
                    <a:pt x="12657" y="12657"/>
                  </a:lnTo>
                  <a:lnTo>
                    <a:pt x="25314" y="25314"/>
                  </a:lnTo>
                  <a:lnTo>
                    <a:pt x="37972" y="37972"/>
                  </a:lnTo>
                  <a:lnTo>
                    <a:pt x="50629" y="50629"/>
                  </a:lnTo>
                  <a:lnTo>
                    <a:pt x="63287" y="63287"/>
                  </a:lnTo>
                  <a:lnTo>
                    <a:pt x="75944" y="75944"/>
                  </a:lnTo>
                  <a:lnTo>
                    <a:pt x="88601" y="88601"/>
                  </a:lnTo>
                  <a:lnTo>
                    <a:pt x="101259" y="101259"/>
                  </a:lnTo>
                  <a:lnTo>
                    <a:pt x="113916" y="113916"/>
                  </a:lnTo>
                  <a:lnTo>
                    <a:pt x="126574" y="126574"/>
                  </a:lnTo>
                  <a:lnTo>
                    <a:pt x="139231" y="139231"/>
                  </a:lnTo>
                  <a:lnTo>
                    <a:pt x="151888" y="151888"/>
                  </a:lnTo>
                  <a:lnTo>
                    <a:pt x="164546" y="164546"/>
                  </a:lnTo>
                  <a:lnTo>
                    <a:pt x="177203" y="177203"/>
                  </a:lnTo>
                  <a:lnTo>
                    <a:pt x="189861" y="189861"/>
                  </a:lnTo>
                  <a:lnTo>
                    <a:pt x="202518" y="202518"/>
                  </a:lnTo>
                  <a:lnTo>
                    <a:pt x="215175" y="215175"/>
                  </a:lnTo>
                  <a:lnTo>
                    <a:pt x="227833" y="227833"/>
                  </a:lnTo>
                  <a:lnTo>
                    <a:pt x="240490" y="240490"/>
                  </a:lnTo>
                  <a:lnTo>
                    <a:pt x="253148" y="253148"/>
                  </a:lnTo>
                  <a:lnTo>
                    <a:pt x="265805" y="265805"/>
                  </a:lnTo>
                  <a:lnTo>
                    <a:pt x="278463" y="278463"/>
                  </a:lnTo>
                  <a:lnTo>
                    <a:pt x="291120" y="291120"/>
                  </a:lnTo>
                  <a:lnTo>
                    <a:pt x="303777" y="303777"/>
                  </a:lnTo>
                  <a:lnTo>
                    <a:pt x="316435" y="316435"/>
                  </a:lnTo>
                  <a:lnTo>
                    <a:pt x="329092" y="329092"/>
                  </a:lnTo>
                  <a:lnTo>
                    <a:pt x="341750" y="341750"/>
                  </a:lnTo>
                  <a:lnTo>
                    <a:pt x="354407" y="354407"/>
                  </a:lnTo>
                  <a:lnTo>
                    <a:pt x="367064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l486"/>
            <p:cNvSpPr/>
            <p:nvPr/>
          </p:nvSpPr>
          <p:spPr>
            <a:xfrm>
              <a:off x="5842623" y="4336463"/>
              <a:ext cx="0" cy="519108"/>
            </a:xfrm>
            <a:custGeom>
              <a:avLst/>
              <a:pathLst>
                <a:path w="0" h="519108">
                  <a:moveTo>
                    <a:pt x="0" y="0"/>
                  </a:moveTo>
                  <a:lnTo>
                    <a:pt x="0" y="17900"/>
                  </a:lnTo>
                  <a:lnTo>
                    <a:pt x="0" y="35800"/>
                  </a:lnTo>
                  <a:lnTo>
                    <a:pt x="0" y="53700"/>
                  </a:lnTo>
                  <a:lnTo>
                    <a:pt x="0" y="71601"/>
                  </a:lnTo>
                  <a:lnTo>
                    <a:pt x="0" y="89501"/>
                  </a:lnTo>
                  <a:lnTo>
                    <a:pt x="0" y="107401"/>
                  </a:lnTo>
                  <a:lnTo>
                    <a:pt x="0" y="125301"/>
                  </a:lnTo>
                  <a:lnTo>
                    <a:pt x="0" y="143202"/>
                  </a:lnTo>
                  <a:lnTo>
                    <a:pt x="0" y="161102"/>
                  </a:lnTo>
                  <a:lnTo>
                    <a:pt x="0" y="179002"/>
                  </a:lnTo>
                  <a:lnTo>
                    <a:pt x="0" y="196903"/>
                  </a:lnTo>
                  <a:lnTo>
                    <a:pt x="0" y="214803"/>
                  </a:lnTo>
                  <a:lnTo>
                    <a:pt x="0" y="232703"/>
                  </a:lnTo>
                  <a:lnTo>
                    <a:pt x="0" y="250603"/>
                  </a:lnTo>
                  <a:lnTo>
                    <a:pt x="0" y="268504"/>
                  </a:lnTo>
                  <a:lnTo>
                    <a:pt x="0" y="286404"/>
                  </a:lnTo>
                  <a:lnTo>
                    <a:pt x="0" y="304304"/>
                  </a:lnTo>
                  <a:lnTo>
                    <a:pt x="0" y="322205"/>
                  </a:lnTo>
                  <a:lnTo>
                    <a:pt x="0" y="340105"/>
                  </a:lnTo>
                  <a:lnTo>
                    <a:pt x="0" y="358005"/>
                  </a:lnTo>
                  <a:lnTo>
                    <a:pt x="0" y="375905"/>
                  </a:lnTo>
                  <a:lnTo>
                    <a:pt x="0" y="393806"/>
                  </a:lnTo>
                  <a:lnTo>
                    <a:pt x="0" y="411706"/>
                  </a:lnTo>
                  <a:lnTo>
                    <a:pt x="0" y="429606"/>
                  </a:lnTo>
                  <a:lnTo>
                    <a:pt x="0" y="447507"/>
                  </a:lnTo>
                  <a:lnTo>
                    <a:pt x="0" y="465407"/>
                  </a:lnTo>
                  <a:lnTo>
                    <a:pt x="0" y="483307"/>
                  </a:lnTo>
                  <a:lnTo>
                    <a:pt x="0" y="501207"/>
                  </a:lnTo>
                  <a:lnTo>
                    <a:pt x="0" y="519108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l487"/>
            <p:cNvSpPr/>
            <p:nvPr/>
          </p:nvSpPr>
          <p:spPr>
            <a:xfrm>
              <a:off x="5475558" y="4336463"/>
              <a:ext cx="367064" cy="367064"/>
            </a:xfrm>
            <a:custGeom>
              <a:avLst/>
              <a:pathLst>
                <a:path w="367064" h="367064">
                  <a:moveTo>
                    <a:pt x="367064" y="0"/>
                  </a:moveTo>
                  <a:lnTo>
                    <a:pt x="354407" y="12657"/>
                  </a:lnTo>
                  <a:lnTo>
                    <a:pt x="341750" y="25314"/>
                  </a:lnTo>
                  <a:lnTo>
                    <a:pt x="329092" y="37972"/>
                  </a:lnTo>
                  <a:lnTo>
                    <a:pt x="316435" y="50629"/>
                  </a:lnTo>
                  <a:lnTo>
                    <a:pt x="303777" y="63287"/>
                  </a:lnTo>
                  <a:lnTo>
                    <a:pt x="291120" y="75944"/>
                  </a:lnTo>
                  <a:lnTo>
                    <a:pt x="278463" y="88601"/>
                  </a:lnTo>
                  <a:lnTo>
                    <a:pt x="265805" y="101259"/>
                  </a:lnTo>
                  <a:lnTo>
                    <a:pt x="253148" y="113916"/>
                  </a:lnTo>
                  <a:lnTo>
                    <a:pt x="240490" y="126574"/>
                  </a:lnTo>
                  <a:lnTo>
                    <a:pt x="227833" y="139231"/>
                  </a:lnTo>
                  <a:lnTo>
                    <a:pt x="215175" y="151888"/>
                  </a:lnTo>
                  <a:lnTo>
                    <a:pt x="202518" y="164546"/>
                  </a:lnTo>
                  <a:lnTo>
                    <a:pt x="189861" y="177203"/>
                  </a:lnTo>
                  <a:lnTo>
                    <a:pt x="177203" y="189861"/>
                  </a:lnTo>
                  <a:lnTo>
                    <a:pt x="164546" y="202518"/>
                  </a:lnTo>
                  <a:lnTo>
                    <a:pt x="151888" y="215175"/>
                  </a:lnTo>
                  <a:lnTo>
                    <a:pt x="139231" y="227833"/>
                  </a:lnTo>
                  <a:lnTo>
                    <a:pt x="126574" y="240490"/>
                  </a:lnTo>
                  <a:lnTo>
                    <a:pt x="113916" y="253148"/>
                  </a:lnTo>
                  <a:lnTo>
                    <a:pt x="101259" y="265805"/>
                  </a:lnTo>
                  <a:lnTo>
                    <a:pt x="88601" y="278463"/>
                  </a:lnTo>
                  <a:lnTo>
                    <a:pt x="75944" y="291120"/>
                  </a:lnTo>
                  <a:lnTo>
                    <a:pt x="63287" y="303777"/>
                  </a:lnTo>
                  <a:lnTo>
                    <a:pt x="50629" y="316435"/>
                  </a:lnTo>
                  <a:lnTo>
                    <a:pt x="37972" y="329092"/>
                  </a:lnTo>
                  <a:lnTo>
                    <a:pt x="25314" y="341750"/>
                  </a:lnTo>
                  <a:lnTo>
                    <a:pt x="12657" y="354407"/>
                  </a:lnTo>
                  <a:lnTo>
                    <a:pt x="0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l488"/>
            <p:cNvSpPr/>
            <p:nvPr/>
          </p:nvSpPr>
          <p:spPr>
            <a:xfrm>
              <a:off x="5323515" y="4336463"/>
              <a:ext cx="519108" cy="0"/>
            </a:xfrm>
            <a:custGeom>
              <a:avLst/>
              <a:pathLst>
                <a:path w="519108" h="0">
                  <a:moveTo>
                    <a:pt x="519108" y="0"/>
                  </a:moveTo>
                  <a:lnTo>
                    <a:pt x="501207" y="0"/>
                  </a:lnTo>
                  <a:lnTo>
                    <a:pt x="483307" y="0"/>
                  </a:lnTo>
                  <a:lnTo>
                    <a:pt x="465407" y="0"/>
                  </a:lnTo>
                  <a:lnTo>
                    <a:pt x="447507" y="0"/>
                  </a:lnTo>
                  <a:lnTo>
                    <a:pt x="429606" y="0"/>
                  </a:lnTo>
                  <a:lnTo>
                    <a:pt x="411706" y="0"/>
                  </a:lnTo>
                  <a:lnTo>
                    <a:pt x="393806" y="0"/>
                  </a:lnTo>
                  <a:lnTo>
                    <a:pt x="375905" y="0"/>
                  </a:lnTo>
                  <a:lnTo>
                    <a:pt x="358005" y="0"/>
                  </a:lnTo>
                  <a:lnTo>
                    <a:pt x="340105" y="0"/>
                  </a:lnTo>
                  <a:lnTo>
                    <a:pt x="322205" y="0"/>
                  </a:lnTo>
                  <a:lnTo>
                    <a:pt x="304304" y="0"/>
                  </a:lnTo>
                  <a:lnTo>
                    <a:pt x="286404" y="0"/>
                  </a:lnTo>
                  <a:lnTo>
                    <a:pt x="268504" y="0"/>
                  </a:lnTo>
                  <a:lnTo>
                    <a:pt x="250603" y="0"/>
                  </a:lnTo>
                  <a:lnTo>
                    <a:pt x="232703" y="0"/>
                  </a:lnTo>
                  <a:lnTo>
                    <a:pt x="214803" y="0"/>
                  </a:lnTo>
                  <a:lnTo>
                    <a:pt x="196903" y="0"/>
                  </a:lnTo>
                  <a:lnTo>
                    <a:pt x="179002" y="0"/>
                  </a:lnTo>
                  <a:lnTo>
                    <a:pt x="161102" y="0"/>
                  </a:lnTo>
                  <a:lnTo>
                    <a:pt x="143202" y="0"/>
                  </a:lnTo>
                  <a:lnTo>
                    <a:pt x="125301" y="0"/>
                  </a:lnTo>
                  <a:lnTo>
                    <a:pt x="107401" y="0"/>
                  </a:lnTo>
                  <a:lnTo>
                    <a:pt x="89501" y="0"/>
                  </a:lnTo>
                  <a:lnTo>
                    <a:pt x="71601" y="0"/>
                  </a:lnTo>
                  <a:lnTo>
                    <a:pt x="53700" y="0"/>
                  </a:lnTo>
                  <a:lnTo>
                    <a:pt x="35800" y="0"/>
                  </a:lnTo>
                  <a:lnTo>
                    <a:pt x="17900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l489"/>
            <p:cNvSpPr/>
            <p:nvPr/>
          </p:nvSpPr>
          <p:spPr>
            <a:xfrm>
              <a:off x="5475558" y="3969398"/>
              <a:ext cx="367064" cy="367064"/>
            </a:xfrm>
            <a:custGeom>
              <a:avLst/>
              <a:pathLst>
                <a:path w="367064" h="367064">
                  <a:moveTo>
                    <a:pt x="367064" y="367064"/>
                  </a:moveTo>
                  <a:lnTo>
                    <a:pt x="354407" y="354407"/>
                  </a:lnTo>
                  <a:lnTo>
                    <a:pt x="341750" y="341750"/>
                  </a:lnTo>
                  <a:lnTo>
                    <a:pt x="329092" y="329092"/>
                  </a:lnTo>
                  <a:lnTo>
                    <a:pt x="316435" y="316435"/>
                  </a:lnTo>
                  <a:lnTo>
                    <a:pt x="303777" y="303777"/>
                  </a:lnTo>
                  <a:lnTo>
                    <a:pt x="291120" y="291120"/>
                  </a:lnTo>
                  <a:lnTo>
                    <a:pt x="278463" y="278463"/>
                  </a:lnTo>
                  <a:lnTo>
                    <a:pt x="265805" y="265805"/>
                  </a:lnTo>
                  <a:lnTo>
                    <a:pt x="253148" y="253148"/>
                  </a:lnTo>
                  <a:lnTo>
                    <a:pt x="240490" y="240490"/>
                  </a:lnTo>
                  <a:lnTo>
                    <a:pt x="227833" y="227833"/>
                  </a:lnTo>
                  <a:lnTo>
                    <a:pt x="215175" y="215175"/>
                  </a:lnTo>
                  <a:lnTo>
                    <a:pt x="202518" y="202518"/>
                  </a:lnTo>
                  <a:lnTo>
                    <a:pt x="189861" y="189861"/>
                  </a:lnTo>
                  <a:lnTo>
                    <a:pt x="177203" y="177203"/>
                  </a:lnTo>
                  <a:lnTo>
                    <a:pt x="164546" y="164546"/>
                  </a:lnTo>
                  <a:lnTo>
                    <a:pt x="151888" y="151888"/>
                  </a:lnTo>
                  <a:lnTo>
                    <a:pt x="139231" y="139231"/>
                  </a:lnTo>
                  <a:lnTo>
                    <a:pt x="126574" y="126574"/>
                  </a:lnTo>
                  <a:lnTo>
                    <a:pt x="113916" y="113916"/>
                  </a:lnTo>
                  <a:lnTo>
                    <a:pt x="101259" y="101259"/>
                  </a:lnTo>
                  <a:lnTo>
                    <a:pt x="88601" y="88601"/>
                  </a:lnTo>
                  <a:lnTo>
                    <a:pt x="75944" y="75944"/>
                  </a:lnTo>
                  <a:lnTo>
                    <a:pt x="63287" y="63287"/>
                  </a:lnTo>
                  <a:lnTo>
                    <a:pt x="50629" y="50629"/>
                  </a:lnTo>
                  <a:lnTo>
                    <a:pt x="37972" y="37972"/>
                  </a:lnTo>
                  <a:lnTo>
                    <a:pt x="25314" y="25314"/>
                  </a:lnTo>
                  <a:lnTo>
                    <a:pt x="12657" y="1265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tx490"/>
            <p:cNvSpPr/>
            <p:nvPr/>
          </p:nvSpPr>
          <p:spPr>
            <a:xfrm>
              <a:off x="5710584" y="371378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91" name="tx491"/>
            <p:cNvSpPr/>
            <p:nvPr/>
          </p:nvSpPr>
          <p:spPr>
            <a:xfrm>
              <a:off x="6021439" y="388483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92" name="tx492"/>
            <p:cNvSpPr/>
            <p:nvPr/>
          </p:nvSpPr>
          <p:spPr>
            <a:xfrm>
              <a:off x="6318538" y="4297784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93" name="tx493"/>
            <p:cNvSpPr/>
            <p:nvPr/>
          </p:nvSpPr>
          <p:spPr>
            <a:xfrm>
              <a:off x="6012341" y="4710732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94" name="tx494"/>
            <p:cNvSpPr/>
            <p:nvPr/>
          </p:nvSpPr>
          <p:spPr>
            <a:xfrm>
              <a:off x="5701485" y="488178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95" name="tx495"/>
            <p:cNvSpPr/>
            <p:nvPr/>
          </p:nvSpPr>
          <p:spPr>
            <a:xfrm>
              <a:off x="5177483" y="4710732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96" name="tx496"/>
            <p:cNvSpPr/>
            <p:nvPr/>
          </p:nvSpPr>
          <p:spPr>
            <a:xfrm>
              <a:off x="5136554" y="4297784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97" name="tx497"/>
            <p:cNvSpPr/>
            <p:nvPr/>
          </p:nvSpPr>
          <p:spPr>
            <a:xfrm>
              <a:off x="5186582" y="388483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98" name="tx498"/>
            <p:cNvSpPr/>
            <p:nvPr/>
          </p:nvSpPr>
          <p:spPr>
            <a:xfrm>
              <a:off x="4953165" y="4045088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99" name="tx499"/>
            <p:cNvSpPr/>
            <p:nvPr/>
          </p:nvSpPr>
          <p:spPr>
            <a:xfrm>
              <a:off x="4903696" y="378553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500" name="rc500"/>
            <p:cNvSpPr/>
            <p:nvPr/>
          </p:nvSpPr>
          <p:spPr>
            <a:xfrm>
              <a:off x="6823205" y="3429000"/>
              <a:ext cx="2251205" cy="22062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6823205" y="3649620"/>
              <a:ext cx="2251205" cy="14590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" name="rc502"/>
            <p:cNvSpPr/>
            <p:nvPr/>
          </p:nvSpPr>
          <p:spPr>
            <a:xfrm>
              <a:off x="7151204" y="3429000"/>
              <a:ext cx="1885248" cy="22062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3" name="tx503"/>
            <p:cNvSpPr/>
            <p:nvPr/>
          </p:nvSpPr>
          <p:spPr>
            <a:xfrm>
              <a:off x="7672473" y="3458748"/>
              <a:ext cx="84271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Ciconiiformes</a:t>
              </a:r>
            </a:p>
          </p:txBody>
        </p:sp>
        <p:sp>
          <p:nvSpPr>
            <p:cNvPr id="504" name="tx504"/>
            <p:cNvSpPr/>
            <p:nvPr/>
          </p:nvSpPr>
          <p:spPr>
            <a:xfrm>
              <a:off x="7516842" y="3555523"/>
              <a:ext cx="11539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9, species = 4</a:t>
              </a:r>
            </a:p>
          </p:txBody>
        </p:sp>
        <p:sp>
          <p:nvSpPr>
            <p:cNvPr id="505" name="rc505"/>
            <p:cNvSpPr/>
            <p:nvPr/>
          </p:nvSpPr>
          <p:spPr>
            <a:xfrm>
              <a:off x="7444943" y="3687578"/>
              <a:ext cx="1297770" cy="1297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8093828" y="3752467"/>
              <a:ext cx="0" cy="583996"/>
            </a:xfrm>
            <a:custGeom>
              <a:avLst/>
              <a:pathLst>
                <a:path w="0" h="583996">
                  <a:moveTo>
                    <a:pt x="0" y="583996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7" name="pl507"/>
            <p:cNvSpPr/>
            <p:nvPr/>
          </p:nvSpPr>
          <p:spPr>
            <a:xfrm>
              <a:off x="8093828" y="3923515"/>
              <a:ext cx="412948" cy="412948"/>
            </a:xfrm>
            <a:custGeom>
              <a:avLst/>
              <a:pathLst>
                <a:path w="412948" h="412948">
                  <a:moveTo>
                    <a:pt x="0" y="412948"/>
                  </a:moveTo>
                  <a:lnTo>
                    <a:pt x="41294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8" name="pl508"/>
            <p:cNvSpPr/>
            <p:nvPr/>
          </p:nvSpPr>
          <p:spPr>
            <a:xfrm>
              <a:off x="8093828" y="4336463"/>
              <a:ext cx="583996" cy="0"/>
            </a:xfrm>
            <a:custGeom>
              <a:avLst/>
              <a:pathLst>
                <a:path w="583996" h="0">
                  <a:moveTo>
                    <a:pt x="0" y="0"/>
                  </a:moveTo>
                  <a:lnTo>
                    <a:pt x="583996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9" name="pl509"/>
            <p:cNvSpPr/>
            <p:nvPr/>
          </p:nvSpPr>
          <p:spPr>
            <a:xfrm>
              <a:off x="8093828" y="4336463"/>
              <a:ext cx="412948" cy="412948"/>
            </a:xfrm>
            <a:custGeom>
              <a:avLst/>
              <a:pathLst>
                <a:path w="412948" h="412948">
                  <a:moveTo>
                    <a:pt x="0" y="0"/>
                  </a:moveTo>
                  <a:lnTo>
                    <a:pt x="412948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10" name="pl510"/>
            <p:cNvSpPr/>
            <p:nvPr/>
          </p:nvSpPr>
          <p:spPr>
            <a:xfrm>
              <a:off x="8093828" y="4336463"/>
              <a:ext cx="0" cy="583996"/>
            </a:xfrm>
            <a:custGeom>
              <a:avLst/>
              <a:pathLst>
                <a:path w="0" h="583996">
                  <a:moveTo>
                    <a:pt x="0" y="0"/>
                  </a:moveTo>
                  <a:lnTo>
                    <a:pt x="0" y="583996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11" name="pl511"/>
            <p:cNvSpPr/>
            <p:nvPr/>
          </p:nvSpPr>
          <p:spPr>
            <a:xfrm>
              <a:off x="7680880" y="4336463"/>
              <a:ext cx="412948" cy="412948"/>
            </a:xfrm>
            <a:custGeom>
              <a:avLst/>
              <a:pathLst>
                <a:path w="412948" h="412948">
                  <a:moveTo>
                    <a:pt x="412948" y="0"/>
                  </a:moveTo>
                  <a:lnTo>
                    <a:pt x="0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12" name="pl512"/>
            <p:cNvSpPr/>
            <p:nvPr/>
          </p:nvSpPr>
          <p:spPr>
            <a:xfrm>
              <a:off x="7509832" y="4336463"/>
              <a:ext cx="583996" cy="0"/>
            </a:xfrm>
            <a:custGeom>
              <a:avLst/>
              <a:pathLst>
                <a:path w="583996" h="0">
                  <a:moveTo>
                    <a:pt x="583996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13" name="pl513"/>
            <p:cNvSpPr/>
            <p:nvPr/>
          </p:nvSpPr>
          <p:spPr>
            <a:xfrm>
              <a:off x="7680880" y="3923515"/>
              <a:ext cx="412948" cy="412948"/>
            </a:xfrm>
            <a:custGeom>
              <a:avLst/>
              <a:pathLst>
                <a:path w="412948" h="412948">
                  <a:moveTo>
                    <a:pt x="412948" y="41294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14" name="pl514"/>
            <p:cNvSpPr/>
            <p:nvPr/>
          </p:nvSpPr>
          <p:spPr>
            <a:xfrm>
              <a:off x="7834307" y="4076909"/>
              <a:ext cx="519042" cy="518977"/>
            </a:xfrm>
            <a:custGeom>
              <a:avLst/>
              <a:pathLst>
                <a:path w="519042" h="518977">
                  <a:moveTo>
                    <a:pt x="259521" y="0"/>
                  </a:moveTo>
                  <a:lnTo>
                    <a:pt x="275983" y="522"/>
                  </a:lnTo>
                  <a:lnTo>
                    <a:pt x="292379" y="2088"/>
                  </a:lnTo>
                  <a:lnTo>
                    <a:pt x="308642" y="4690"/>
                  </a:lnTo>
                  <a:lnTo>
                    <a:pt x="324707" y="8319"/>
                  </a:lnTo>
                  <a:lnTo>
                    <a:pt x="340510" y="12959"/>
                  </a:lnTo>
                  <a:lnTo>
                    <a:pt x="355987" y="18592"/>
                  </a:lnTo>
                  <a:lnTo>
                    <a:pt x="371076" y="25195"/>
                  </a:lnTo>
                  <a:lnTo>
                    <a:pt x="385715" y="32742"/>
                  </a:lnTo>
                  <a:lnTo>
                    <a:pt x="399846" y="41203"/>
                  </a:lnTo>
                  <a:lnTo>
                    <a:pt x="413413" y="50542"/>
                  </a:lnTo>
                  <a:lnTo>
                    <a:pt x="426359" y="60724"/>
                  </a:lnTo>
                  <a:lnTo>
                    <a:pt x="438634" y="71705"/>
                  </a:lnTo>
                  <a:lnTo>
                    <a:pt x="450187" y="83444"/>
                  </a:lnTo>
                  <a:lnTo>
                    <a:pt x="460973" y="95891"/>
                  </a:lnTo>
                  <a:lnTo>
                    <a:pt x="470947" y="108997"/>
                  </a:lnTo>
                  <a:lnTo>
                    <a:pt x="480071" y="122710"/>
                  </a:lnTo>
                  <a:lnTo>
                    <a:pt x="488306" y="136974"/>
                  </a:lnTo>
                  <a:lnTo>
                    <a:pt x="495620" y="151731"/>
                  </a:lnTo>
                  <a:lnTo>
                    <a:pt x="501983" y="166922"/>
                  </a:lnTo>
                  <a:lnTo>
                    <a:pt x="507370" y="182487"/>
                  </a:lnTo>
                  <a:lnTo>
                    <a:pt x="511759" y="198361"/>
                  </a:lnTo>
                  <a:lnTo>
                    <a:pt x="515132" y="214483"/>
                  </a:lnTo>
                  <a:lnTo>
                    <a:pt x="517476" y="230785"/>
                  </a:lnTo>
                  <a:lnTo>
                    <a:pt x="518781" y="247204"/>
                  </a:lnTo>
                  <a:lnTo>
                    <a:pt x="519042" y="263672"/>
                  </a:lnTo>
                  <a:lnTo>
                    <a:pt x="518259" y="280123"/>
                  </a:lnTo>
                  <a:lnTo>
                    <a:pt x="516433" y="296492"/>
                  </a:lnTo>
                  <a:lnTo>
                    <a:pt x="513573" y="312712"/>
                  </a:lnTo>
                  <a:lnTo>
                    <a:pt x="509690" y="328718"/>
                  </a:lnTo>
                  <a:lnTo>
                    <a:pt x="504800" y="344445"/>
                  </a:lnTo>
                  <a:lnTo>
                    <a:pt x="498922" y="359831"/>
                  </a:lnTo>
                  <a:lnTo>
                    <a:pt x="492080" y="374813"/>
                  </a:lnTo>
                  <a:lnTo>
                    <a:pt x="484301" y="389331"/>
                  </a:lnTo>
                  <a:lnTo>
                    <a:pt x="475618" y="403326"/>
                  </a:lnTo>
                  <a:lnTo>
                    <a:pt x="466064" y="416742"/>
                  </a:lnTo>
                  <a:lnTo>
                    <a:pt x="455679" y="429525"/>
                  </a:lnTo>
                  <a:lnTo>
                    <a:pt x="444504" y="441624"/>
                  </a:lnTo>
                  <a:lnTo>
                    <a:pt x="432584" y="452990"/>
                  </a:lnTo>
                  <a:lnTo>
                    <a:pt x="419967" y="463577"/>
                  </a:lnTo>
                  <a:lnTo>
                    <a:pt x="406704" y="473342"/>
                  </a:lnTo>
                  <a:lnTo>
                    <a:pt x="392848" y="482247"/>
                  </a:lnTo>
                  <a:lnTo>
                    <a:pt x="378455" y="490254"/>
                  </a:lnTo>
                  <a:lnTo>
                    <a:pt x="363584" y="497333"/>
                  </a:lnTo>
                  <a:lnTo>
                    <a:pt x="348294" y="503455"/>
                  </a:lnTo>
                  <a:lnTo>
                    <a:pt x="332646" y="508594"/>
                  </a:lnTo>
                  <a:lnTo>
                    <a:pt x="316703" y="512730"/>
                  </a:lnTo>
                  <a:lnTo>
                    <a:pt x="300531" y="515847"/>
                  </a:lnTo>
                  <a:lnTo>
                    <a:pt x="284193" y="517932"/>
                  </a:lnTo>
                  <a:lnTo>
                    <a:pt x="267756" y="518977"/>
                  </a:lnTo>
                  <a:lnTo>
                    <a:pt x="251286" y="518977"/>
                  </a:lnTo>
                  <a:lnTo>
                    <a:pt x="234849" y="517932"/>
                  </a:lnTo>
                  <a:lnTo>
                    <a:pt x="218511" y="515847"/>
                  </a:lnTo>
                  <a:lnTo>
                    <a:pt x="202338" y="512730"/>
                  </a:lnTo>
                  <a:lnTo>
                    <a:pt x="186396" y="508594"/>
                  </a:lnTo>
                  <a:lnTo>
                    <a:pt x="170748" y="503455"/>
                  </a:lnTo>
                  <a:lnTo>
                    <a:pt x="155458" y="497333"/>
                  </a:lnTo>
                  <a:lnTo>
                    <a:pt x="140586" y="490254"/>
                  </a:lnTo>
                  <a:lnTo>
                    <a:pt x="126194" y="482247"/>
                  </a:lnTo>
                  <a:lnTo>
                    <a:pt x="112338" y="473342"/>
                  </a:lnTo>
                  <a:lnTo>
                    <a:pt x="99075" y="463577"/>
                  </a:lnTo>
                  <a:lnTo>
                    <a:pt x="86458" y="452990"/>
                  </a:lnTo>
                  <a:lnTo>
                    <a:pt x="74538" y="441624"/>
                  </a:lnTo>
                  <a:lnTo>
                    <a:pt x="63363" y="429525"/>
                  </a:lnTo>
                  <a:lnTo>
                    <a:pt x="52978" y="416742"/>
                  </a:lnTo>
                  <a:lnTo>
                    <a:pt x="43424" y="403326"/>
                  </a:lnTo>
                  <a:lnTo>
                    <a:pt x="34740" y="389331"/>
                  </a:lnTo>
                  <a:lnTo>
                    <a:pt x="26962" y="374813"/>
                  </a:lnTo>
                  <a:lnTo>
                    <a:pt x="20120" y="359831"/>
                  </a:lnTo>
                  <a:lnTo>
                    <a:pt x="14242" y="344445"/>
                  </a:lnTo>
                  <a:lnTo>
                    <a:pt x="9352" y="328718"/>
                  </a:lnTo>
                  <a:lnTo>
                    <a:pt x="5469" y="312712"/>
                  </a:lnTo>
                  <a:lnTo>
                    <a:pt x="2609" y="296492"/>
                  </a:lnTo>
                  <a:lnTo>
                    <a:pt x="783" y="280123"/>
                  </a:lnTo>
                  <a:lnTo>
                    <a:pt x="0" y="263672"/>
                  </a:lnTo>
                  <a:lnTo>
                    <a:pt x="261" y="247204"/>
                  </a:lnTo>
                  <a:lnTo>
                    <a:pt x="1566" y="230785"/>
                  </a:lnTo>
                  <a:lnTo>
                    <a:pt x="3910" y="214483"/>
                  </a:lnTo>
                  <a:lnTo>
                    <a:pt x="7283" y="198361"/>
                  </a:lnTo>
                  <a:lnTo>
                    <a:pt x="11672" y="182487"/>
                  </a:lnTo>
                  <a:lnTo>
                    <a:pt x="17059" y="166922"/>
                  </a:lnTo>
                  <a:lnTo>
                    <a:pt x="23422" y="151731"/>
                  </a:lnTo>
                  <a:lnTo>
                    <a:pt x="30736" y="136974"/>
                  </a:lnTo>
                  <a:lnTo>
                    <a:pt x="38971" y="122710"/>
                  </a:lnTo>
                  <a:lnTo>
                    <a:pt x="48094" y="108997"/>
                  </a:lnTo>
                  <a:lnTo>
                    <a:pt x="58069" y="95891"/>
                  </a:lnTo>
                  <a:lnTo>
                    <a:pt x="68855" y="83444"/>
                  </a:lnTo>
                  <a:lnTo>
                    <a:pt x="80408" y="71705"/>
                  </a:lnTo>
                  <a:lnTo>
                    <a:pt x="92683" y="60724"/>
                  </a:lnTo>
                  <a:lnTo>
                    <a:pt x="105629" y="50542"/>
                  </a:lnTo>
                  <a:lnTo>
                    <a:pt x="119195" y="41203"/>
                  </a:lnTo>
                  <a:lnTo>
                    <a:pt x="133327" y="32742"/>
                  </a:lnTo>
                  <a:lnTo>
                    <a:pt x="147966" y="25195"/>
                  </a:lnTo>
                  <a:lnTo>
                    <a:pt x="163054" y="18592"/>
                  </a:lnTo>
                  <a:lnTo>
                    <a:pt x="178531" y="12959"/>
                  </a:lnTo>
                  <a:lnTo>
                    <a:pt x="194334" y="8319"/>
                  </a:lnTo>
                  <a:lnTo>
                    <a:pt x="210400" y="4690"/>
                  </a:lnTo>
                  <a:lnTo>
                    <a:pt x="226663" y="2088"/>
                  </a:lnTo>
                  <a:lnTo>
                    <a:pt x="243059" y="522"/>
                  </a:lnTo>
                  <a:lnTo>
                    <a:pt x="25952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15" name="pl515"/>
            <p:cNvSpPr/>
            <p:nvPr/>
          </p:nvSpPr>
          <p:spPr>
            <a:xfrm>
              <a:off x="7574786" y="3817355"/>
              <a:ext cx="1038085" cy="1037955"/>
            </a:xfrm>
            <a:custGeom>
              <a:avLst/>
              <a:pathLst>
                <a:path w="1038085" h="1037955">
                  <a:moveTo>
                    <a:pt x="519042" y="0"/>
                  </a:moveTo>
                  <a:lnTo>
                    <a:pt x="551966" y="1045"/>
                  </a:lnTo>
                  <a:lnTo>
                    <a:pt x="584758" y="4176"/>
                  </a:lnTo>
                  <a:lnTo>
                    <a:pt x="617284" y="9380"/>
                  </a:lnTo>
                  <a:lnTo>
                    <a:pt x="649415" y="16638"/>
                  </a:lnTo>
                  <a:lnTo>
                    <a:pt x="681021" y="25918"/>
                  </a:lnTo>
                  <a:lnTo>
                    <a:pt x="711975" y="37184"/>
                  </a:lnTo>
                  <a:lnTo>
                    <a:pt x="742152" y="50391"/>
                  </a:lnTo>
                  <a:lnTo>
                    <a:pt x="771431" y="65485"/>
                  </a:lnTo>
                  <a:lnTo>
                    <a:pt x="799693" y="82406"/>
                  </a:lnTo>
                  <a:lnTo>
                    <a:pt x="826826" y="101085"/>
                  </a:lnTo>
                  <a:lnTo>
                    <a:pt x="852719" y="121448"/>
                  </a:lnTo>
                  <a:lnTo>
                    <a:pt x="877268" y="143411"/>
                  </a:lnTo>
                  <a:lnTo>
                    <a:pt x="900375" y="166888"/>
                  </a:lnTo>
                  <a:lnTo>
                    <a:pt x="921946" y="191783"/>
                  </a:lnTo>
                  <a:lnTo>
                    <a:pt x="941895" y="217995"/>
                  </a:lnTo>
                  <a:lnTo>
                    <a:pt x="960142" y="245421"/>
                  </a:lnTo>
                  <a:lnTo>
                    <a:pt x="976612" y="273948"/>
                  </a:lnTo>
                  <a:lnTo>
                    <a:pt x="991240" y="303462"/>
                  </a:lnTo>
                  <a:lnTo>
                    <a:pt x="1003966" y="333845"/>
                  </a:lnTo>
                  <a:lnTo>
                    <a:pt x="1014740" y="364974"/>
                  </a:lnTo>
                  <a:lnTo>
                    <a:pt x="1023518" y="396723"/>
                  </a:lnTo>
                  <a:lnTo>
                    <a:pt x="1030264" y="428966"/>
                  </a:lnTo>
                  <a:lnTo>
                    <a:pt x="1034952" y="461571"/>
                  </a:lnTo>
                  <a:lnTo>
                    <a:pt x="1037563" y="494408"/>
                  </a:lnTo>
                  <a:lnTo>
                    <a:pt x="1038085" y="527344"/>
                  </a:lnTo>
                  <a:lnTo>
                    <a:pt x="1036518" y="560247"/>
                  </a:lnTo>
                  <a:lnTo>
                    <a:pt x="1032867" y="592984"/>
                  </a:lnTo>
                  <a:lnTo>
                    <a:pt x="1027147" y="625425"/>
                  </a:lnTo>
                  <a:lnTo>
                    <a:pt x="1019381" y="657436"/>
                  </a:lnTo>
                  <a:lnTo>
                    <a:pt x="1009600" y="688891"/>
                  </a:lnTo>
                  <a:lnTo>
                    <a:pt x="997844" y="719663"/>
                  </a:lnTo>
                  <a:lnTo>
                    <a:pt x="984160" y="749626"/>
                  </a:lnTo>
                  <a:lnTo>
                    <a:pt x="968603" y="778662"/>
                  </a:lnTo>
                  <a:lnTo>
                    <a:pt x="951236" y="806652"/>
                  </a:lnTo>
                  <a:lnTo>
                    <a:pt x="932129" y="833485"/>
                  </a:lnTo>
                  <a:lnTo>
                    <a:pt x="911358" y="859051"/>
                  </a:lnTo>
                  <a:lnTo>
                    <a:pt x="889008" y="883249"/>
                  </a:lnTo>
                  <a:lnTo>
                    <a:pt x="865168" y="905981"/>
                  </a:lnTo>
                  <a:lnTo>
                    <a:pt x="839934" y="927154"/>
                  </a:lnTo>
                  <a:lnTo>
                    <a:pt x="813408" y="946685"/>
                  </a:lnTo>
                  <a:lnTo>
                    <a:pt x="785696" y="964494"/>
                  </a:lnTo>
                  <a:lnTo>
                    <a:pt x="756911" y="980509"/>
                  </a:lnTo>
                  <a:lnTo>
                    <a:pt x="727169" y="994667"/>
                  </a:lnTo>
                  <a:lnTo>
                    <a:pt x="696588" y="1006910"/>
                  </a:lnTo>
                  <a:lnTo>
                    <a:pt x="665292" y="1017188"/>
                  </a:lnTo>
                  <a:lnTo>
                    <a:pt x="633407" y="1025461"/>
                  </a:lnTo>
                  <a:lnTo>
                    <a:pt x="601062" y="1031695"/>
                  </a:lnTo>
                  <a:lnTo>
                    <a:pt x="568387" y="1035865"/>
                  </a:lnTo>
                  <a:lnTo>
                    <a:pt x="535513" y="1037955"/>
                  </a:lnTo>
                  <a:lnTo>
                    <a:pt x="502572" y="1037955"/>
                  </a:lnTo>
                  <a:lnTo>
                    <a:pt x="469698" y="1035865"/>
                  </a:lnTo>
                  <a:lnTo>
                    <a:pt x="437023" y="1031695"/>
                  </a:lnTo>
                  <a:lnTo>
                    <a:pt x="404677" y="1025461"/>
                  </a:lnTo>
                  <a:lnTo>
                    <a:pt x="372793" y="1017188"/>
                  </a:lnTo>
                  <a:lnTo>
                    <a:pt x="341497" y="1006910"/>
                  </a:lnTo>
                  <a:lnTo>
                    <a:pt x="310916" y="994667"/>
                  </a:lnTo>
                  <a:lnTo>
                    <a:pt x="281173" y="980509"/>
                  </a:lnTo>
                  <a:lnTo>
                    <a:pt x="252388" y="964494"/>
                  </a:lnTo>
                  <a:lnTo>
                    <a:pt x="224677" y="946685"/>
                  </a:lnTo>
                  <a:lnTo>
                    <a:pt x="198151" y="927154"/>
                  </a:lnTo>
                  <a:lnTo>
                    <a:pt x="172917" y="905981"/>
                  </a:lnTo>
                  <a:lnTo>
                    <a:pt x="149077" y="883249"/>
                  </a:lnTo>
                  <a:lnTo>
                    <a:pt x="126727" y="859051"/>
                  </a:lnTo>
                  <a:lnTo>
                    <a:pt x="105956" y="833485"/>
                  </a:lnTo>
                  <a:lnTo>
                    <a:pt x="86849" y="806652"/>
                  </a:lnTo>
                  <a:lnTo>
                    <a:pt x="69481" y="778662"/>
                  </a:lnTo>
                  <a:lnTo>
                    <a:pt x="53925" y="749626"/>
                  </a:lnTo>
                  <a:lnTo>
                    <a:pt x="40241" y="719663"/>
                  </a:lnTo>
                  <a:lnTo>
                    <a:pt x="28485" y="688891"/>
                  </a:lnTo>
                  <a:lnTo>
                    <a:pt x="18704" y="657436"/>
                  </a:lnTo>
                  <a:lnTo>
                    <a:pt x="10938" y="625425"/>
                  </a:lnTo>
                  <a:lnTo>
                    <a:pt x="5218" y="592984"/>
                  </a:lnTo>
                  <a:lnTo>
                    <a:pt x="1567" y="560247"/>
                  </a:lnTo>
                  <a:lnTo>
                    <a:pt x="0" y="527344"/>
                  </a:lnTo>
                  <a:lnTo>
                    <a:pt x="522" y="494408"/>
                  </a:lnTo>
                  <a:lnTo>
                    <a:pt x="3133" y="461571"/>
                  </a:lnTo>
                  <a:lnTo>
                    <a:pt x="7821" y="428966"/>
                  </a:lnTo>
                  <a:lnTo>
                    <a:pt x="14567" y="396723"/>
                  </a:lnTo>
                  <a:lnTo>
                    <a:pt x="23345" y="364974"/>
                  </a:lnTo>
                  <a:lnTo>
                    <a:pt x="34119" y="333845"/>
                  </a:lnTo>
                  <a:lnTo>
                    <a:pt x="46845" y="303462"/>
                  </a:lnTo>
                  <a:lnTo>
                    <a:pt x="61473" y="273948"/>
                  </a:lnTo>
                  <a:lnTo>
                    <a:pt x="77943" y="245421"/>
                  </a:lnTo>
                  <a:lnTo>
                    <a:pt x="96189" y="217995"/>
                  </a:lnTo>
                  <a:lnTo>
                    <a:pt x="116138" y="191783"/>
                  </a:lnTo>
                  <a:lnTo>
                    <a:pt x="137710" y="166888"/>
                  </a:lnTo>
                  <a:lnTo>
                    <a:pt x="160817" y="143411"/>
                  </a:lnTo>
                  <a:lnTo>
                    <a:pt x="185366" y="121448"/>
                  </a:lnTo>
                  <a:lnTo>
                    <a:pt x="211259" y="101085"/>
                  </a:lnTo>
                  <a:lnTo>
                    <a:pt x="238391" y="82406"/>
                  </a:lnTo>
                  <a:lnTo>
                    <a:pt x="266654" y="65485"/>
                  </a:lnTo>
                  <a:lnTo>
                    <a:pt x="295932" y="50391"/>
                  </a:lnTo>
                  <a:lnTo>
                    <a:pt x="326109" y="37184"/>
                  </a:lnTo>
                  <a:lnTo>
                    <a:pt x="357063" y="25918"/>
                  </a:lnTo>
                  <a:lnTo>
                    <a:pt x="388669" y="16638"/>
                  </a:lnTo>
                  <a:lnTo>
                    <a:pt x="420800" y="9380"/>
                  </a:lnTo>
                  <a:lnTo>
                    <a:pt x="453327" y="4176"/>
                  </a:lnTo>
                  <a:lnTo>
                    <a:pt x="486118" y="1045"/>
                  </a:lnTo>
                  <a:lnTo>
                    <a:pt x="51904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16" name="pl516"/>
            <p:cNvSpPr/>
            <p:nvPr/>
          </p:nvSpPr>
          <p:spPr>
            <a:xfrm>
              <a:off x="7509905" y="3752467"/>
              <a:ext cx="1167846" cy="1167699"/>
            </a:xfrm>
            <a:custGeom>
              <a:avLst/>
              <a:pathLst>
                <a:path w="1167846" h="1167699">
                  <a:moveTo>
                    <a:pt x="583923" y="0"/>
                  </a:moveTo>
                  <a:lnTo>
                    <a:pt x="620962" y="1175"/>
                  </a:lnTo>
                  <a:lnTo>
                    <a:pt x="657852" y="4698"/>
                  </a:lnTo>
                  <a:lnTo>
                    <a:pt x="694445" y="10553"/>
                  </a:lnTo>
                  <a:lnTo>
                    <a:pt x="730592" y="18717"/>
                  </a:lnTo>
                  <a:lnTo>
                    <a:pt x="766149" y="29158"/>
                  </a:lnTo>
                  <a:lnTo>
                    <a:pt x="800972" y="41832"/>
                  </a:lnTo>
                  <a:lnTo>
                    <a:pt x="834922" y="56690"/>
                  </a:lnTo>
                  <a:lnTo>
                    <a:pt x="867860" y="73671"/>
                  </a:lnTo>
                  <a:lnTo>
                    <a:pt x="899655" y="92707"/>
                  </a:lnTo>
                  <a:lnTo>
                    <a:pt x="930179" y="113721"/>
                  </a:lnTo>
                  <a:lnTo>
                    <a:pt x="959309" y="136629"/>
                  </a:lnTo>
                  <a:lnTo>
                    <a:pt x="986927" y="161338"/>
                  </a:lnTo>
                  <a:lnTo>
                    <a:pt x="1012922" y="187749"/>
                  </a:lnTo>
                  <a:lnTo>
                    <a:pt x="1037190" y="215756"/>
                  </a:lnTo>
                  <a:lnTo>
                    <a:pt x="1059632" y="245245"/>
                  </a:lnTo>
                  <a:lnTo>
                    <a:pt x="1080160" y="276098"/>
                  </a:lnTo>
                  <a:lnTo>
                    <a:pt x="1098689" y="308191"/>
                  </a:lnTo>
                  <a:lnTo>
                    <a:pt x="1115145" y="341395"/>
                  </a:lnTo>
                  <a:lnTo>
                    <a:pt x="1129462" y="375576"/>
                  </a:lnTo>
                  <a:lnTo>
                    <a:pt x="1141582" y="410596"/>
                  </a:lnTo>
                  <a:lnTo>
                    <a:pt x="1151457" y="446314"/>
                  </a:lnTo>
                  <a:lnTo>
                    <a:pt x="1159047" y="482586"/>
                  </a:lnTo>
                  <a:lnTo>
                    <a:pt x="1164321" y="519267"/>
                  </a:lnTo>
                  <a:lnTo>
                    <a:pt x="1167258" y="556209"/>
                  </a:lnTo>
                  <a:lnTo>
                    <a:pt x="1167846" y="593262"/>
                  </a:lnTo>
                  <a:lnTo>
                    <a:pt x="1166083" y="630278"/>
                  </a:lnTo>
                  <a:lnTo>
                    <a:pt x="1161975" y="667108"/>
                  </a:lnTo>
                  <a:lnTo>
                    <a:pt x="1155540" y="703603"/>
                  </a:lnTo>
                  <a:lnTo>
                    <a:pt x="1146803" y="739616"/>
                  </a:lnTo>
                  <a:lnTo>
                    <a:pt x="1135800" y="775003"/>
                  </a:lnTo>
                  <a:lnTo>
                    <a:pt x="1122575" y="809621"/>
                  </a:lnTo>
                  <a:lnTo>
                    <a:pt x="1107180" y="843330"/>
                  </a:lnTo>
                  <a:lnTo>
                    <a:pt x="1089679" y="875995"/>
                  </a:lnTo>
                  <a:lnTo>
                    <a:pt x="1070141" y="907484"/>
                  </a:lnTo>
                  <a:lnTo>
                    <a:pt x="1048645" y="937670"/>
                  </a:lnTo>
                  <a:lnTo>
                    <a:pt x="1025278" y="966433"/>
                  </a:lnTo>
                  <a:lnTo>
                    <a:pt x="1000134" y="993655"/>
                  </a:lnTo>
                  <a:lnTo>
                    <a:pt x="973314" y="1019228"/>
                  </a:lnTo>
                  <a:lnTo>
                    <a:pt x="944926" y="1043049"/>
                  </a:lnTo>
                  <a:lnTo>
                    <a:pt x="915084" y="1065021"/>
                  </a:lnTo>
                  <a:lnTo>
                    <a:pt x="883909" y="1085056"/>
                  </a:lnTo>
                  <a:lnTo>
                    <a:pt x="851525" y="1103073"/>
                  </a:lnTo>
                  <a:lnTo>
                    <a:pt x="818065" y="1119001"/>
                  </a:lnTo>
                  <a:lnTo>
                    <a:pt x="783661" y="1132774"/>
                  </a:lnTo>
                  <a:lnTo>
                    <a:pt x="748454" y="1144337"/>
                  </a:lnTo>
                  <a:lnTo>
                    <a:pt x="712583" y="1153644"/>
                  </a:lnTo>
                  <a:lnTo>
                    <a:pt x="676195" y="1160657"/>
                  </a:lnTo>
                  <a:lnTo>
                    <a:pt x="639435" y="1165349"/>
                  </a:lnTo>
                  <a:lnTo>
                    <a:pt x="602452" y="1167699"/>
                  </a:lnTo>
                  <a:lnTo>
                    <a:pt x="565394" y="1167699"/>
                  </a:lnTo>
                  <a:lnTo>
                    <a:pt x="528410" y="1165349"/>
                  </a:lnTo>
                  <a:lnTo>
                    <a:pt x="491650" y="1160657"/>
                  </a:lnTo>
                  <a:lnTo>
                    <a:pt x="455262" y="1153644"/>
                  </a:lnTo>
                  <a:lnTo>
                    <a:pt x="419392" y="1144337"/>
                  </a:lnTo>
                  <a:lnTo>
                    <a:pt x="384184" y="1132774"/>
                  </a:lnTo>
                  <a:lnTo>
                    <a:pt x="349781" y="1119001"/>
                  </a:lnTo>
                  <a:lnTo>
                    <a:pt x="316320" y="1103073"/>
                  </a:lnTo>
                  <a:lnTo>
                    <a:pt x="283937" y="1085056"/>
                  </a:lnTo>
                  <a:lnTo>
                    <a:pt x="252762" y="1065021"/>
                  </a:lnTo>
                  <a:lnTo>
                    <a:pt x="222920" y="1043049"/>
                  </a:lnTo>
                  <a:lnTo>
                    <a:pt x="194532" y="1019228"/>
                  </a:lnTo>
                  <a:lnTo>
                    <a:pt x="167712" y="993655"/>
                  </a:lnTo>
                  <a:lnTo>
                    <a:pt x="142567" y="966433"/>
                  </a:lnTo>
                  <a:lnTo>
                    <a:pt x="119200" y="937670"/>
                  </a:lnTo>
                  <a:lnTo>
                    <a:pt x="97705" y="907484"/>
                  </a:lnTo>
                  <a:lnTo>
                    <a:pt x="78167" y="875995"/>
                  </a:lnTo>
                  <a:lnTo>
                    <a:pt x="60665" y="843330"/>
                  </a:lnTo>
                  <a:lnTo>
                    <a:pt x="45271" y="809621"/>
                  </a:lnTo>
                  <a:lnTo>
                    <a:pt x="32045" y="775003"/>
                  </a:lnTo>
                  <a:lnTo>
                    <a:pt x="21042" y="739616"/>
                  </a:lnTo>
                  <a:lnTo>
                    <a:pt x="12305" y="703603"/>
                  </a:lnTo>
                  <a:lnTo>
                    <a:pt x="5870" y="667108"/>
                  </a:lnTo>
                  <a:lnTo>
                    <a:pt x="1763" y="630278"/>
                  </a:lnTo>
                  <a:lnTo>
                    <a:pt x="0" y="593262"/>
                  </a:lnTo>
                  <a:lnTo>
                    <a:pt x="587" y="556209"/>
                  </a:lnTo>
                  <a:lnTo>
                    <a:pt x="3524" y="519267"/>
                  </a:lnTo>
                  <a:lnTo>
                    <a:pt x="8798" y="482586"/>
                  </a:lnTo>
                  <a:lnTo>
                    <a:pt x="16388" y="446314"/>
                  </a:lnTo>
                  <a:lnTo>
                    <a:pt x="26263" y="410596"/>
                  </a:lnTo>
                  <a:lnTo>
                    <a:pt x="38383" y="375576"/>
                  </a:lnTo>
                  <a:lnTo>
                    <a:pt x="52701" y="341395"/>
                  </a:lnTo>
                  <a:lnTo>
                    <a:pt x="69157" y="308191"/>
                  </a:lnTo>
                  <a:lnTo>
                    <a:pt x="87686" y="276098"/>
                  </a:lnTo>
                  <a:lnTo>
                    <a:pt x="108213" y="245245"/>
                  </a:lnTo>
                  <a:lnTo>
                    <a:pt x="130656" y="215756"/>
                  </a:lnTo>
                  <a:lnTo>
                    <a:pt x="154924" y="187749"/>
                  </a:lnTo>
                  <a:lnTo>
                    <a:pt x="180919" y="161338"/>
                  </a:lnTo>
                  <a:lnTo>
                    <a:pt x="208537" y="136629"/>
                  </a:lnTo>
                  <a:lnTo>
                    <a:pt x="237666" y="113721"/>
                  </a:lnTo>
                  <a:lnTo>
                    <a:pt x="268190" y="92707"/>
                  </a:lnTo>
                  <a:lnTo>
                    <a:pt x="299985" y="73671"/>
                  </a:lnTo>
                  <a:lnTo>
                    <a:pt x="332924" y="56690"/>
                  </a:lnTo>
                  <a:lnTo>
                    <a:pt x="366873" y="41832"/>
                  </a:lnTo>
                  <a:lnTo>
                    <a:pt x="401696" y="29158"/>
                  </a:lnTo>
                  <a:lnTo>
                    <a:pt x="437253" y="18717"/>
                  </a:lnTo>
                  <a:lnTo>
                    <a:pt x="473401" y="10553"/>
                  </a:lnTo>
                  <a:lnTo>
                    <a:pt x="509993" y="4698"/>
                  </a:lnTo>
                  <a:lnTo>
                    <a:pt x="546883" y="1175"/>
                  </a:lnTo>
                  <a:lnTo>
                    <a:pt x="58392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7910296" y="3969398"/>
              <a:ext cx="550597" cy="550597"/>
            </a:xfrm>
            <a:custGeom>
              <a:avLst/>
              <a:pathLst>
                <a:path w="550597" h="550597">
                  <a:moveTo>
                    <a:pt x="183532" y="237287"/>
                  </a:moveTo>
                  <a:lnTo>
                    <a:pt x="188309" y="221143"/>
                  </a:lnTo>
                  <a:lnTo>
                    <a:pt x="194142" y="205190"/>
                  </a:lnTo>
                  <a:lnTo>
                    <a:pt x="201022" y="189480"/>
                  </a:lnTo>
                  <a:lnTo>
                    <a:pt x="208941" y="174064"/>
                  </a:lnTo>
                  <a:lnTo>
                    <a:pt x="217885" y="158993"/>
                  </a:lnTo>
                  <a:lnTo>
                    <a:pt x="227839" y="144318"/>
                  </a:lnTo>
                  <a:lnTo>
                    <a:pt x="238787" y="130089"/>
                  </a:lnTo>
                  <a:lnTo>
                    <a:pt x="250710" y="116354"/>
                  </a:lnTo>
                  <a:lnTo>
                    <a:pt x="263586" y="103163"/>
                  </a:lnTo>
                  <a:lnTo>
                    <a:pt x="277392" y="90562"/>
                  </a:lnTo>
                  <a:lnTo>
                    <a:pt x="292103" y="78599"/>
                  </a:lnTo>
                  <a:lnTo>
                    <a:pt x="307691" y="67319"/>
                  </a:lnTo>
                  <a:lnTo>
                    <a:pt x="324127" y="56765"/>
                  </a:lnTo>
                  <a:lnTo>
                    <a:pt x="341379" y="46982"/>
                  </a:lnTo>
                  <a:lnTo>
                    <a:pt x="359414" y="38012"/>
                  </a:lnTo>
                  <a:lnTo>
                    <a:pt x="378198" y="29894"/>
                  </a:lnTo>
                  <a:lnTo>
                    <a:pt x="397692" y="22668"/>
                  </a:lnTo>
                  <a:lnTo>
                    <a:pt x="417858" y="16371"/>
                  </a:lnTo>
                  <a:lnTo>
                    <a:pt x="438656" y="11040"/>
                  </a:lnTo>
                  <a:lnTo>
                    <a:pt x="460043" y="6708"/>
                  </a:lnTo>
                  <a:lnTo>
                    <a:pt x="481977" y="3408"/>
                  </a:lnTo>
                  <a:lnTo>
                    <a:pt x="504412" y="1171"/>
                  </a:lnTo>
                  <a:lnTo>
                    <a:pt x="527301" y="26"/>
                  </a:lnTo>
                  <a:lnTo>
                    <a:pt x="550597" y="0"/>
                  </a:lnTo>
                  <a:lnTo>
                    <a:pt x="550570" y="23295"/>
                  </a:lnTo>
                  <a:lnTo>
                    <a:pt x="549425" y="46185"/>
                  </a:lnTo>
                  <a:lnTo>
                    <a:pt x="547188" y="68619"/>
                  </a:lnTo>
                  <a:lnTo>
                    <a:pt x="543889" y="90553"/>
                  </a:lnTo>
                  <a:lnTo>
                    <a:pt x="539557" y="111941"/>
                  </a:lnTo>
                  <a:lnTo>
                    <a:pt x="534225" y="132739"/>
                  </a:lnTo>
                  <a:lnTo>
                    <a:pt x="527929" y="152905"/>
                  </a:lnTo>
                  <a:lnTo>
                    <a:pt x="520703" y="172399"/>
                  </a:lnTo>
                  <a:lnTo>
                    <a:pt x="512585" y="191182"/>
                  </a:lnTo>
                  <a:lnTo>
                    <a:pt x="503614" y="209217"/>
                  </a:lnTo>
                  <a:lnTo>
                    <a:pt x="493831" y="226470"/>
                  </a:lnTo>
                  <a:lnTo>
                    <a:pt x="483278" y="242906"/>
                  </a:lnTo>
                  <a:lnTo>
                    <a:pt x="471997" y="258494"/>
                  </a:lnTo>
                  <a:lnTo>
                    <a:pt x="460034" y="273205"/>
                  </a:lnTo>
                  <a:lnTo>
                    <a:pt x="447433" y="287011"/>
                  </a:lnTo>
                  <a:lnTo>
                    <a:pt x="434242" y="299887"/>
                  </a:lnTo>
                  <a:lnTo>
                    <a:pt x="420507" y="311810"/>
                  </a:lnTo>
                  <a:lnTo>
                    <a:pt x="406278" y="322757"/>
                  </a:lnTo>
                  <a:lnTo>
                    <a:pt x="391603" y="332712"/>
                  </a:lnTo>
                  <a:lnTo>
                    <a:pt x="376532" y="341655"/>
                  </a:lnTo>
                  <a:lnTo>
                    <a:pt x="361116" y="349574"/>
                  </a:lnTo>
                  <a:lnTo>
                    <a:pt x="345406" y="356455"/>
                  </a:lnTo>
                  <a:lnTo>
                    <a:pt x="329453" y="362287"/>
                  </a:lnTo>
                  <a:lnTo>
                    <a:pt x="313309" y="367064"/>
                  </a:lnTo>
                  <a:lnTo>
                    <a:pt x="312684" y="379785"/>
                  </a:lnTo>
                  <a:lnTo>
                    <a:pt x="310815" y="392383"/>
                  </a:lnTo>
                  <a:lnTo>
                    <a:pt x="307721" y="404737"/>
                  </a:lnTo>
                  <a:lnTo>
                    <a:pt x="303430" y="416728"/>
                  </a:lnTo>
                  <a:lnTo>
                    <a:pt x="297985" y="428241"/>
                  </a:lnTo>
                  <a:lnTo>
                    <a:pt x="291438" y="439165"/>
                  </a:lnTo>
                  <a:lnTo>
                    <a:pt x="283851" y="449394"/>
                  </a:lnTo>
                  <a:lnTo>
                    <a:pt x="275298" y="458831"/>
                  </a:lnTo>
                  <a:lnTo>
                    <a:pt x="260792" y="456227"/>
                  </a:lnTo>
                  <a:lnTo>
                    <a:pt x="247164" y="452067"/>
                  </a:lnTo>
                  <a:lnTo>
                    <a:pt x="234559" y="446465"/>
                  </a:lnTo>
                  <a:lnTo>
                    <a:pt x="223111" y="439548"/>
                  </a:lnTo>
                  <a:lnTo>
                    <a:pt x="212938" y="431455"/>
                  </a:lnTo>
                  <a:lnTo>
                    <a:pt x="204147" y="422335"/>
                  </a:lnTo>
                  <a:lnTo>
                    <a:pt x="196827" y="412344"/>
                  </a:lnTo>
                  <a:lnTo>
                    <a:pt x="191055" y="401649"/>
                  </a:lnTo>
                  <a:lnTo>
                    <a:pt x="186890" y="390420"/>
                  </a:lnTo>
                  <a:lnTo>
                    <a:pt x="184374" y="378832"/>
                  </a:lnTo>
                  <a:lnTo>
                    <a:pt x="183532" y="367064"/>
                  </a:lnTo>
                  <a:lnTo>
                    <a:pt x="182967" y="380713"/>
                  </a:lnTo>
                  <a:lnTo>
                    <a:pt x="181276" y="394293"/>
                  </a:lnTo>
                  <a:lnTo>
                    <a:pt x="178463" y="407732"/>
                  </a:lnTo>
                  <a:lnTo>
                    <a:pt x="174538" y="420962"/>
                  </a:lnTo>
                  <a:lnTo>
                    <a:pt x="169515" y="433914"/>
                  </a:lnTo>
                  <a:lnTo>
                    <a:pt x="163411" y="446521"/>
                  </a:lnTo>
                  <a:lnTo>
                    <a:pt x="156247" y="458714"/>
                  </a:lnTo>
                  <a:lnTo>
                    <a:pt x="148047" y="470429"/>
                  </a:lnTo>
                  <a:lnTo>
                    <a:pt x="138840" y="481600"/>
                  </a:lnTo>
                  <a:lnTo>
                    <a:pt x="128657" y="492166"/>
                  </a:lnTo>
                  <a:lnTo>
                    <a:pt x="117535" y="502064"/>
                  </a:lnTo>
                  <a:lnTo>
                    <a:pt x="105510" y="511236"/>
                  </a:lnTo>
                  <a:lnTo>
                    <a:pt x="92626" y="519624"/>
                  </a:lnTo>
                  <a:lnTo>
                    <a:pt x="78928" y="527173"/>
                  </a:lnTo>
                  <a:lnTo>
                    <a:pt x="64463" y="533831"/>
                  </a:lnTo>
                  <a:lnTo>
                    <a:pt x="49282" y="539548"/>
                  </a:lnTo>
                  <a:lnTo>
                    <a:pt x="33440" y="544277"/>
                  </a:lnTo>
                  <a:lnTo>
                    <a:pt x="16993" y="547974"/>
                  </a:lnTo>
                  <a:lnTo>
                    <a:pt x="0" y="550597"/>
                  </a:lnTo>
                  <a:lnTo>
                    <a:pt x="2622" y="533603"/>
                  </a:lnTo>
                  <a:lnTo>
                    <a:pt x="6319" y="517156"/>
                  </a:lnTo>
                  <a:lnTo>
                    <a:pt x="11048" y="501314"/>
                  </a:lnTo>
                  <a:lnTo>
                    <a:pt x="16765" y="486134"/>
                  </a:lnTo>
                  <a:lnTo>
                    <a:pt x="23424" y="471668"/>
                  </a:lnTo>
                  <a:lnTo>
                    <a:pt x="30973" y="457970"/>
                  </a:lnTo>
                  <a:lnTo>
                    <a:pt x="39361" y="445086"/>
                  </a:lnTo>
                  <a:lnTo>
                    <a:pt x="48532" y="433062"/>
                  </a:lnTo>
                  <a:lnTo>
                    <a:pt x="58431" y="421939"/>
                  </a:lnTo>
                  <a:lnTo>
                    <a:pt x="68996" y="411757"/>
                  </a:lnTo>
                  <a:lnTo>
                    <a:pt x="80167" y="402550"/>
                  </a:lnTo>
                  <a:lnTo>
                    <a:pt x="91882" y="394350"/>
                  </a:lnTo>
                  <a:lnTo>
                    <a:pt x="104076" y="387186"/>
                  </a:lnTo>
                  <a:lnTo>
                    <a:pt x="116682" y="381081"/>
                  </a:lnTo>
                  <a:lnTo>
                    <a:pt x="129634" y="376058"/>
                  </a:lnTo>
                  <a:lnTo>
                    <a:pt x="142864" y="372134"/>
                  </a:lnTo>
                  <a:lnTo>
                    <a:pt x="156304" y="369321"/>
                  </a:lnTo>
                  <a:lnTo>
                    <a:pt x="169883" y="367629"/>
                  </a:lnTo>
                  <a:lnTo>
                    <a:pt x="183532" y="367064"/>
                  </a:lnTo>
                  <a:lnTo>
                    <a:pt x="180096" y="364673"/>
                  </a:lnTo>
                  <a:lnTo>
                    <a:pt x="175924" y="363569"/>
                  </a:lnTo>
                  <a:lnTo>
                    <a:pt x="171374" y="363916"/>
                  </a:lnTo>
                  <a:lnTo>
                    <a:pt x="166835" y="365793"/>
                  </a:lnTo>
                  <a:lnTo>
                    <a:pt x="162708" y="369182"/>
                  </a:lnTo>
                  <a:lnTo>
                    <a:pt x="159383" y="373974"/>
                  </a:lnTo>
                  <a:lnTo>
                    <a:pt x="157222" y="379970"/>
                  </a:lnTo>
                  <a:lnTo>
                    <a:pt x="156537" y="386887"/>
                  </a:lnTo>
                  <a:lnTo>
                    <a:pt x="157574" y="394373"/>
                  </a:lnTo>
                  <a:lnTo>
                    <a:pt x="160495" y="402019"/>
                  </a:lnTo>
                  <a:lnTo>
                    <a:pt x="165372" y="409382"/>
                  </a:lnTo>
                  <a:lnTo>
                    <a:pt x="172176" y="416000"/>
                  </a:lnTo>
                  <a:lnTo>
                    <a:pt x="180776" y="421417"/>
                  </a:lnTo>
                  <a:lnTo>
                    <a:pt x="190937" y="425204"/>
                  </a:lnTo>
                  <a:lnTo>
                    <a:pt x="202331" y="426980"/>
                  </a:lnTo>
                  <a:lnTo>
                    <a:pt x="214544" y="426434"/>
                  </a:lnTo>
                  <a:lnTo>
                    <a:pt x="227094" y="423342"/>
                  </a:lnTo>
                  <a:lnTo>
                    <a:pt x="239446" y="417581"/>
                  </a:lnTo>
                  <a:lnTo>
                    <a:pt x="251034" y="409139"/>
                  </a:lnTo>
                  <a:lnTo>
                    <a:pt x="261285" y="398123"/>
                  </a:lnTo>
                  <a:lnTo>
                    <a:pt x="269646" y="384761"/>
                  </a:lnTo>
                  <a:lnTo>
                    <a:pt x="275602" y="369398"/>
                  </a:lnTo>
                  <a:lnTo>
                    <a:pt x="278708" y="352484"/>
                  </a:lnTo>
                  <a:lnTo>
                    <a:pt x="278604" y="334568"/>
                  </a:lnTo>
                  <a:lnTo>
                    <a:pt x="275040" y="316273"/>
                  </a:lnTo>
                  <a:lnTo>
                    <a:pt x="267889" y="298281"/>
                  </a:lnTo>
                  <a:lnTo>
                    <a:pt x="257158" y="281301"/>
                  </a:lnTo>
                  <a:lnTo>
                    <a:pt x="242996" y="266049"/>
                  </a:lnTo>
                  <a:lnTo>
                    <a:pt x="225696" y="253217"/>
                  </a:lnTo>
                  <a:lnTo>
                    <a:pt x="205689" y="243444"/>
                  </a:lnTo>
                  <a:close/>
                </a:path>
              </a:pathLst>
            </a:custGeom>
            <a:solidFill>
              <a:srgbClr val="78C8A0">
                <a:alpha val="25882"/>
              </a:srgbClr>
            </a:solidFill>
            <a:ln w="24933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7910296" y="3969398"/>
              <a:ext cx="550597" cy="550597"/>
            </a:xfrm>
            <a:custGeom>
              <a:avLst/>
              <a:pathLst>
                <a:path w="550597" h="550597">
                  <a:moveTo>
                    <a:pt x="183532" y="237287"/>
                  </a:moveTo>
                  <a:lnTo>
                    <a:pt x="188309" y="221143"/>
                  </a:lnTo>
                  <a:lnTo>
                    <a:pt x="194142" y="205190"/>
                  </a:lnTo>
                  <a:lnTo>
                    <a:pt x="201022" y="189480"/>
                  </a:lnTo>
                  <a:lnTo>
                    <a:pt x="208941" y="174064"/>
                  </a:lnTo>
                  <a:lnTo>
                    <a:pt x="217885" y="158993"/>
                  </a:lnTo>
                  <a:lnTo>
                    <a:pt x="227839" y="144318"/>
                  </a:lnTo>
                  <a:lnTo>
                    <a:pt x="238787" y="130089"/>
                  </a:lnTo>
                  <a:lnTo>
                    <a:pt x="250710" y="116354"/>
                  </a:lnTo>
                  <a:lnTo>
                    <a:pt x="263586" y="103163"/>
                  </a:lnTo>
                  <a:lnTo>
                    <a:pt x="277392" y="90562"/>
                  </a:lnTo>
                  <a:lnTo>
                    <a:pt x="292103" y="78599"/>
                  </a:lnTo>
                  <a:lnTo>
                    <a:pt x="307691" y="67319"/>
                  </a:lnTo>
                  <a:lnTo>
                    <a:pt x="324127" y="56765"/>
                  </a:lnTo>
                  <a:lnTo>
                    <a:pt x="341379" y="46982"/>
                  </a:lnTo>
                  <a:lnTo>
                    <a:pt x="359414" y="38012"/>
                  </a:lnTo>
                  <a:lnTo>
                    <a:pt x="378198" y="29894"/>
                  </a:lnTo>
                  <a:lnTo>
                    <a:pt x="397692" y="22668"/>
                  </a:lnTo>
                  <a:lnTo>
                    <a:pt x="417858" y="16371"/>
                  </a:lnTo>
                  <a:lnTo>
                    <a:pt x="438656" y="11040"/>
                  </a:lnTo>
                  <a:lnTo>
                    <a:pt x="460043" y="6708"/>
                  </a:lnTo>
                  <a:lnTo>
                    <a:pt x="481977" y="3408"/>
                  </a:lnTo>
                  <a:lnTo>
                    <a:pt x="504412" y="1171"/>
                  </a:lnTo>
                  <a:lnTo>
                    <a:pt x="527301" y="26"/>
                  </a:lnTo>
                  <a:lnTo>
                    <a:pt x="550597" y="0"/>
                  </a:lnTo>
                  <a:lnTo>
                    <a:pt x="550570" y="23295"/>
                  </a:lnTo>
                  <a:lnTo>
                    <a:pt x="549425" y="46185"/>
                  </a:lnTo>
                  <a:lnTo>
                    <a:pt x="547188" y="68619"/>
                  </a:lnTo>
                  <a:lnTo>
                    <a:pt x="543889" y="90553"/>
                  </a:lnTo>
                  <a:lnTo>
                    <a:pt x="539557" y="111941"/>
                  </a:lnTo>
                  <a:lnTo>
                    <a:pt x="534225" y="132739"/>
                  </a:lnTo>
                  <a:lnTo>
                    <a:pt x="527929" y="152905"/>
                  </a:lnTo>
                  <a:lnTo>
                    <a:pt x="520703" y="172399"/>
                  </a:lnTo>
                  <a:lnTo>
                    <a:pt x="512585" y="191182"/>
                  </a:lnTo>
                  <a:lnTo>
                    <a:pt x="503614" y="209217"/>
                  </a:lnTo>
                  <a:lnTo>
                    <a:pt x="493831" y="226470"/>
                  </a:lnTo>
                  <a:lnTo>
                    <a:pt x="483278" y="242906"/>
                  </a:lnTo>
                  <a:lnTo>
                    <a:pt x="471997" y="258494"/>
                  </a:lnTo>
                  <a:lnTo>
                    <a:pt x="460034" y="273205"/>
                  </a:lnTo>
                  <a:lnTo>
                    <a:pt x="447433" y="287011"/>
                  </a:lnTo>
                  <a:lnTo>
                    <a:pt x="434242" y="299887"/>
                  </a:lnTo>
                  <a:lnTo>
                    <a:pt x="420507" y="311810"/>
                  </a:lnTo>
                  <a:lnTo>
                    <a:pt x="406278" y="322757"/>
                  </a:lnTo>
                  <a:lnTo>
                    <a:pt x="391603" y="332712"/>
                  </a:lnTo>
                  <a:lnTo>
                    <a:pt x="376532" y="341655"/>
                  </a:lnTo>
                  <a:lnTo>
                    <a:pt x="361116" y="349574"/>
                  </a:lnTo>
                  <a:lnTo>
                    <a:pt x="345406" y="356455"/>
                  </a:lnTo>
                  <a:lnTo>
                    <a:pt x="329453" y="362287"/>
                  </a:lnTo>
                  <a:lnTo>
                    <a:pt x="313309" y="367064"/>
                  </a:lnTo>
                  <a:lnTo>
                    <a:pt x="312684" y="379785"/>
                  </a:lnTo>
                  <a:lnTo>
                    <a:pt x="310815" y="392383"/>
                  </a:lnTo>
                  <a:lnTo>
                    <a:pt x="307721" y="404737"/>
                  </a:lnTo>
                  <a:lnTo>
                    <a:pt x="303430" y="416728"/>
                  </a:lnTo>
                  <a:lnTo>
                    <a:pt x="297985" y="428241"/>
                  </a:lnTo>
                  <a:lnTo>
                    <a:pt x="291438" y="439165"/>
                  </a:lnTo>
                  <a:lnTo>
                    <a:pt x="283851" y="449394"/>
                  </a:lnTo>
                  <a:lnTo>
                    <a:pt x="275298" y="458831"/>
                  </a:lnTo>
                  <a:lnTo>
                    <a:pt x="260792" y="456227"/>
                  </a:lnTo>
                  <a:lnTo>
                    <a:pt x="247164" y="452067"/>
                  </a:lnTo>
                  <a:lnTo>
                    <a:pt x="234559" y="446465"/>
                  </a:lnTo>
                  <a:lnTo>
                    <a:pt x="223111" y="439548"/>
                  </a:lnTo>
                  <a:lnTo>
                    <a:pt x="212938" y="431455"/>
                  </a:lnTo>
                  <a:lnTo>
                    <a:pt x="204147" y="422335"/>
                  </a:lnTo>
                  <a:lnTo>
                    <a:pt x="196827" y="412344"/>
                  </a:lnTo>
                  <a:lnTo>
                    <a:pt x="191055" y="401649"/>
                  </a:lnTo>
                  <a:lnTo>
                    <a:pt x="186890" y="390420"/>
                  </a:lnTo>
                  <a:lnTo>
                    <a:pt x="184374" y="378832"/>
                  </a:lnTo>
                  <a:lnTo>
                    <a:pt x="183532" y="367064"/>
                  </a:lnTo>
                  <a:lnTo>
                    <a:pt x="182967" y="380713"/>
                  </a:lnTo>
                  <a:lnTo>
                    <a:pt x="181276" y="394293"/>
                  </a:lnTo>
                  <a:lnTo>
                    <a:pt x="178463" y="407732"/>
                  </a:lnTo>
                  <a:lnTo>
                    <a:pt x="174538" y="420962"/>
                  </a:lnTo>
                  <a:lnTo>
                    <a:pt x="169515" y="433914"/>
                  </a:lnTo>
                  <a:lnTo>
                    <a:pt x="163411" y="446521"/>
                  </a:lnTo>
                  <a:lnTo>
                    <a:pt x="156247" y="458714"/>
                  </a:lnTo>
                  <a:lnTo>
                    <a:pt x="148047" y="470429"/>
                  </a:lnTo>
                  <a:lnTo>
                    <a:pt x="138840" y="481600"/>
                  </a:lnTo>
                  <a:lnTo>
                    <a:pt x="128657" y="492166"/>
                  </a:lnTo>
                  <a:lnTo>
                    <a:pt x="117535" y="502064"/>
                  </a:lnTo>
                  <a:lnTo>
                    <a:pt x="105510" y="511236"/>
                  </a:lnTo>
                  <a:lnTo>
                    <a:pt x="92626" y="519624"/>
                  </a:lnTo>
                  <a:lnTo>
                    <a:pt x="78928" y="527173"/>
                  </a:lnTo>
                  <a:lnTo>
                    <a:pt x="64463" y="533831"/>
                  </a:lnTo>
                  <a:lnTo>
                    <a:pt x="49282" y="539548"/>
                  </a:lnTo>
                  <a:lnTo>
                    <a:pt x="33440" y="544277"/>
                  </a:lnTo>
                  <a:lnTo>
                    <a:pt x="16993" y="547974"/>
                  </a:lnTo>
                  <a:lnTo>
                    <a:pt x="0" y="550597"/>
                  </a:lnTo>
                  <a:lnTo>
                    <a:pt x="2622" y="533603"/>
                  </a:lnTo>
                  <a:lnTo>
                    <a:pt x="6319" y="517156"/>
                  </a:lnTo>
                  <a:lnTo>
                    <a:pt x="11048" y="501314"/>
                  </a:lnTo>
                  <a:lnTo>
                    <a:pt x="16765" y="486134"/>
                  </a:lnTo>
                  <a:lnTo>
                    <a:pt x="23424" y="471668"/>
                  </a:lnTo>
                  <a:lnTo>
                    <a:pt x="30973" y="457970"/>
                  </a:lnTo>
                  <a:lnTo>
                    <a:pt x="39361" y="445086"/>
                  </a:lnTo>
                  <a:lnTo>
                    <a:pt x="48532" y="433062"/>
                  </a:lnTo>
                  <a:lnTo>
                    <a:pt x="58431" y="421939"/>
                  </a:lnTo>
                  <a:lnTo>
                    <a:pt x="68996" y="411757"/>
                  </a:lnTo>
                  <a:lnTo>
                    <a:pt x="80167" y="402550"/>
                  </a:lnTo>
                  <a:lnTo>
                    <a:pt x="91882" y="394350"/>
                  </a:lnTo>
                  <a:lnTo>
                    <a:pt x="104076" y="387186"/>
                  </a:lnTo>
                  <a:lnTo>
                    <a:pt x="116682" y="381081"/>
                  </a:lnTo>
                  <a:lnTo>
                    <a:pt x="129634" y="376058"/>
                  </a:lnTo>
                  <a:lnTo>
                    <a:pt x="142864" y="372134"/>
                  </a:lnTo>
                  <a:lnTo>
                    <a:pt x="156304" y="369321"/>
                  </a:lnTo>
                  <a:lnTo>
                    <a:pt x="169883" y="367629"/>
                  </a:lnTo>
                  <a:lnTo>
                    <a:pt x="183532" y="367064"/>
                  </a:lnTo>
                  <a:lnTo>
                    <a:pt x="183532" y="367064"/>
                  </a:lnTo>
                </a:path>
              </a:pathLst>
            </a:custGeom>
            <a:ln w="24933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8062227" y="4175085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8429292" y="3937797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8192004" y="4304862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8153993" y="4396628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8062227" y="4304862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7878695" y="4488395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8062227" y="4304862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8062227" y="4304862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l527"/>
            <p:cNvSpPr/>
            <p:nvPr/>
          </p:nvSpPr>
          <p:spPr>
            <a:xfrm>
              <a:off x="8093828" y="3817355"/>
              <a:ext cx="0" cy="519108"/>
            </a:xfrm>
            <a:custGeom>
              <a:avLst/>
              <a:pathLst>
                <a:path w="0" h="519108">
                  <a:moveTo>
                    <a:pt x="0" y="519108"/>
                  </a:moveTo>
                  <a:lnTo>
                    <a:pt x="0" y="501207"/>
                  </a:lnTo>
                  <a:lnTo>
                    <a:pt x="0" y="483307"/>
                  </a:lnTo>
                  <a:lnTo>
                    <a:pt x="0" y="465407"/>
                  </a:lnTo>
                  <a:lnTo>
                    <a:pt x="0" y="447507"/>
                  </a:lnTo>
                  <a:lnTo>
                    <a:pt x="0" y="429606"/>
                  </a:lnTo>
                  <a:lnTo>
                    <a:pt x="0" y="411706"/>
                  </a:lnTo>
                  <a:lnTo>
                    <a:pt x="0" y="393806"/>
                  </a:lnTo>
                  <a:lnTo>
                    <a:pt x="0" y="375905"/>
                  </a:lnTo>
                  <a:lnTo>
                    <a:pt x="0" y="358005"/>
                  </a:lnTo>
                  <a:lnTo>
                    <a:pt x="0" y="340105"/>
                  </a:lnTo>
                  <a:lnTo>
                    <a:pt x="0" y="322205"/>
                  </a:lnTo>
                  <a:lnTo>
                    <a:pt x="0" y="304304"/>
                  </a:lnTo>
                  <a:lnTo>
                    <a:pt x="0" y="286404"/>
                  </a:lnTo>
                  <a:lnTo>
                    <a:pt x="0" y="268504"/>
                  </a:lnTo>
                  <a:lnTo>
                    <a:pt x="0" y="250603"/>
                  </a:lnTo>
                  <a:lnTo>
                    <a:pt x="0" y="232703"/>
                  </a:lnTo>
                  <a:lnTo>
                    <a:pt x="0" y="214803"/>
                  </a:lnTo>
                  <a:lnTo>
                    <a:pt x="0" y="196903"/>
                  </a:lnTo>
                  <a:lnTo>
                    <a:pt x="0" y="179002"/>
                  </a:lnTo>
                  <a:lnTo>
                    <a:pt x="0" y="161102"/>
                  </a:lnTo>
                  <a:lnTo>
                    <a:pt x="0" y="143202"/>
                  </a:lnTo>
                  <a:lnTo>
                    <a:pt x="0" y="125301"/>
                  </a:lnTo>
                  <a:lnTo>
                    <a:pt x="0" y="107401"/>
                  </a:lnTo>
                  <a:lnTo>
                    <a:pt x="0" y="89501"/>
                  </a:lnTo>
                  <a:lnTo>
                    <a:pt x="0" y="71601"/>
                  </a:lnTo>
                  <a:lnTo>
                    <a:pt x="0" y="53700"/>
                  </a:lnTo>
                  <a:lnTo>
                    <a:pt x="0" y="35800"/>
                  </a:lnTo>
                  <a:lnTo>
                    <a:pt x="0" y="1790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l528"/>
            <p:cNvSpPr/>
            <p:nvPr/>
          </p:nvSpPr>
          <p:spPr>
            <a:xfrm>
              <a:off x="8093828" y="3969398"/>
              <a:ext cx="367064" cy="367064"/>
            </a:xfrm>
            <a:custGeom>
              <a:avLst/>
              <a:pathLst>
                <a:path w="367064" h="367064">
                  <a:moveTo>
                    <a:pt x="0" y="367064"/>
                  </a:moveTo>
                  <a:lnTo>
                    <a:pt x="12657" y="354407"/>
                  </a:lnTo>
                  <a:lnTo>
                    <a:pt x="25314" y="341750"/>
                  </a:lnTo>
                  <a:lnTo>
                    <a:pt x="37972" y="329092"/>
                  </a:lnTo>
                  <a:lnTo>
                    <a:pt x="50629" y="316435"/>
                  </a:lnTo>
                  <a:lnTo>
                    <a:pt x="63287" y="303777"/>
                  </a:lnTo>
                  <a:lnTo>
                    <a:pt x="75944" y="291120"/>
                  </a:lnTo>
                  <a:lnTo>
                    <a:pt x="88601" y="278463"/>
                  </a:lnTo>
                  <a:lnTo>
                    <a:pt x="101259" y="265805"/>
                  </a:lnTo>
                  <a:lnTo>
                    <a:pt x="113916" y="253148"/>
                  </a:lnTo>
                  <a:lnTo>
                    <a:pt x="126574" y="240490"/>
                  </a:lnTo>
                  <a:lnTo>
                    <a:pt x="139231" y="227833"/>
                  </a:lnTo>
                  <a:lnTo>
                    <a:pt x="151888" y="215175"/>
                  </a:lnTo>
                  <a:lnTo>
                    <a:pt x="164546" y="202518"/>
                  </a:lnTo>
                  <a:lnTo>
                    <a:pt x="177203" y="189861"/>
                  </a:lnTo>
                  <a:lnTo>
                    <a:pt x="189861" y="177203"/>
                  </a:lnTo>
                  <a:lnTo>
                    <a:pt x="202518" y="164546"/>
                  </a:lnTo>
                  <a:lnTo>
                    <a:pt x="215175" y="151888"/>
                  </a:lnTo>
                  <a:lnTo>
                    <a:pt x="227833" y="139231"/>
                  </a:lnTo>
                  <a:lnTo>
                    <a:pt x="240490" y="126574"/>
                  </a:lnTo>
                  <a:lnTo>
                    <a:pt x="253148" y="113916"/>
                  </a:lnTo>
                  <a:lnTo>
                    <a:pt x="265805" y="101259"/>
                  </a:lnTo>
                  <a:lnTo>
                    <a:pt x="278463" y="88601"/>
                  </a:lnTo>
                  <a:lnTo>
                    <a:pt x="291120" y="75944"/>
                  </a:lnTo>
                  <a:lnTo>
                    <a:pt x="303777" y="63287"/>
                  </a:lnTo>
                  <a:lnTo>
                    <a:pt x="316435" y="50629"/>
                  </a:lnTo>
                  <a:lnTo>
                    <a:pt x="329092" y="37972"/>
                  </a:lnTo>
                  <a:lnTo>
                    <a:pt x="341750" y="25314"/>
                  </a:lnTo>
                  <a:lnTo>
                    <a:pt x="354407" y="12657"/>
                  </a:lnTo>
                  <a:lnTo>
                    <a:pt x="367064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l529"/>
            <p:cNvSpPr/>
            <p:nvPr/>
          </p:nvSpPr>
          <p:spPr>
            <a:xfrm>
              <a:off x="8093828" y="4336463"/>
              <a:ext cx="519108" cy="0"/>
            </a:xfrm>
            <a:custGeom>
              <a:avLst/>
              <a:pathLst>
                <a:path w="519108" h="0">
                  <a:moveTo>
                    <a:pt x="0" y="0"/>
                  </a:moveTo>
                  <a:lnTo>
                    <a:pt x="17900" y="0"/>
                  </a:lnTo>
                  <a:lnTo>
                    <a:pt x="35800" y="0"/>
                  </a:lnTo>
                  <a:lnTo>
                    <a:pt x="53700" y="0"/>
                  </a:lnTo>
                  <a:lnTo>
                    <a:pt x="71601" y="0"/>
                  </a:lnTo>
                  <a:lnTo>
                    <a:pt x="89501" y="0"/>
                  </a:lnTo>
                  <a:lnTo>
                    <a:pt x="107401" y="0"/>
                  </a:lnTo>
                  <a:lnTo>
                    <a:pt x="125301" y="0"/>
                  </a:lnTo>
                  <a:lnTo>
                    <a:pt x="143202" y="0"/>
                  </a:lnTo>
                  <a:lnTo>
                    <a:pt x="161102" y="0"/>
                  </a:lnTo>
                  <a:lnTo>
                    <a:pt x="179002" y="0"/>
                  </a:lnTo>
                  <a:lnTo>
                    <a:pt x="196903" y="0"/>
                  </a:lnTo>
                  <a:lnTo>
                    <a:pt x="214803" y="0"/>
                  </a:lnTo>
                  <a:lnTo>
                    <a:pt x="232703" y="0"/>
                  </a:lnTo>
                  <a:lnTo>
                    <a:pt x="250603" y="0"/>
                  </a:lnTo>
                  <a:lnTo>
                    <a:pt x="268504" y="0"/>
                  </a:lnTo>
                  <a:lnTo>
                    <a:pt x="286404" y="0"/>
                  </a:lnTo>
                  <a:lnTo>
                    <a:pt x="304304" y="0"/>
                  </a:lnTo>
                  <a:lnTo>
                    <a:pt x="322205" y="0"/>
                  </a:lnTo>
                  <a:lnTo>
                    <a:pt x="340105" y="0"/>
                  </a:lnTo>
                  <a:lnTo>
                    <a:pt x="358005" y="0"/>
                  </a:lnTo>
                  <a:lnTo>
                    <a:pt x="375905" y="0"/>
                  </a:lnTo>
                  <a:lnTo>
                    <a:pt x="393806" y="0"/>
                  </a:lnTo>
                  <a:lnTo>
                    <a:pt x="411706" y="0"/>
                  </a:lnTo>
                  <a:lnTo>
                    <a:pt x="429606" y="0"/>
                  </a:lnTo>
                  <a:lnTo>
                    <a:pt x="447507" y="0"/>
                  </a:lnTo>
                  <a:lnTo>
                    <a:pt x="465407" y="0"/>
                  </a:lnTo>
                  <a:lnTo>
                    <a:pt x="483307" y="0"/>
                  </a:lnTo>
                  <a:lnTo>
                    <a:pt x="501207" y="0"/>
                  </a:lnTo>
                  <a:lnTo>
                    <a:pt x="519108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l530"/>
            <p:cNvSpPr/>
            <p:nvPr/>
          </p:nvSpPr>
          <p:spPr>
            <a:xfrm>
              <a:off x="8093828" y="4336463"/>
              <a:ext cx="367064" cy="367064"/>
            </a:xfrm>
            <a:custGeom>
              <a:avLst/>
              <a:pathLst>
                <a:path w="367064" h="367064">
                  <a:moveTo>
                    <a:pt x="0" y="0"/>
                  </a:moveTo>
                  <a:lnTo>
                    <a:pt x="12657" y="12657"/>
                  </a:lnTo>
                  <a:lnTo>
                    <a:pt x="25314" y="25314"/>
                  </a:lnTo>
                  <a:lnTo>
                    <a:pt x="37972" y="37972"/>
                  </a:lnTo>
                  <a:lnTo>
                    <a:pt x="50629" y="50629"/>
                  </a:lnTo>
                  <a:lnTo>
                    <a:pt x="63287" y="63287"/>
                  </a:lnTo>
                  <a:lnTo>
                    <a:pt x="75944" y="75944"/>
                  </a:lnTo>
                  <a:lnTo>
                    <a:pt x="88601" y="88601"/>
                  </a:lnTo>
                  <a:lnTo>
                    <a:pt x="101259" y="101259"/>
                  </a:lnTo>
                  <a:lnTo>
                    <a:pt x="113916" y="113916"/>
                  </a:lnTo>
                  <a:lnTo>
                    <a:pt x="126574" y="126574"/>
                  </a:lnTo>
                  <a:lnTo>
                    <a:pt x="139231" y="139231"/>
                  </a:lnTo>
                  <a:lnTo>
                    <a:pt x="151888" y="151888"/>
                  </a:lnTo>
                  <a:lnTo>
                    <a:pt x="164546" y="164546"/>
                  </a:lnTo>
                  <a:lnTo>
                    <a:pt x="177203" y="177203"/>
                  </a:lnTo>
                  <a:lnTo>
                    <a:pt x="189861" y="189861"/>
                  </a:lnTo>
                  <a:lnTo>
                    <a:pt x="202518" y="202518"/>
                  </a:lnTo>
                  <a:lnTo>
                    <a:pt x="215175" y="215175"/>
                  </a:lnTo>
                  <a:lnTo>
                    <a:pt x="227833" y="227833"/>
                  </a:lnTo>
                  <a:lnTo>
                    <a:pt x="240490" y="240490"/>
                  </a:lnTo>
                  <a:lnTo>
                    <a:pt x="253148" y="253148"/>
                  </a:lnTo>
                  <a:lnTo>
                    <a:pt x="265805" y="265805"/>
                  </a:lnTo>
                  <a:lnTo>
                    <a:pt x="278463" y="278463"/>
                  </a:lnTo>
                  <a:lnTo>
                    <a:pt x="291120" y="291120"/>
                  </a:lnTo>
                  <a:lnTo>
                    <a:pt x="303777" y="303777"/>
                  </a:lnTo>
                  <a:lnTo>
                    <a:pt x="316435" y="316435"/>
                  </a:lnTo>
                  <a:lnTo>
                    <a:pt x="329092" y="329092"/>
                  </a:lnTo>
                  <a:lnTo>
                    <a:pt x="341750" y="341750"/>
                  </a:lnTo>
                  <a:lnTo>
                    <a:pt x="354407" y="354407"/>
                  </a:lnTo>
                  <a:lnTo>
                    <a:pt x="367064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l531"/>
            <p:cNvSpPr/>
            <p:nvPr/>
          </p:nvSpPr>
          <p:spPr>
            <a:xfrm>
              <a:off x="8093828" y="4336463"/>
              <a:ext cx="0" cy="519108"/>
            </a:xfrm>
            <a:custGeom>
              <a:avLst/>
              <a:pathLst>
                <a:path w="0" h="519108">
                  <a:moveTo>
                    <a:pt x="0" y="0"/>
                  </a:moveTo>
                  <a:lnTo>
                    <a:pt x="0" y="17900"/>
                  </a:lnTo>
                  <a:lnTo>
                    <a:pt x="0" y="35800"/>
                  </a:lnTo>
                  <a:lnTo>
                    <a:pt x="0" y="53700"/>
                  </a:lnTo>
                  <a:lnTo>
                    <a:pt x="0" y="71601"/>
                  </a:lnTo>
                  <a:lnTo>
                    <a:pt x="0" y="89501"/>
                  </a:lnTo>
                  <a:lnTo>
                    <a:pt x="0" y="107401"/>
                  </a:lnTo>
                  <a:lnTo>
                    <a:pt x="0" y="125301"/>
                  </a:lnTo>
                  <a:lnTo>
                    <a:pt x="0" y="143202"/>
                  </a:lnTo>
                  <a:lnTo>
                    <a:pt x="0" y="161102"/>
                  </a:lnTo>
                  <a:lnTo>
                    <a:pt x="0" y="179002"/>
                  </a:lnTo>
                  <a:lnTo>
                    <a:pt x="0" y="196903"/>
                  </a:lnTo>
                  <a:lnTo>
                    <a:pt x="0" y="214803"/>
                  </a:lnTo>
                  <a:lnTo>
                    <a:pt x="0" y="232703"/>
                  </a:lnTo>
                  <a:lnTo>
                    <a:pt x="0" y="250603"/>
                  </a:lnTo>
                  <a:lnTo>
                    <a:pt x="0" y="268504"/>
                  </a:lnTo>
                  <a:lnTo>
                    <a:pt x="0" y="286404"/>
                  </a:lnTo>
                  <a:lnTo>
                    <a:pt x="0" y="304304"/>
                  </a:lnTo>
                  <a:lnTo>
                    <a:pt x="0" y="322205"/>
                  </a:lnTo>
                  <a:lnTo>
                    <a:pt x="0" y="340105"/>
                  </a:lnTo>
                  <a:lnTo>
                    <a:pt x="0" y="358005"/>
                  </a:lnTo>
                  <a:lnTo>
                    <a:pt x="0" y="375905"/>
                  </a:lnTo>
                  <a:lnTo>
                    <a:pt x="0" y="393806"/>
                  </a:lnTo>
                  <a:lnTo>
                    <a:pt x="0" y="411706"/>
                  </a:lnTo>
                  <a:lnTo>
                    <a:pt x="0" y="429606"/>
                  </a:lnTo>
                  <a:lnTo>
                    <a:pt x="0" y="447507"/>
                  </a:lnTo>
                  <a:lnTo>
                    <a:pt x="0" y="465407"/>
                  </a:lnTo>
                  <a:lnTo>
                    <a:pt x="0" y="483307"/>
                  </a:lnTo>
                  <a:lnTo>
                    <a:pt x="0" y="501207"/>
                  </a:lnTo>
                  <a:lnTo>
                    <a:pt x="0" y="519108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l532"/>
            <p:cNvSpPr/>
            <p:nvPr/>
          </p:nvSpPr>
          <p:spPr>
            <a:xfrm>
              <a:off x="7726764" y="4336463"/>
              <a:ext cx="367064" cy="367064"/>
            </a:xfrm>
            <a:custGeom>
              <a:avLst/>
              <a:pathLst>
                <a:path w="367064" h="367064">
                  <a:moveTo>
                    <a:pt x="367064" y="0"/>
                  </a:moveTo>
                  <a:lnTo>
                    <a:pt x="354407" y="12657"/>
                  </a:lnTo>
                  <a:lnTo>
                    <a:pt x="341750" y="25314"/>
                  </a:lnTo>
                  <a:lnTo>
                    <a:pt x="329092" y="37972"/>
                  </a:lnTo>
                  <a:lnTo>
                    <a:pt x="316435" y="50629"/>
                  </a:lnTo>
                  <a:lnTo>
                    <a:pt x="303777" y="63287"/>
                  </a:lnTo>
                  <a:lnTo>
                    <a:pt x="291120" y="75944"/>
                  </a:lnTo>
                  <a:lnTo>
                    <a:pt x="278463" y="88601"/>
                  </a:lnTo>
                  <a:lnTo>
                    <a:pt x="265805" y="101259"/>
                  </a:lnTo>
                  <a:lnTo>
                    <a:pt x="253148" y="113916"/>
                  </a:lnTo>
                  <a:lnTo>
                    <a:pt x="240490" y="126574"/>
                  </a:lnTo>
                  <a:lnTo>
                    <a:pt x="227833" y="139231"/>
                  </a:lnTo>
                  <a:lnTo>
                    <a:pt x="215175" y="151888"/>
                  </a:lnTo>
                  <a:lnTo>
                    <a:pt x="202518" y="164546"/>
                  </a:lnTo>
                  <a:lnTo>
                    <a:pt x="189861" y="177203"/>
                  </a:lnTo>
                  <a:lnTo>
                    <a:pt x="177203" y="189861"/>
                  </a:lnTo>
                  <a:lnTo>
                    <a:pt x="164546" y="202518"/>
                  </a:lnTo>
                  <a:lnTo>
                    <a:pt x="151888" y="215175"/>
                  </a:lnTo>
                  <a:lnTo>
                    <a:pt x="139231" y="227833"/>
                  </a:lnTo>
                  <a:lnTo>
                    <a:pt x="126574" y="240490"/>
                  </a:lnTo>
                  <a:lnTo>
                    <a:pt x="113916" y="253148"/>
                  </a:lnTo>
                  <a:lnTo>
                    <a:pt x="101259" y="265805"/>
                  </a:lnTo>
                  <a:lnTo>
                    <a:pt x="88601" y="278463"/>
                  </a:lnTo>
                  <a:lnTo>
                    <a:pt x="75944" y="291120"/>
                  </a:lnTo>
                  <a:lnTo>
                    <a:pt x="63287" y="303777"/>
                  </a:lnTo>
                  <a:lnTo>
                    <a:pt x="50629" y="316435"/>
                  </a:lnTo>
                  <a:lnTo>
                    <a:pt x="37972" y="329092"/>
                  </a:lnTo>
                  <a:lnTo>
                    <a:pt x="25314" y="341750"/>
                  </a:lnTo>
                  <a:lnTo>
                    <a:pt x="12657" y="354407"/>
                  </a:lnTo>
                  <a:lnTo>
                    <a:pt x="0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l533"/>
            <p:cNvSpPr/>
            <p:nvPr/>
          </p:nvSpPr>
          <p:spPr>
            <a:xfrm>
              <a:off x="7574720" y="4336463"/>
              <a:ext cx="519108" cy="0"/>
            </a:xfrm>
            <a:custGeom>
              <a:avLst/>
              <a:pathLst>
                <a:path w="519108" h="0">
                  <a:moveTo>
                    <a:pt x="519108" y="0"/>
                  </a:moveTo>
                  <a:lnTo>
                    <a:pt x="501207" y="0"/>
                  </a:lnTo>
                  <a:lnTo>
                    <a:pt x="483307" y="0"/>
                  </a:lnTo>
                  <a:lnTo>
                    <a:pt x="465407" y="0"/>
                  </a:lnTo>
                  <a:lnTo>
                    <a:pt x="447507" y="0"/>
                  </a:lnTo>
                  <a:lnTo>
                    <a:pt x="429606" y="0"/>
                  </a:lnTo>
                  <a:lnTo>
                    <a:pt x="411706" y="0"/>
                  </a:lnTo>
                  <a:lnTo>
                    <a:pt x="393806" y="0"/>
                  </a:lnTo>
                  <a:lnTo>
                    <a:pt x="375905" y="0"/>
                  </a:lnTo>
                  <a:lnTo>
                    <a:pt x="358005" y="0"/>
                  </a:lnTo>
                  <a:lnTo>
                    <a:pt x="340105" y="0"/>
                  </a:lnTo>
                  <a:lnTo>
                    <a:pt x="322205" y="0"/>
                  </a:lnTo>
                  <a:lnTo>
                    <a:pt x="304304" y="0"/>
                  </a:lnTo>
                  <a:lnTo>
                    <a:pt x="286404" y="0"/>
                  </a:lnTo>
                  <a:lnTo>
                    <a:pt x="268504" y="0"/>
                  </a:lnTo>
                  <a:lnTo>
                    <a:pt x="250603" y="0"/>
                  </a:lnTo>
                  <a:lnTo>
                    <a:pt x="232703" y="0"/>
                  </a:lnTo>
                  <a:lnTo>
                    <a:pt x="214803" y="0"/>
                  </a:lnTo>
                  <a:lnTo>
                    <a:pt x="196903" y="0"/>
                  </a:lnTo>
                  <a:lnTo>
                    <a:pt x="179002" y="0"/>
                  </a:lnTo>
                  <a:lnTo>
                    <a:pt x="161102" y="0"/>
                  </a:lnTo>
                  <a:lnTo>
                    <a:pt x="143202" y="0"/>
                  </a:lnTo>
                  <a:lnTo>
                    <a:pt x="125301" y="0"/>
                  </a:lnTo>
                  <a:lnTo>
                    <a:pt x="107401" y="0"/>
                  </a:lnTo>
                  <a:lnTo>
                    <a:pt x="89501" y="0"/>
                  </a:lnTo>
                  <a:lnTo>
                    <a:pt x="71601" y="0"/>
                  </a:lnTo>
                  <a:lnTo>
                    <a:pt x="53700" y="0"/>
                  </a:lnTo>
                  <a:lnTo>
                    <a:pt x="35800" y="0"/>
                  </a:lnTo>
                  <a:lnTo>
                    <a:pt x="17900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l534"/>
            <p:cNvSpPr/>
            <p:nvPr/>
          </p:nvSpPr>
          <p:spPr>
            <a:xfrm>
              <a:off x="7726764" y="3969398"/>
              <a:ext cx="367064" cy="367064"/>
            </a:xfrm>
            <a:custGeom>
              <a:avLst/>
              <a:pathLst>
                <a:path w="367064" h="367064">
                  <a:moveTo>
                    <a:pt x="367064" y="367064"/>
                  </a:moveTo>
                  <a:lnTo>
                    <a:pt x="354407" y="354407"/>
                  </a:lnTo>
                  <a:lnTo>
                    <a:pt x="341750" y="341750"/>
                  </a:lnTo>
                  <a:lnTo>
                    <a:pt x="329092" y="329092"/>
                  </a:lnTo>
                  <a:lnTo>
                    <a:pt x="316435" y="316435"/>
                  </a:lnTo>
                  <a:lnTo>
                    <a:pt x="303777" y="303777"/>
                  </a:lnTo>
                  <a:lnTo>
                    <a:pt x="291120" y="291120"/>
                  </a:lnTo>
                  <a:lnTo>
                    <a:pt x="278463" y="278463"/>
                  </a:lnTo>
                  <a:lnTo>
                    <a:pt x="265805" y="265805"/>
                  </a:lnTo>
                  <a:lnTo>
                    <a:pt x="253148" y="253148"/>
                  </a:lnTo>
                  <a:lnTo>
                    <a:pt x="240490" y="240490"/>
                  </a:lnTo>
                  <a:lnTo>
                    <a:pt x="227833" y="227833"/>
                  </a:lnTo>
                  <a:lnTo>
                    <a:pt x="215175" y="215175"/>
                  </a:lnTo>
                  <a:lnTo>
                    <a:pt x="202518" y="202518"/>
                  </a:lnTo>
                  <a:lnTo>
                    <a:pt x="189861" y="189861"/>
                  </a:lnTo>
                  <a:lnTo>
                    <a:pt x="177203" y="177203"/>
                  </a:lnTo>
                  <a:lnTo>
                    <a:pt x="164546" y="164546"/>
                  </a:lnTo>
                  <a:lnTo>
                    <a:pt x="151888" y="151888"/>
                  </a:lnTo>
                  <a:lnTo>
                    <a:pt x="139231" y="139231"/>
                  </a:lnTo>
                  <a:lnTo>
                    <a:pt x="126574" y="126574"/>
                  </a:lnTo>
                  <a:lnTo>
                    <a:pt x="113916" y="113916"/>
                  </a:lnTo>
                  <a:lnTo>
                    <a:pt x="101259" y="101259"/>
                  </a:lnTo>
                  <a:lnTo>
                    <a:pt x="88601" y="88601"/>
                  </a:lnTo>
                  <a:lnTo>
                    <a:pt x="75944" y="75944"/>
                  </a:lnTo>
                  <a:lnTo>
                    <a:pt x="63287" y="63287"/>
                  </a:lnTo>
                  <a:lnTo>
                    <a:pt x="50629" y="50629"/>
                  </a:lnTo>
                  <a:lnTo>
                    <a:pt x="37972" y="37972"/>
                  </a:lnTo>
                  <a:lnTo>
                    <a:pt x="25314" y="25314"/>
                  </a:lnTo>
                  <a:lnTo>
                    <a:pt x="12657" y="1265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tx535"/>
            <p:cNvSpPr/>
            <p:nvPr/>
          </p:nvSpPr>
          <p:spPr>
            <a:xfrm>
              <a:off x="7961789" y="371378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536" name="tx536"/>
            <p:cNvSpPr/>
            <p:nvPr/>
          </p:nvSpPr>
          <p:spPr>
            <a:xfrm>
              <a:off x="8272644" y="388483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537" name="tx537"/>
            <p:cNvSpPr/>
            <p:nvPr/>
          </p:nvSpPr>
          <p:spPr>
            <a:xfrm>
              <a:off x="8569743" y="4297784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538" name="tx538"/>
            <p:cNvSpPr/>
            <p:nvPr/>
          </p:nvSpPr>
          <p:spPr>
            <a:xfrm>
              <a:off x="8263546" y="4710732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539" name="tx539"/>
            <p:cNvSpPr/>
            <p:nvPr/>
          </p:nvSpPr>
          <p:spPr>
            <a:xfrm>
              <a:off x="7952691" y="488178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540" name="tx540"/>
            <p:cNvSpPr/>
            <p:nvPr/>
          </p:nvSpPr>
          <p:spPr>
            <a:xfrm>
              <a:off x="7428689" y="4710732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541" name="tx541"/>
            <p:cNvSpPr/>
            <p:nvPr/>
          </p:nvSpPr>
          <p:spPr>
            <a:xfrm>
              <a:off x="7387759" y="4297784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542" name="tx542"/>
            <p:cNvSpPr/>
            <p:nvPr/>
          </p:nvSpPr>
          <p:spPr>
            <a:xfrm>
              <a:off x="7437787" y="388483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543" name="tx543"/>
            <p:cNvSpPr/>
            <p:nvPr/>
          </p:nvSpPr>
          <p:spPr>
            <a:xfrm>
              <a:off x="7204371" y="4045088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544" name="tx544"/>
            <p:cNvSpPr/>
            <p:nvPr/>
          </p:nvSpPr>
          <p:spPr>
            <a:xfrm>
              <a:off x="7154902" y="378553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545" name="rc545"/>
            <p:cNvSpPr/>
            <p:nvPr/>
          </p:nvSpPr>
          <p:spPr>
            <a:xfrm>
              <a:off x="69589" y="5108705"/>
              <a:ext cx="2251205" cy="22062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46" name="rc546"/>
            <p:cNvSpPr/>
            <p:nvPr/>
          </p:nvSpPr>
          <p:spPr>
            <a:xfrm>
              <a:off x="69589" y="5329326"/>
              <a:ext cx="2251205" cy="14590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" name="rc547"/>
            <p:cNvSpPr/>
            <p:nvPr/>
          </p:nvSpPr>
          <p:spPr>
            <a:xfrm>
              <a:off x="397588" y="5108705"/>
              <a:ext cx="1885248" cy="22062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8" name="tx548"/>
            <p:cNvSpPr/>
            <p:nvPr/>
          </p:nvSpPr>
          <p:spPr>
            <a:xfrm>
              <a:off x="992511" y="5138453"/>
              <a:ext cx="69540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Galliformes</a:t>
              </a:r>
            </a:p>
          </p:txBody>
        </p:sp>
        <p:sp>
          <p:nvSpPr>
            <p:cNvPr id="549" name="tx549"/>
            <p:cNvSpPr/>
            <p:nvPr/>
          </p:nvSpPr>
          <p:spPr>
            <a:xfrm>
              <a:off x="763226" y="5235228"/>
              <a:ext cx="11539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9, species = 8</a:t>
              </a:r>
            </a:p>
          </p:txBody>
        </p:sp>
        <p:sp>
          <p:nvSpPr>
            <p:cNvPr id="550" name="rc550"/>
            <p:cNvSpPr/>
            <p:nvPr/>
          </p:nvSpPr>
          <p:spPr>
            <a:xfrm>
              <a:off x="691327" y="5367284"/>
              <a:ext cx="1297770" cy="1297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" name="pl551"/>
            <p:cNvSpPr/>
            <p:nvPr/>
          </p:nvSpPr>
          <p:spPr>
            <a:xfrm>
              <a:off x="1340212" y="5432172"/>
              <a:ext cx="0" cy="583996"/>
            </a:xfrm>
            <a:custGeom>
              <a:avLst/>
              <a:pathLst>
                <a:path w="0" h="583996">
                  <a:moveTo>
                    <a:pt x="0" y="583996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52" name="pl552"/>
            <p:cNvSpPr/>
            <p:nvPr/>
          </p:nvSpPr>
          <p:spPr>
            <a:xfrm>
              <a:off x="1340212" y="5603221"/>
              <a:ext cx="412948" cy="412948"/>
            </a:xfrm>
            <a:custGeom>
              <a:avLst/>
              <a:pathLst>
                <a:path w="412948" h="412948">
                  <a:moveTo>
                    <a:pt x="0" y="412948"/>
                  </a:moveTo>
                  <a:lnTo>
                    <a:pt x="41294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53" name="pl553"/>
            <p:cNvSpPr/>
            <p:nvPr/>
          </p:nvSpPr>
          <p:spPr>
            <a:xfrm>
              <a:off x="1340212" y="6016169"/>
              <a:ext cx="583996" cy="0"/>
            </a:xfrm>
            <a:custGeom>
              <a:avLst/>
              <a:pathLst>
                <a:path w="583996" h="0">
                  <a:moveTo>
                    <a:pt x="0" y="0"/>
                  </a:moveTo>
                  <a:lnTo>
                    <a:pt x="583996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54" name="pl554"/>
            <p:cNvSpPr/>
            <p:nvPr/>
          </p:nvSpPr>
          <p:spPr>
            <a:xfrm>
              <a:off x="1340212" y="6016169"/>
              <a:ext cx="412948" cy="412948"/>
            </a:xfrm>
            <a:custGeom>
              <a:avLst/>
              <a:pathLst>
                <a:path w="412948" h="412948">
                  <a:moveTo>
                    <a:pt x="0" y="0"/>
                  </a:moveTo>
                  <a:lnTo>
                    <a:pt x="412948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55" name="pl555"/>
            <p:cNvSpPr/>
            <p:nvPr/>
          </p:nvSpPr>
          <p:spPr>
            <a:xfrm>
              <a:off x="1340212" y="6016169"/>
              <a:ext cx="0" cy="583996"/>
            </a:xfrm>
            <a:custGeom>
              <a:avLst/>
              <a:pathLst>
                <a:path w="0" h="583996">
                  <a:moveTo>
                    <a:pt x="0" y="0"/>
                  </a:moveTo>
                  <a:lnTo>
                    <a:pt x="0" y="583996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56" name="pl556"/>
            <p:cNvSpPr/>
            <p:nvPr/>
          </p:nvSpPr>
          <p:spPr>
            <a:xfrm>
              <a:off x="927264" y="6016169"/>
              <a:ext cx="412948" cy="412948"/>
            </a:xfrm>
            <a:custGeom>
              <a:avLst/>
              <a:pathLst>
                <a:path w="412948" h="412948">
                  <a:moveTo>
                    <a:pt x="412948" y="0"/>
                  </a:moveTo>
                  <a:lnTo>
                    <a:pt x="0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57" name="pl557"/>
            <p:cNvSpPr/>
            <p:nvPr/>
          </p:nvSpPr>
          <p:spPr>
            <a:xfrm>
              <a:off x="756215" y="6016169"/>
              <a:ext cx="583996" cy="0"/>
            </a:xfrm>
            <a:custGeom>
              <a:avLst/>
              <a:pathLst>
                <a:path w="583996" h="0">
                  <a:moveTo>
                    <a:pt x="583996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58" name="pl558"/>
            <p:cNvSpPr/>
            <p:nvPr/>
          </p:nvSpPr>
          <p:spPr>
            <a:xfrm>
              <a:off x="927264" y="5603221"/>
              <a:ext cx="412948" cy="412948"/>
            </a:xfrm>
            <a:custGeom>
              <a:avLst/>
              <a:pathLst>
                <a:path w="412948" h="412948">
                  <a:moveTo>
                    <a:pt x="412948" y="41294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1080691" y="5756615"/>
              <a:ext cx="519042" cy="518977"/>
            </a:xfrm>
            <a:custGeom>
              <a:avLst/>
              <a:pathLst>
                <a:path w="519042" h="518977">
                  <a:moveTo>
                    <a:pt x="259521" y="0"/>
                  </a:moveTo>
                  <a:lnTo>
                    <a:pt x="275983" y="522"/>
                  </a:lnTo>
                  <a:lnTo>
                    <a:pt x="292379" y="2088"/>
                  </a:lnTo>
                  <a:lnTo>
                    <a:pt x="308642" y="4690"/>
                  </a:lnTo>
                  <a:lnTo>
                    <a:pt x="324707" y="8319"/>
                  </a:lnTo>
                  <a:lnTo>
                    <a:pt x="340510" y="12959"/>
                  </a:lnTo>
                  <a:lnTo>
                    <a:pt x="355987" y="18592"/>
                  </a:lnTo>
                  <a:lnTo>
                    <a:pt x="371076" y="25195"/>
                  </a:lnTo>
                  <a:lnTo>
                    <a:pt x="385715" y="32742"/>
                  </a:lnTo>
                  <a:lnTo>
                    <a:pt x="399846" y="41203"/>
                  </a:lnTo>
                  <a:lnTo>
                    <a:pt x="413413" y="50542"/>
                  </a:lnTo>
                  <a:lnTo>
                    <a:pt x="426359" y="60724"/>
                  </a:lnTo>
                  <a:lnTo>
                    <a:pt x="438634" y="71705"/>
                  </a:lnTo>
                  <a:lnTo>
                    <a:pt x="450187" y="83444"/>
                  </a:lnTo>
                  <a:lnTo>
                    <a:pt x="460973" y="95891"/>
                  </a:lnTo>
                  <a:lnTo>
                    <a:pt x="470947" y="108997"/>
                  </a:lnTo>
                  <a:lnTo>
                    <a:pt x="480071" y="122710"/>
                  </a:lnTo>
                  <a:lnTo>
                    <a:pt x="488306" y="136974"/>
                  </a:lnTo>
                  <a:lnTo>
                    <a:pt x="495620" y="151731"/>
                  </a:lnTo>
                  <a:lnTo>
                    <a:pt x="501983" y="166922"/>
                  </a:lnTo>
                  <a:lnTo>
                    <a:pt x="507370" y="182487"/>
                  </a:lnTo>
                  <a:lnTo>
                    <a:pt x="511759" y="198361"/>
                  </a:lnTo>
                  <a:lnTo>
                    <a:pt x="515132" y="214483"/>
                  </a:lnTo>
                  <a:lnTo>
                    <a:pt x="517476" y="230785"/>
                  </a:lnTo>
                  <a:lnTo>
                    <a:pt x="518781" y="247204"/>
                  </a:lnTo>
                  <a:lnTo>
                    <a:pt x="519042" y="263672"/>
                  </a:lnTo>
                  <a:lnTo>
                    <a:pt x="518259" y="280123"/>
                  </a:lnTo>
                  <a:lnTo>
                    <a:pt x="516433" y="296492"/>
                  </a:lnTo>
                  <a:lnTo>
                    <a:pt x="513573" y="312712"/>
                  </a:lnTo>
                  <a:lnTo>
                    <a:pt x="509690" y="328718"/>
                  </a:lnTo>
                  <a:lnTo>
                    <a:pt x="504800" y="344445"/>
                  </a:lnTo>
                  <a:lnTo>
                    <a:pt x="498922" y="359831"/>
                  </a:lnTo>
                  <a:lnTo>
                    <a:pt x="492080" y="374813"/>
                  </a:lnTo>
                  <a:lnTo>
                    <a:pt x="484301" y="389331"/>
                  </a:lnTo>
                  <a:lnTo>
                    <a:pt x="475618" y="403326"/>
                  </a:lnTo>
                  <a:lnTo>
                    <a:pt x="466064" y="416742"/>
                  </a:lnTo>
                  <a:lnTo>
                    <a:pt x="455679" y="429525"/>
                  </a:lnTo>
                  <a:lnTo>
                    <a:pt x="444504" y="441624"/>
                  </a:lnTo>
                  <a:lnTo>
                    <a:pt x="432584" y="452990"/>
                  </a:lnTo>
                  <a:lnTo>
                    <a:pt x="419967" y="463577"/>
                  </a:lnTo>
                  <a:lnTo>
                    <a:pt x="406704" y="473342"/>
                  </a:lnTo>
                  <a:lnTo>
                    <a:pt x="392848" y="482247"/>
                  </a:lnTo>
                  <a:lnTo>
                    <a:pt x="378455" y="490254"/>
                  </a:lnTo>
                  <a:lnTo>
                    <a:pt x="363584" y="497333"/>
                  </a:lnTo>
                  <a:lnTo>
                    <a:pt x="348294" y="503455"/>
                  </a:lnTo>
                  <a:lnTo>
                    <a:pt x="332646" y="508594"/>
                  </a:lnTo>
                  <a:lnTo>
                    <a:pt x="316703" y="512730"/>
                  </a:lnTo>
                  <a:lnTo>
                    <a:pt x="300531" y="515847"/>
                  </a:lnTo>
                  <a:lnTo>
                    <a:pt x="284193" y="517932"/>
                  </a:lnTo>
                  <a:lnTo>
                    <a:pt x="267756" y="518977"/>
                  </a:lnTo>
                  <a:lnTo>
                    <a:pt x="251286" y="518977"/>
                  </a:lnTo>
                  <a:lnTo>
                    <a:pt x="234849" y="517932"/>
                  </a:lnTo>
                  <a:lnTo>
                    <a:pt x="218511" y="515847"/>
                  </a:lnTo>
                  <a:lnTo>
                    <a:pt x="202338" y="512730"/>
                  </a:lnTo>
                  <a:lnTo>
                    <a:pt x="186396" y="508594"/>
                  </a:lnTo>
                  <a:lnTo>
                    <a:pt x="170748" y="503455"/>
                  </a:lnTo>
                  <a:lnTo>
                    <a:pt x="155458" y="497333"/>
                  </a:lnTo>
                  <a:lnTo>
                    <a:pt x="140586" y="490254"/>
                  </a:lnTo>
                  <a:lnTo>
                    <a:pt x="126194" y="482247"/>
                  </a:lnTo>
                  <a:lnTo>
                    <a:pt x="112338" y="473342"/>
                  </a:lnTo>
                  <a:lnTo>
                    <a:pt x="99075" y="463577"/>
                  </a:lnTo>
                  <a:lnTo>
                    <a:pt x="86458" y="452990"/>
                  </a:lnTo>
                  <a:lnTo>
                    <a:pt x="74538" y="441624"/>
                  </a:lnTo>
                  <a:lnTo>
                    <a:pt x="63363" y="429525"/>
                  </a:lnTo>
                  <a:lnTo>
                    <a:pt x="52978" y="416742"/>
                  </a:lnTo>
                  <a:lnTo>
                    <a:pt x="43424" y="403326"/>
                  </a:lnTo>
                  <a:lnTo>
                    <a:pt x="34740" y="389331"/>
                  </a:lnTo>
                  <a:lnTo>
                    <a:pt x="26962" y="374813"/>
                  </a:lnTo>
                  <a:lnTo>
                    <a:pt x="20120" y="359831"/>
                  </a:lnTo>
                  <a:lnTo>
                    <a:pt x="14242" y="344445"/>
                  </a:lnTo>
                  <a:lnTo>
                    <a:pt x="9352" y="328718"/>
                  </a:lnTo>
                  <a:lnTo>
                    <a:pt x="5469" y="312712"/>
                  </a:lnTo>
                  <a:lnTo>
                    <a:pt x="2609" y="296492"/>
                  </a:lnTo>
                  <a:lnTo>
                    <a:pt x="783" y="280123"/>
                  </a:lnTo>
                  <a:lnTo>
                    <a:pt x="0" y="263672"/>
                  </a:lnTo>
                  <a:lnTo>
                    <a:pt x="261" y="247204"/>
                  </a:lnTo>
                  <a:lnTo>
                    <a:pt x="1566" y="230785"/>
                  </a:lnTo>
                  <a:lnTo>
                    <a:pt x="3910" y="214483"/>
                  </a:lnTo>
                  <a:lnTo>
                    <a:pt x="7283" y="198361"/>
                  </a:lnTo>
                  <a:lnTo>
                    <a:pt x="11672" y="182487"/>
                  </a:lnTo>
                  <a:lnTo>
                    <a:pt x="17059" y="166922"/>
                  </a:lnTo>
                  <a:lnTo>
                    <a:pt x="23422" y="151731"/>
                  </a:lnTo>
                  <a:lnTo>
                    <a:pt x="30736" y="136974"/>
                  </a:lnTo>
                  <a:lnTo>
                    <a:pt x="38971" y="122710"/>
                  </a:lnTo>
                  <a:lnTo>
                    <a:pt x="48094" y="108997"/>
                  </a:lnTo>
                  <a:lnTo>
                    <a:pt x="58069" y="95891"/>
                  </a:lnTo>
                  <a:lnTo>
                    <a:pt x="68855" y="83444"/>
                  </a:lnTo>
                  <a:lnTo>
                    <a:pt x="80408" y="71705"/>
                  </a:lnTo>
                  <a:lnTo>
                    <a:pt x="92683" y="60724"/>
                  </a:lnTo>
                  <a:lnTo>
                    <a:pt x="105629" y="50542"/>
                  </a:lnTo>
                  <a:lnTo>
                    <a:pt x="119195" y="41203"/>
                  </a:lnTo>
                  <a:lnTo>
                    <a:pt x="133327" y="32742"/>
                  </a:lnTo>
                  <a:lnTo>
                    <a:pt x="147966" y="25195"/>
                  </a:lnTo>
                  <a:lnTo>
                    <a:pt x="163054" y="18592"/>
                  </a:lnTo>
                  <a:lnTo>
                    <a:pt x="178531" y="12959"/>
                  </a:lnTo>
                  <a:lnTo>
                    <a:pt x="194334" y="8319"/>
                  </a:lnTo>
                  <a:lnTo>
                    <a:pt x="210400" y="4690"/>
                  </a:lnTo>
                  <a:lnTo>
                    <a:pt x="226663" y="2088"/>
                  </a:lnTo>
                  <a:lnTo>
                    <a:pt x="243059" y="522"/>
                  </a:lnTo>
                  <a:lnTo>
                    <a:pt x="25952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821169" y="5497061"/>
              <a:ext cx="1038085" cy="1037955"/>
            </a:xfrm>
            <a:custGeom>
              <a:avLst/>
              <a:pathLst>
                <a:path w="1038085" h="1037955">
                  <a:moveTo>
                    <a:pt x="519042" y="0"/>
                  </a:moveTo>
                  <a:lnTo>
                    <a:pt x="551966" y="1045"/>
                  </a:lnTo>
                  <a:lnTo>
                    <a:pt x="584758" y="4176"/>
                  </a:lnTo>
                  <a:lnTo>
                    <a:pt x="617284" y="9380"/>
                  </a:lnTo>
                  <a:lnTo>
                    <a:pt x="649415" y="16638"/>
                  </a:lnTo>
                  <a:lnTo>
                    <a:pt x="681021" y="25918"/>
                  </a:lnTo>
                  <a:lnTo>
                    <a:pt x="711975" y="37184"/>
                  </a:lnTo>
                  <a:lnTo>
                    <a:pt x="742152" y="50391"/>
                  </a:lnTo>
                  <a:lnTo>
                    <a:pt x="771431" y="65485"/>
                  </a:lnTo>
                  <a:lnTo>
                    <a:pt x="799693" y="82406"/>
                  </a:lnTo>
                  <a:lnTo>
                    <a:pt x="826826" y="101085"/>
                  </a:lnTo>
                  <a:lnTo>
                    <a:pt x="852719" y="121448"/>
                  </a:lnTo>
                  <a:lnTo>
                    <a:pt x="877268" y="143411"/>
                  </a:lnTo>
                  <a:lnTo>
                    <a:pt x="900375" y="166888"/>
                  </a:lnTo>
                  <a:lnTo>
                    <a:pt x="921946" y="191783"/>
                  </a:lnTo>
                  <a:lnTo>
                    <a:pt x="941895" y="217995"/>
                  </a:lnTo>
                  <a:lnTo>
                    <a:pt x="960142" y="245421"/>
                  </a:lnTo>
                  <a:lnTo>
                    <a:pt x="976612" y="273948"/>
                  </a:lnTo>
                  <a:lnTo>
                    <a:pt x="991240" y="303462"/>
                  </a:lnTo>
                  <a:lnTo>
                    <a:pt x="1003966" y="333845"/>
                  </a:lnTo>
                  <a:lnTo>
                    <a:pt x="1014740" y="364974"/>
                  </a:lnTo>
                  <a:lnTo>
                    <a:pt x="1023518" y="396723"/>
                  </a:lnTo>
                  <a:lnTo>
                    <a:pt x="1030264" y="428966"/>
                  </a:lnTo>
                  <a:lnTo>
                    <a:pt x="1034952" y="461571"/>
                  </a:lnTo>
                  <a:lnTo>
                    <a:pt x="1037563" y="494408"/>
                  </a:lnTo>
                  <a:lnTo>
                    <a:pt x="1038085" y="527344"/>
                  </a:lnTo>
                  <a:lnTo>
                    <a:pt x="1036518" y="560247"/>
                  </a:lnTo>
                  <a:lnTo>
                    <a:pt x="1032867" y="592984"/>
                  </a:lnTo>
                  <a:lnTo>
                    <a:pt x="1027147" y="625425"/>
                  </a:lnTo>
                  <a:lnTo>
                    <a:pt x="1019381" y="657436"/>
                  </a:lnTo>
                  <a:lnTo>
                    <a:pt x="1009600" y="688891"/>
                  </a:lnTo>
                  <a:lnTo>
                    <a:pt x="997844" y="719663"/>
                  </a:lnTo>
                  <a:lnTo>
                    <a:pt x="984160" y="749626"/>
                  </a:lnTo>
                  <a:lnTo>
                    <a:pt x="968603" y="778662"/>
                  </a:lnTo>
                  <a:lnTo>
                    <a:pt x="951236" y="806652"/>
                  </a:lnTo>
                  <a:lnTo>
                    <a:pt x="932129" y="833485"/>
                  </a:lnTo>
                  <a:lnTo>
                    <a:pt x="911358" y="859051"/>
                  </a:lnTo>
                  <a:lnTo>
                    <a:pt x="889008" y="883249"/>
                  </a:lnTo>
                  <a:lnTo>
                    <a:pt x="865168" y="905981"/>
                  </a:lnTo>
                  <a:lnTo>
                    <a:pt x="839934" y="927154"/>
                  </a:lnTo>
                  <a:lnTo>
                    <a:pt x="813408" y="946685"/>
                  </a:lnTo>
                  <a:lnTo>
                    <a:pt x="785696" y="964494"/>
                  </a:lnTo>
                  <a:lnTo>
                    <a:pt x="756911" y="980509"/>
                  </a:lnTo>
                  <a:lnTo>
                    <a:pt x="727169" y="994667"/>
                  </a:lnTo>
                  <a:lnTo>
                    <a:pt x="696588" y="1006910"/>
                  </a:lnTo>
                  <a:lnTo>
                    <a:pt x="665292" y="1017188"/>
                  </a:lnTo>
                  <a:lnTo>
                    <a:pt x="633407" y="1025461"/>
                  </a:lnTo>
                  <a:lnTo>
                    <a:pt x="601062" y="1031695"/>
                  </a:lnTo>
                  <a:lnTo>
                    <a:pt x="568387" y="1035865"/>
                  </a:lnTo>
                  <a:lnTo>
                    <a:pt x="535513" y="1037955"/>
                  </a:lnTo>
                  <a:lnTo>
                    <a:pt x="502572" y="1037955"/>
                  </a:lnTo>
                  <a:lnTo>
                    <a:pt x="469698" y="1035865"/>
                  </a:lnTo>
                  <a:lnTo>
                    <a:pt x="437023" y="1031695"/>
                  </a:lnTo>
                  <a:lnTo>
                    <a:pt x="404677" y="1025461"/>
                  </a:lnTo>
                  <a:lnTo>
                    <a:pt x="372793" y="1017188"/>
                  </a:lnTo>
                  <a:lnTo>
                    <a:pt x="341497" y="1006910"/>
                  </a:lnTo>
                  <a:lnTo>
                    <a:pt x="310916" y="994667"/>
                  </a:lnTo>
                  <a:lnTo>
                    <a:pt x="281173" y="980509"/>
                  </a:lnTo>
                  <a:lnTo>
                    <a:pt x="252388" y="964494"/>
                  </a:lnTo>
                  <a:lnTo>
                    <a:pt x="224677" y="946685"/>
                  </a:lnTo>
                  <a:lnTo>
                    <a:pt x="198151" y="927154"/>
                  </a:lnTo>
                  <a:lnTo>
                    <a:pt x="172917" y="905981"/>
                  </a:lnTo>
                  <a:lnTo>
                    <a:pt x="149077" y="883249"/>
                  </a:lnTo>
                  <a:lnTo>
                    <a:pt x="126727" y="859051"/>
                  </a:lnTo>
                  <a:lnTo>
                    <a:pt x="105956" y="833485"/>
                  </a:lnTo>
                  <a:lnTo>
                    <a:pt x="86849" y="806652"/>
                  </a:lnTo>
                  <a:lnTo>
                    <a:pt x="69481" y="778662"/>
                  </a:lnTo>
                  <a:lnTo>
                    <a:pt x="53925" y="749626"/>
                  </a:lnTo>
                  <a:lnTo>
                    <a:pt x="40241" y="719663"/>
                  </a:lnTo>
                  <a:lnTo>
                    <a:pt x="28485" y="688891"/>
                  </a:lnTo>
                  <a:lnTo>
                    <a:pt x="18704" y="657436"/>
                  </a:lnTo>
                  <a:lnTo>
                    <a:pt x="10938" y="625425"/>
                  </a:lnTo>
                  <a:lnTo>
                    <a:pt x="5218" y="592984"/>
                  </a:lnTo>
                  <a:lnTo>
                    <a:pt x="1567" y="560247"/>
                  </a:lnTo>
                  <a:lnTo>
                    <a:pt x="0" y="527344"/>
                  </a:lnTo>
                  <a:lnTo>
                    <a:pt x="522" y="494408"/>
                  </a:lnTo>
                  <a:lnTo>
                    <a:pt x="3133" y="461571"/>
                  </a:lnTo>
                  <a:lnTo>
                    <a:pt x="7821" y="428966"/>
                  </a:lnTo>
                  <a:lnTo>
                    <a:pt x="14567" y="396723"/>
                  </a:lnTo>
                  <a:lnTo>
                    <a:pt x="23345" y="364974"/>
                  </a:lnTo>
                  <a:lnTo>
                    <a:pt x="34119" y="333845"/>
                  </a:lnTo>
                  <a:lnTo>
                    <a:pt x="46845" y="303462"/>
                  </a:lnTo>
                  <a:lnTo>
                    <a:pt x="61473" y="273948"/>
                  </a:lnTo>
                  <a:lnTo>
                    <a:pt x="77943" y="245421"/>
                  </a:lnTo>
                  <a:lnTo>
                    <a:pt x="96189" y="217995"/>
                  </a:lnTo>
                  <a:lnTo>
                    <a:pt x="116138" y="191783"/>
                  </a:lnTo>
                  <a:lnTo>
                    <a:pt x="137710" y="166888"/>
                  </a:lnTo>
                  <a:lnTo>
                    <a:pt x="160817" y="143411"/>
                  </a:lnTo>
                  <a:lnTo>
                    <a:pt x="185366" y="121448"/>
                  </a:lnTo>
                  <a:lnTo>
                    <a:pt x="211259" y="101085"/>
                  </a:lnTo>
                  <a:lnTo>
                    <a:pt x="238391" y="82406"/>
                  </a:lnTo>
                  <a:lnTo>
                    <a:pt x="266654" y="65485"/>
                  </a:lnTo>
                  <a:lnTo>
                    <a:pt x="295932" y="50391"/>
                  </a:lnTo>
                  <a:lnTo>
                    <a:pt x="326109" y="37184"/>
                  </a:lnTo>
                  <a:lnTo>
                    <a:pt x="357063" y="25918"/>
                  </a:lnTo>
                  <a:lnTo>
                    <a:pt x="388669" y="16638"/>
                  </a:lnTo>
                  <a:lnTo>
                    <a:pt x="420800" y="9380"/>
                  </a:lnTo>
                  <a:lnTo>
                    <a:pt x="453327" y="4176"/>
                  </a:lnTo>
                  <a:lnTo>
                    <a:pt x="486118" y="1045"/>
                  </a:lnTo>
                  <a:lnTo>
                    <a:pt x="51904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756289" y="5432172"/>
              <a:ext cx="1167846" cy="1167699"/>
            </a:xfrm>
            <a:custGeom>
              <a:avLst/>
              <a:pathLst>
                <a:path w="1167846" h="1167699">
                  <a:moveTo>
                    <a:pt x="583923" y="0"/>
                  </a:moveTo>
                  <a:lnTo>
                    <a:pt x="620962" y="1175"/>
                  </a:lnTo>
                  <a:lnTo>
                    <a:pt x="657852" y="4698"/>
                  </a:lnTo>
                  <a:lnTo>
                    <a:pt x="694445" y="10553"/>
                  </a:lnTo>
                  <a:lnTo>
                    <a:pt x="730592" y="18717"/>
                  </a:lnTo>
                  <a:lnTo>
                    <a:pt x="766149" y="29158"/>
                  </a:lnTo>
                  <a:lnTo>
                    <a:pt x="800972" y="41832"/>
                  </a:lnTo>
                  <a:lnTo>
                    <a:pt x="834922" y="56690"/>
                  </a:lnTo>
                  <a:lnTo>
                    <a:pt x="867860" y="73671"/>
                  </a:lnTo>
                  <a:lnTo>
                    <a:pt x="899655" y="92707"/>
                  </a:lnTo>
                  <a:lnTo>
                    <a:pt x="930179" y="113721"/>
                  </a:lnTo>
                  <a:lnTo>
                    <a:pt x="959309" y="136629"/>
                  </a:lnTo>
                  <a:lnTo>
                    <a:pt x="986927" y="161338"/>
                  </a:lnTo>
                  <a:lnTo>
                    <a:pt x="1012922" y="187749"/>
                  </a:lnTo>
                  <a:lnTo>
                    <a:pt x="1037190" y="215756"/>
                  </a:lnTo>
                  <a:lnTo>
                    <a:pt x="1059632" y="245245"/>
                  </a:lnTo>
                  <a:lnTo>
                    <a:pt x="1080160" y="276098"/>
                  </a:lnTo>
                  <a:lnTo>
                    <a:pt x="1098689" y="308191"/>
                  </a:lnTo>
                  <a:lnTo>
                    <a:pt x="1115145" y="341395"/>
                  </a:lnTo>
                  <a:lnTo>
                    <a:pt x="1129462" y="375576"/>
                  </a:lnTo>
                  <a:lnTo>
                    <a:pt x="1141582" y="410596"/>
                  </a:lnTo>
                  <a:lnTo>
                    <a:pt x="1151457" y="446314"/>
                  </a:lnTo>
                  <a:lnTo>
                    <a:pt x="1159047" y="482586"/>
                  </a:lnTo>
                  <a:lnTo>
                    <a:pt x="1164321" y="519267"/>
                  </a:lnTo>
                  <a:lnTo>
                    <a:pt x="1167258" y="556209"/>
                  </a:lnTo>
                  <a:lnTo>
                    <a:pt x="1167846" y="593262"/>
                  </a:lnTo>
                  <a:lnTo>
                    <a:pt x="1166083" y="630278"/>
                  </a:lnTo>
                  <a:lnTo>
                    <a:pt x="1161975" y="667108"/>
                  </a:lnTo>
                  <a:lnTo>
                    <a:pt x="1155540" y="703603"/>
                  </a:lnTo>
                  <a:lnTo>
                    <a:pt x="1146803" y="739616"/>
                  </a:lnTo>
                  <a:lnTo>
                    <a:pt x="1135800" y="775003"/>
                  </a:lnTo>
                  <a:lnTo>
                    <a:pt x="1122575" y="809621"/>
                  </a:lnTo>
                  <a:lnTo>
                    <a:pt x="1107180" y="843330"/>
                  </a:lnTo>
                  <a:lnTo>
                    <a:pt x="1089679" y="875995"/>
                  </a:lnTo>
                  <a:lnTo>
                    <a:pt x="1070141" y="907484"/>
                  </a:lnTo>
                  <a:lnTo>
                    <a:pt x="1048645" y="937670"/>
                  </a:lnTo>
                  <a:lnTo>
                    <a:pt x="1025278" y="966433"/>
                  </a:lnTo>
                  <a:lnTo>
                    <a:pt x="1000134" y="993655"/>
                  </a:lnTo>
                  <a:lnTo>
                    <a:pt x="973314" y="1019228"/>
                  </a:lnTo>
                  <a:lnTo>
                    <a:pt x="944926" y="1043049"/>
                  </a:lnTo>
                  <a:lnTo>
                    <a:pt x="915084" y="1065021"/>
                  </a:lnTo>
                  <a:lnTo>
                    <a:pt x="883909" y="1085056"/>
                  </a:lnTo>
                  <a:lnTo>
                    <a:pt x="851525" y="1103073"/>
                  </a:lnTo>
                  <a:lnTo>
                    <a:pt x="818065" y="1119001"/>
                  </a:lnTo>
                  <a:lnTo>
                    <a:pt x="783661" y="1132774"/>
                  </a:lnTo>
                  <a:lnTo>
                    <a:pt x="748454" y="1144337"/>
                  </a:lnTo>
                  <a:lnTo>
                    <a:pt x="712583" y="1153644"/>
                  </a:lnTo>
                  <a:lnTo>
                    <a:pt x="676195" y="1160657"/>
                  </a:lnTo>
                  <a:lnTo>
                    <a:pt x="639435" y="1165349"/>
                  </a:lnTo>
                  <a:lnTo>
                    <a:pt x="602452" y="1167699"/>
                  </a:lnTo>
                  <a:lnTo>
                    <a:pt x="565394" y="1167699"/>
                  </a:lnTo>
                  <a:lnTo>
                    <a:pt x="528410" y="1165349"/>
                  </a:lnTo>
                  <a:lnTo>
                    <a:pt x="491650" y="1160657"/>
                  </a:lnTo>
                  <a:lnTo>
                    <a:pt x="455262" y="1153644"/>
                  </a:lnTo>
                  <a:lnTo>
                    <a:pt x="419392" y="1144337"/>
                  </a:lnTo>
                  <a:lnTo>
                    <a:pt x="384184" y="1132774"/>
                  </a:lnTo>
                  <a:lnTo>
                    <a:pt x="349781" y="1119001"/>
                  </a:lnTo>
                  <a:lnTo>
                    <a:pt x="316320" y="1103073"/>
                  </a:lnTo>
                  <a:lnTo>
                    <a:pt x="283937" y="1085056"/>
                  </a:lnTo>
                  <a:lnTo>
                    <a:pt x="252762" y="1065021"/>
                  </a:lnTo>
                  <a:lnTo>
                    <a:pt x="222920" y="1043049"/>
                  </a:lnTo>
                  <a:lnTo>
                    <a:pt x="194532" y="1019228"/>
                  </a:lnTo>
                  <a:lnTo>
                    <a:pt x="167712" y="993655"/>
                  </a:lnTo>
                  <a:lnTo>
                    <a:pt x="142567" y="966433"/>
                  </a:lnTo>
                  <a:lnTo>
                    <a:pt x="119200" y="937670"/>
                  </a:lnTo>
                  <a:lnTo>
                    <a:pt x="97705" y="907484"/>
                  </a:lnTo>
                  <a:lnTo>
                    <a:pt x="78167" y="875995"/>
                  </a:lnTo>
                  <a:lnTo>
                    <a:pt x="60665" y="843330"/>
                  </a:lnTo>
                  <a:lnTo>
                    <a:pt x="45271" y="809621"/>
                  </a:lnTo>
                  <a:lnTo>
                    <a:pt x="32045" y="775003"/>
                  </a:lnTo>
                  <a:lnTo>
                    <a:pt x="21042" y="739616"/>
                  </a:lnTo>
                  <a:lnTo>
                    <a:pt x="12305" y="703603"/>
                  </a:lnTo>
                  <a:lnTo>
                    <a:pt x="5870" y="667108"/>
                  </a:lnTo>
                  <a:lnTo>
                    <a:pt x="1763" y="630278"/>
                  </a:lnTo>
                  <a:lnTo>
                    <a:pt x="0" y="593262"/>
                  </a:lnTo>
                  <a:lnTo>
                    <a:pt x="587" y="556209"/>
                  </a:lnTo>
                  <a:lnTo>
                    <a:pt x="3524" y="519267"/>
                  </a:lnTo>
                  <a:lnTo>
                    <a:pt x="8798" y="482586"/>
                  </a:lnTo>
                  <a:lnTo>
                    <a:pt x="16388" y="446314"/>
                  </a:lnTo>
                  <a:lnTo>
                    <a:pt x="26263" y="410596"/>
                  </a:lnTo>
                  <a:lnTo>
                    <a:pt x="38383" y="375576"/>
                  </a:lnTo>
                  <a:lnTo>
                    <a:pt x="52701" y="341395"/>
                  </a:lnTo>
                  <a:lnTo>
                    <a:pt x="69157" y="308191"/>
                  </a:lnTo>
                  <a:lnTo>
                    <a:pt x="87686" y="276098"/>
                  </a:lnTo>
                  <a:lnTo>
                    <a:pt x="108213" y="245245"/>
                  </a:lnTo>
                  <a:lnTo>
                    <a:pt x="130656" y="215756"/>
                  </a:lnTo>
                  <a:lnTo>
                    <a:pt x="154924" y="187749"/>
                  </a:lnTo>
                  <a:lnTo>
                    <a:pt x="180919" y="161338"/>
                  </a:lnTo>
                  <a:lnTo>
                    <a:pt x="208537" y="136629"/>
                  </a:lnTo>
                  <a:lnTo>
                    <a:pt x="237666" y="113721"/>
                  </a:lnTo>
                  <a:lnTo>
                    <a:pt x="268190" y="92707"/>
                  </a:lnTo>
                  <a:lnTo>
                    <a:pt x="299985" y="73671"/>
                  </a:lnTo>
                  <a:lnTo>
                    <a:pt x="332924" y="56690"/>
                  </a:lnTo>
                  <a:lnTo>
                    <a:pt x="366873" y="41832"/>
                  </a:lnTo>
                  <a:lnTo>
                    <a:pt x="401696" y="29158"/>
                  </a:lnTo>
                  <a:lnTo>
                    <a:pt x="437253" y="18717"/>
                  </a:lnTo>
                  <a:lnTo>
                    <a:pt x="473401" y="10553"/>
                  </a:lnTo>
                  <a:lnTo>
                    <a:pt x="509993" y="4698"/>
                  </a:lnTo>
                  <a:lnTo>
                    <a:pt x="546883" y="1175"/>
                  </a:lnTo>
                  <a:lnTo>
                    <a:pt x="58392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1290554" y="5649104"/>
              <a:ext cx="427608" cy="626619"/>
            </a:xfrm>
            <a:custGeom>
              <a:avLst/>
              <a:pathLst>
                <a:path w="427608" h="626619">
                  <a:moveTo>
                    <a:pt x="49657" y="367064"/>
                  </a:moveTo>
                  <a:lnTo>
                    <a:pt x="50055" y="350847"/>
                  </a:lnTo>
                  <a:lnTo>
                    <a:pt x="51249" y="334659"/>
                  </a:lnTo>
                  <a:lnTo>
                    <a:pt x="53238" y="318530"/>
                  </a:lnTo>
                  <a:lnTo>
                    <a:pt x="56018" y="302488"/>
                  </a:lnTo>
                  <a:lnTo>
                    <a:pt x="59586" y="286564"/>
                  </a:lnTo>
                  <a:lnTo>
                    <a:pt x="63939" y="270785"/>
                  </a:lnTo>
                  <a:lnTo>
                    <a:pt x="69071" y="255181"/>
                  </a:lnTo>
                  <a:lnTo>
                    <a:pt x="74976" y="239781"/>
                  </a:lnTo>
                  <a:lnTo>
                    <a:pt x="81646" y="224613"/>
                  </a:lnTo>
                  <a:lnTo>
                    <a:pt x="89074" y="209705"/>
                  </a:lnTo>
                  <a:lnTo>
                    <a:pt x="97251" y="195085"/>
                  </a:lnTo>
                  <a:lnTo>
                    <a:pt x="106166" y="180781"/>
                  </a:lnTo>
                  <a:lnTo>
                    <a:pt x="115809" y="166821"/>
                  </a:lnTo>
                  <a:lnTo>
                    <a:pt x="126168" y="153231"/>
                  </a:lnTo>
                  <a:lnTo>
                    <a:pt x="137231" y="140037"/>
                  </a:lnTo>
                  <a:lnTo>
                    <a:pt x="148984" y="127268"/>
                  </a:lnTo>
                  <a:lnTo>
                    <a:pt x="161413" y="114947"/>
                  </a:lnTo>
                  <a:lnTo>
                    <a:pt x="174503" y="103101"/>
                  </a:lnTo>
                  <a:lnTo>
                    <a:pt x="188237" y="91754"/>
                  </a:lnTo>
                  <a:lnTo>
                    <a:pt x="202599" y="80932"/>
                  </a:lnTo>
                  <a:lnTo>
                    <a:pt x="217570" y="70656"/>
                  </a:lnTo>
                  <a:lnTo>
                    <a:pt x="233134" y="60952"/>
                  </a:lnTo>
                  <a:lnTo>
                    <a:pt x="249270" y="51842"/>
                  </a:lnTo>
                  <a:lnTo>
                    <a:pt x="265958" y="43347"/>
                  </a:lnTo>
                  <a:lnTo>
                    <a:pt x="283178" y="35490"/>
                  </a:lnTo>
                  <a:lnTo>
                    <a:pt x="300909" y="28291"/>
                  </a:lnTo>
                  <a:lnTo>
                    <a:pt x="319127" y="21771"/>
                  </a:lnTo>
                  <a:lnTo>
                    <a:pt x="337811" y="15948"/>
                  </a:lnTo>
                  <a:lnTo>
                    <a:pt x="356937" y="10842"/>
                  </a:lnTo>
                  <a:lnTo>
                    <a:pt x="376481" y="6470"/>
                  </a:lnTo>
                  <a:lnTo>
                    <a:pt x="396418" y="2851"/>
                  </a:lnTo>
                  <a:lnTo>
                    <a:pt x="416722" y="0"/>
                  </a:lnTo>
                  <a:lnTo>
                    <a:pt x="420955" y="21374"/>
                  </a:lnTo>
                  <a:lnTo>
                    <a:pt x="424141" y="42573"/>
                  </a:lnTo>
                  <a:lnTo>
                    <a:pt x="426298" y="63549"/>
                  </a:lnTo>
                  <a:lnTo>
                    <a:pt x="427446" y="84255"/>
                  </a:lnTo>
                  <a:lnTo>
                    <a:pt x="427608" y="104648"/>
                  </a:lnTo>
                  <a:lnTo>
                    <a:pt x="426809" y="124684"/>
                  </a:lnTo>
                  <a:lnTo>
                    <a:pt x="425073" y="144320"/>
                  </a:lnTo>
                  <a:lnTo>
                    <a:pt x="422429" y="163515"/>
                  </a:lnTo>
                  <a:lnTo>
                    <a:pt x="418907" y="182231"/>
                  </a:lnTo>
                  <a:lnTo>
                    <a:pt x="414537" y="200429"/>
                  </a:lnTo>
                  <a:lnTo>
                    <a:pt x="409352" y="218074"/>
                  </a:lnTo>
                  <a:lnTo>
                    <a:pt x="403387" y="235130"/>
                  </a:lnTo>
                  <a:lnTo>
                    <a:pt x="396677" y="251565"/>
                  </a:lnTo>
                  <a:lnTo>
                    <a:pt x="389258" y="267349"/>
                  </a:lnTo>
                  <a:lnTo>
                    <a:pt x="381169" y="282451"/>
                  </a:lnTo>
                  <a:lnTo>
                    <a:pt x="372450" y="296845"/>
                  </a:lnTo>
                  <a:lnTo>
                    <a:pt x="363140" y="310506"/>
                  </a:lnTo>
                  <a:lnTo>
                    <a:pt x="353281" y="323410"/>
                  </a:lnTo>
                  <a:lnTo>
                    <a:pt x="342915" y="335536"/>
                  </a:lnTo>
                  <a:lnTo>
                    <a:pt x="332086" y="346865"/>
                  </a:lnTo>
                  <a:lnTo>
                    <a:pt x="320836" y="357379"/>
                  </a:lnTo>
                  <a:lnTo>
                    <a:pt x="309211" y="367064"/>
                  </a:lnTo>
                  <a:lnTo>
                    <a:pt x="298773" y="382133"/>
                  </a:lnTo>
                  <a:lnTo>
                    <a:pt x="287499" y="395944"/>
                  </a:lnTo>
                  <a:lnTo>
                    <a:pt x="275502" y="408452"/>
                  </a:lnTo>
                  <a:lnTo>
                    <a:pt x="262898" y="419624"/>
                  </a:lnTo>
                  <a:lnTo>
                    <a:pt x="249805" y="429433"/>
                  </a:lnTo>
                  <a:lnTo>
                    <a:pt x="236340" y="437864"/>
                  </a:lnTo>
                  <a:lnTo>
                    <a:pt x="222621" y="444909"/>
                  </a:lnTo>
                  <a:lnTo>
                    <a:pt x="208766" y="450571"/>
                  </a:lnTo>
                  <a:lnTo>
                    <a:pt x="194891" y="454861"/>
                  </a:lnTo>
                  <a:lnTo>
                    <a:pt x="181109" y="457799"/>
                  </a:lnTo>
                  <a:lnTo>
                    <a:pt x="167532" y="459414"/>
                  </a:lnTo>
                  <a:lnTo>
                    <a:pt x="154269" y="459742"/>
                  </a:lnTo>
                  <a:lnTo>
                    <a:pt x="141424" y="458831"/>
                  </a:lnTo>
                  <a:lnTo>
                    <a:pt x="142335" y="471676"/>
                  </a:lnTo>
                  <a:lnTo>
                    <a:pt x="142007" y="484939"/>
                  </a:lnTo>
                  <a:lnTo>
                    <a:pt x="140392" y="498516"/>
                  </a:lnTo>
                  <a:lnTo>
                    <a:pt x="137454" y="512298"/>
                  </a:lnTo>
                  <a:lnTo>
                    <a:pt x="133164" y="526173"/>
                  </a:lnTo>
                  <a:lnTo>
                    <a:pt x="127502" y="540028"/>
                  </a:lnTo>
                  <a:lnTo>
                    <a:pt x="120457" y="553747"/>
                  </a:lnTo>
                  <a:lnTo>
                    <a:pt x="112026" y="567212"/>
                  </a:lnTo>
                  <a:lnTo>
                    <a:pt x="102217" y="580305"/>
                  </a:lnTo>
                  <a:lnTo>
                    <a:pt x="91045" y="592909"/>
                  </a:lnTo>
                  <a:lnTo>
                    <a:pt x="78537" y="604906"/>
                  </a:lnTo>
                  <a:lnTo>
                    <a:pt x="64726" y="616180"/>
                  </a:lnTo>
                  <a:lnTo>
                    <a:pt x="49657" y="626619"/>
                  </a:lnTo>
                  <a:lnTo>
                    <a:pt x="39496" y="612748"/>
                  </a:lnTo>
                  <a:lnTo>
                    <a:pt x="30480" y="598504"/>
                  </a:lnTo>
                  <a:lnTo>
                    <a:pt x="22622" y="583958"/>
                  </a:lnTo>
                  <a:lnTo>
                    <a:pt x="15930" y="569181"/>
                  </a:lnTo>
                  <a:lnTo>
                    <a:pt x="10410" y="554244"/>
                  </a:lnTo>
                  <a:lnTo>
                    <a:pt x="6062" y="539220"/>
                  </a:lnTo>
                  <a:lnTo>
                    <a:pt x="2883" y="524178"/>
                  </a:lnTo>
                  <a:lnTo>
                    <a:pt x="865" y="509191"/>
                  </a:lnTo>
                  <a:lnTo>
                    <a:pt x="0" y="494327"/>
                  </a:lnTo>
                  <a:lnTo>
                    <a:pt x="270" y="479656"/>
                  </a:lnTo>
                  <a:lnTo>
                    <a:pt x="1659" y="465246"/>
                  </a:lnTo>
                  <a:lnTo>
                    <a:pt x="4145" y="451164"/>
                  </a:lnTo>
                  <a:lnTo>
                    <a:pt x="7701" y="437476"/>
                  </a:lnTo>
                  <a:lnTo>
                    <a:pt x="12299" y="424246"/>
                  </a:lnTo>
                  <a:lnTo>
                    <a:pt x="17906" y="411536"/>
                  </a:lnTo>
                  <a:lnTo>
                    <a:pt x="24486" y="399405"/>
                  </a:lnTo>
                  <a:lnTo>
                    <a:pt x="32000" y="387913"/>
                  </a:lnTo>
                  <a:lnTo>
                    <a:pt x="40405" y="377115"/>
                  </a:lnTo>
                  <a:close/>
                </a:path>
              </a:pathLst>
            </a:custGeom>
            <a:solidFill>
              <a:srgbClr val="5FCFCF">
                <a:alpha val="25882"/>
              </a:srgbClr>
            </a:solidFill>
            <a:ln w="24933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1290554" y="5649104"/>
              <a:ext cx="427608" cy="626619"/>
            </a:xfrm>
            <a:custGeom>
              <a:avLst/>
              <a:pathLst>
                <a:path w="427608" h="626619">
                  <a:moveTo>
                    <a:pt x="49657" y="367064"/>
                  </a:moveTo>
                  <a:lnTo>
                    <a:pt x="50055" y="350847"/>
                  </a:lnTo>
                  <a:lnTo>
                    <a:pt x="51249" y="334659"/>
                  </a:lnTo>
                  <a:lnTo>
                    <a:pt x="53238" y="318530"/>
                  </a:lnTo>
                  <a:lnTo>
                    <a:pt x="56018" y="302488"/>
                  </a:lnTo>
                  <a:lnTo>
                    <a:pt x="59586" y="286564"/>
                  </a:lnTo>
                  <a:lnTo>
                    <a:pt x="63939" y="270785"/>
                  </a:lnTo>
                  <a:lnTo>
                    <a:pt x="69071" y="255181"/>
                  </a:lnTo>
                  <a:lnTo>
                    <a:pt x="74976" y="239781"/>
                  </a:lnTo>
                  <a:lnTo>
                    <a:pt x="81646" y="224613"/>
                  </a:lnTo>
                  <a:lnTo>
                    <a:pt x="89074" y="209705"/>
                  </a:lnTo>
                  <a:lnTo>
                    <a:pt x="97251" y="195085"/>
                  </a:lnTo>
                  <a:lnTo>
                    <a:pt x="106166" y="180781"/>
                  </a:lnTo>
                  <a:lnTo>
                    <a:pt x="115809" y="166821"/>
                  </a:lnTo>
                  <a:lnTo>
                    <a:pt x="126168" y="153231"/>
                  </a:lnTo>
                  <a:lnTo>
                    <a:pt x="137231" y="140037"/>
                  </a:lnTo>
                  <a:lnTo>
                    <a:pt x="148984" y="127268"/>
                  </a:lnTo>
                  <a:lnTo>
                    <a:pt x="161413" y="114947"/>
                  </a:lnTo>
                  <a:lnTo>
                    <a:pt x="174503" y="103101"/>
                  </a:lnTo>
                  <a:lnTo>
                    <a:pt x="188237" y="91754"/>
                  </a:lnTo>
                  <a:lnTo>
                    <a:pt x="202599" y="80932"/>
                  </a:lnTo>
                  <a:lnTo>
                    <a:pt x="217570" y="70656"/>
                  </a:lnTo>
                  <a:lnTo>
                    <a:pt x="233134" y="60952"/>
                  </a:lnTo>
                  <a:lnTo>
                    <a:pt x="249270" y="51842"/>
                  </a:lnTo>
                  <a:lnTo>
                    <a:pt x="265958" y="43347"/>
                  </a:lnTo>
                  <a:lnTo>
                    <a:pt x="283178" y="35490"/>
                  </a:lnTo>
                  <a:lnTo>
                    <a:pt x="300909" y="28291"/>
                  </a:lnTo>
                  <a:lnTo>
                    <a:pt x="319127" y="21771"/>
                  </a:lnTo>
                  <a:lnTo>
                    <a:pt x="337811" y="15948"/>
                  </a:lnTo>
                  <a:lnTo>
                    <a:pt x="356937" y="10842"/>
                  </a:lnTo>
                  <a:lnTo>
                    <a:pt x="376481" y="6470"/>
                  </a:lnTo>
                  <a:lnTo>
                    <a:pt x="396418" y="2851"/>
                  </a:lnTo>
                  <a:lnTo>
                    <a:pt x="416722" y="0"/>
                  </a:lnTo>
                  <a:lnTo>
                    <a:pt x="420955" y="21374"/>
                  </a:lnTo>
                  <a:lnTo>
                    <a:pt x="424141" y="42573"/>
                  </a:lnTo>
                  <a:lnTo>
                    <a:pt x="426298" y="63549"/>
                  </a:lnTo>
                  <a:lnTo>
                    <a:pt x="427446" y="84255"/>
                  </a:lnTo>
                  <a:lnTo>
                    <a:pt x="427608" y="104648"/>
                  </a:lnTo>
                  <a:lnTo>
                    <a:pt x="426809" y="124684"/>
                  </a:lnTo>
                  <a:lnTo>
                    <a:pt x="425073" y="144320"/>
                  </a:lnTo>
                  <a:lnTo>
                    <a:pt x="422429" y="163515"/>
                  </a:lnTo>
                  <a:lnTo>
                    <a:pt x="418907" y="182231"/>
                  </a:lnTo>
                  <a:lnTo>
                    <a:pt x="414537" y="200429"/>
                  </a:lnTo>
                  <a:lnTo>
                    <a:pt x="409352" y="218074"/>
                  </a:lnTo>
                  <a:lnTo>
                    <a:pt x="403387" y="235130"/>
                  </a:lnTo>
                  <a:lnTo>
                    <a:pt x="396677" y="251565"/>
                  </a:lnTo>
                  <a:lnTo>
                    <a:pt x="389258" y="267349"/>
                  </a:lnTo>
                  <a:lnTo>
                    <a:pt x="381169" y="282451"/>
                  </a:lnTo>
                  <a:lnTo>
                    <a:pt x="372450" y="296845"/>
                  </a:lnTo>
                  <a:lnTo>
                    <a:pt x="363140" y="310506"/>
                  </a:lnTo>
                  <a:lnTo>
                    <a:pt x="353281" y="323410"/>
                  </a:lnTo>
                  <a:lnTo>
                    <a:pt x="342915" y="335536"/>
                  </a:lnTo>
                  <a:lnTo>
                    <a:pt x="332086" y="346865"/>
                  </a:lnTo>
                  <a:lnTo>
                    <a:pt x="320836" y="357379"/>
                  </a:lnTo>
                  <a:lnTo>
                    <a:pt x="309211" y="367064"/>
                  </a:lnTo>
                  <a:lnTo>
                    <a:pt x="298773" y="382133"/>
                  </a:lnTo>
                  <a:lnTo>
                    <a:pt x="287499" y="395944"/>
                  </a:lnTo>
                  <a:lnTo>
                    <a:pt x="275502" y="408452"/>
                  </a:lnTo>
                  <a:lnTo>
                    <a:pt x="262898" y="419624"/>
                  </a:lnTo>
                  <a:lnTo>
                    <a:pt x="249805" y="429433"/>
                  </a:lnTo>
                  <a:lnTo>
                    <a:pt x="236340" y="437864"/>
                  </a:lnTo>
                  <a:lnTo>
                    <a:pt x="222621" y="444909"/>
                  </a:lnTo>
                  <a:lnTo>
                    <a:pt x="208766" y="450571"/>
                  </a:lnTo>
                  <a:lnTo>
                    <a:pt x="194891" y="454861"/>
                  </a:lnTo>
                  <a:lnTo>
                    <a:pt x="181109" y="457799"/>
                  </a:lnTo>
                  <a:lnTo>
                    <a:pt x="167532" y="459414"/>
                  </a:lnTo>
                  <a:lnTo>
                    <a:pt x="154269" y="459742"/>
                  </a:lnTo>
                  <a:lnTo>
                    <a:pt x="141424" y="458831"/>
                  </a:lnTo>
                  <a:lnTo>
                    <a:pt x="142335" y="471676"/>
                  </a:lnTo>
                  <a:lnTo>
                    <a:pt x="142007" y="484939"/>
                  </a:lnTo>
                  <a:lnTo>
                    <a:pt x="140392" y="498516"/>
                  </a:lnTo>
                  <a:lnTo>
                    <a:pt x="137454" y="512298"/>
                  </a:lnTo>
                  <a:lnTo>
                    <a:pt x="133164" y="526173"/>
                  </a:lnTo>
                  <a:lnTo>
                    <a:pt x="127502" y="540028"/>
                  </a:lnTo>
                  <a:lnTo>
                    <a:pt x="120457" y="553747"/>
                  </a:lnTo>
                  <a:lnTo>
                    <a:pt x="112026" y="567212"/>
                  </a:lnTo>
                  <a:lnTo>
                    <a:pt x="102217" y="580305"/>
                  </a:lnTo>
                  <a:lnTo>
                    <a:pt x="91045" y="592909"/>
                  </a:lnTo>
                  <a:lnTo>
                    <a:pt x="78537" y="604906"/>
                  </a:lnTo>
                  <a:lnTo>
                    <a:pt x="64726" y="616180"/>
                  </a:lnTo>
                  <a:lnTo>
                    <a:pt x="49657" y="626619"/>
                  </a:lnTo>
                  <a:lnTo>
                    <a:pt x="39496" y="612748"/>
                  </a:lnTo>
                  <a:lnTo>
                    <a:pt x="30480" y="598504"/>
                  </a:lnTo>
                  <a:lnTo>
                    <a:pt x="22622" y="583958"/>
                  </a:lnTo>
                  <a:lnTo>
                    <a:pt x="15930" y="569181"/>
                  </a:lnTo>
                  <a:lnTo>
                    <a:pt x="10410" y="554244"/>
                  </a:lnTo>
                  <a:lnTo>
                    <a:pt x="6062" y="539220"/>
                  </a:lnTo>
                  <a:lnTo>
                    <a:pt x="2883" y="524178"/>
                  </a:lnTo>
                  <a:lnTo>
                    <a:pt x="865" y="509191"/>
                  </a:lnTo>
                  <a:lnTo>
                    <a:pt x="0" y="494327"/>
                  </a:lnTo>
                  <a:lnTo>
                    <a:pt x="270" y="479656"/>
                  </a:lnTo>
                  <a:lnTo>
                    <a:pt x="1659" y="465246"/>
                  </a:lnTo>
                  <a:lnTo>
                    <a:pt x="4145" y="451164"/>
                  </a:lnTo>
                  <a:lnTo>
                    <a:pt x="7701" y="437476"/>
                  </a:lnTo>
                  <a:lnTo>
                    <a:pt x="12299" y="424246"/>
                  </a:lnTo>
                  <a:lnTo>
                    <a:pt x="17906" y="411536"/>
                  </a:lnTo>
                  <a:lnTo>
                    <a:pt x="24486" y="399405"/>
                  </a:lnTo>
                  <a:lnTo>
                    <a:pt x="32000" y="387913"/>
                  </a:lnTo>
                  <a:lnTo>
                    <a:pt x="40405" y="377115"/>
                  </a:lnTo>
                  <a:lnTo>
                    <a:pt x="49657" y="367064"/>
                  </a:lnTo>
                  <a:lnTo>
                    <a:pt x="49657" y="367064"/>
                  </a:lnTo>
                  <a:lnTo>
                    <a:pt x="49657" y="367064"/>
                  </a:lnTo>
                </a:path>
              </a:pathLst>
            </a:custGeom>
            <a:ln w="24933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1308611" y="5984568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1675676" y="5617503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1568165" y="5984568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1400377" y="6076334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1308611" y="6244122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1308611" y="5984568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1308611" y="5984568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1308611" y="5984568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l572"/>
            <p:cNvSpPr/>
            <p:nvPr/>
          </p:nvSpPr>
          <p:spPr>
            <a:xfrm>
              <a:off x="1340212" y="5497061"/>
              <a:ext cx="0" cy="519108"/>
            </a:xfrm>
            <a:custGeom>
              <a:avLst/>
              <a:pathLst>
                <a:path w="0" h="519108">
                  <a:moveTo>
                    <a:pt x="0" y="519108"/>
                  </a:moveTo>
                  <a:lnTo>
                    <a:pt x="0" y="501207"/>
                  </a:lnTo>
                  <a:lnTo>
                    <a:pt x="0" y="483307"/>
                  </a:lnTo>
                  <a:lnTo>
                    <a:pt x="0" y="465407"/>
                  </a:lnTo>
                  <a:lnTo>
                    <a:pt x="0" y="447507"/>
                  </a:lnTo>
                  <a:lnTo>
                    <a:pt x="0" y="429606"/>
                  </a:lnTo>
                  <a:lnTo>
                    <a:pt x="0" y="411706"/>
                  </a:lnTo>
                  <a:lnTo>
                    <a:pt x="0" y="393806"/>
                  </a:lnTo>
                  <a:lnTo>
                    <a:pt x="0" y="375905"/>
                  </a:lnTo>
                  <a:lnTo>
                    <a:pt x="0" y="358005"/>
                  </a:lnTo>
                  <a:lnTo>
                    <a:pt x="0" y="340105"/>
                  </a:lnTo>
                  <a:lnTo>
                    <a:pt x="0" y="322205"/>
                  </a:lnTo>
                  <a:lnTo>
                    <a:pt x="0" y="304304"/>
                  </a:lnTo>
                  <a:lnTo>
                    <a:pt x="0" y="286404"/>
                  </a:lnTo>
                  <a:lnTo>
                    <a:pt x="0" y="268504"/>
                  </a:lnTo>
                  <a:lnTo>
                    <a:pt x="0" y="250603"/>
                  </a:lnTo>
                  <a:lnTo>
                    <a:pt x="0" y="232703"/>
                  </a:lnTo>
                  <a:lnTo>
                    <a:pt x="0" y="214803"/>
                  </a:lnTo>
                  <a:lnTo>
                    <a:pt x="0" y="196903"/>
                  </a:lnTo>
                  <a:lnTo>
                    <a:pt x="0" y="179002"/>
                  </a:lnTo>
                  <a:lnTo>
                    <a:pt x="0" y="161102"/>
                  </a:lnTo>
                  <a:lnTo>
                    <a:pt x="0" y="143202"/>
                  </a:lnTo>
                  <a:lnTo>
                    <a:pt x="0" y="125301"/>
                  </a:lnTo>
                  <a:lnTo>
                    <a:pt x="0" y="107401"/>
                  </a:lnTo>
                  <a:lnTo>
                    <a:pt x="0" y="89501"/>
                  </a:lnTo>
                  <a:lnTo>
                    <a:pt x="0" y="71601"/>
                  </a:lnTo>
                  <a:lnTo>
                    <a:pt x="0" y="53700"/>
                  </a:lnTo>
                  <a:lnTo>
                    <a:pt x="0" y="35800"/>
                  </a:lnTo>
                  <a:lnTo>
                    <a:pt x="0" y="1790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l573"/>
            <p:cNvSpPr/>
            <p:nvPr/>
          </p:nvSpPr>
          <p:spPr>
            <a:xfrm>
              <a:off x="1340212" y="5649104"/>
              <a:ext cx="367064" cy="367064"/>
            </a:xfrm>
            <a:custGeom>
              <a:avLst/>
              <a:pathLst>
                <a:path w="367064" h="367064">
                  <a:moveTo>
                    <a:pt x="0" y="367064"/>
                  </a:moveTo>
                  <a:lnTo>
                    <a:pt x="12657" y="354407"/>
                  </a:lnTo>
                  <a:lnTo>
                    <a:pt x="25314" y="341750"/>
                  </a:lnTo>
                  <a:lnTo>
                    <a:pt x="37972" y="329092"/>
                  </a:lnTo>
                  <a:lnTo>
                    <a:pt x="50629" y="316435"/>
                  </a:lnTo>
                  <a:lnTo>
                    <a:pt x="63287" y="303777"/>
                  </a:lnTo>
                  <a:lnTo>
                    <a:pt x="75944" y="291120"/>
                  </a:lnTo>
                  <a:lnTo>
                    <a:pt x="88601" y="278463"/>
                  </a:lnTo>
                  <a:lnTo>
                    <a:pt x="101259" y="265805"/>
                  </a:lnTo>
                  <a:lnTo>
                    <a:pt x="113916" y="253148"/>
                  </a:lnTo>
                  <a:lnTo>
                    <a:pt x="126574" y="240490"/>
                  </a:lnTo>
                  <a:lnTo>
                    <a:pt x="139231" y="227833"/>
                  </a:lnTo>
                  <a:lnTo>
                    <a:pt x="151888" y="215175"/>
                  </a:lnTo>
                  <a:lnTo>
                    <a:pt x="164546" y="202518"/>
                  </a:lnTo>
                  <a:lnTo>
                    <a:pt x="177203" y="189861"/>
                  </a:lnTo>
                  <a:lnTo>
                    <a:pt x="189861" y="177203"/>
                  </a:lnTo>
                  <a:lnTo>
                    <a:pt x="202518" y="164546"/>
                  </a:lnTo>
                  <a:lnTo>
                    <a:pt x="215175" y="151888"/>
                  </a:lnTo>
                  <a:lnTo>
                    <a:pt x="227833" y="139231"/>
                  </a:lnTo>
                  <a:lnTo>
                    <a:pt x="240490" y="126574"/>
                  </a:lnTo>
                  <a:lnTo>
                    <a:pt x="253148" y="113916"/>
                  </a:lnTo>
                  <a:lnTo>
                    <a:pt x="265805" y="101259"/>
                  </a:lnTo>
                  <a:lnTo>
                    <a:pt x="278463" y="88601"/>
                  </a:lnTo>
                  <a:lnTo>
                    <a:pt x="291120" y="75944"/>
                  </a:lnTo>
                  <a:lnTo>
                    <a:pt x="303777" y="63287"/>
                  </a:lnTo>
                  <a:lnTo>
                    <a:pt x="316435" y="50629"/>
                  </a:lnTo>
                  <a:lnTo>
                    <a:pt x="329092" y="37972"/>
                  </a:lnTo>
                  <a:lnTo>
                    <a:pt x="341750" y="25314"/>
                  </a:lnTo>
                  <a:lnTo>
                    <a:pt x="354407" y="12657"/>
                  </a:lnTo>
                  <a:lnTo>
                    <a:pt x="367064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l574"/>
            <p:cNvSpPr/>
            <p:nvPr/>
          </p:nvSpPr>
          <p:spPr>
            <a:xfrm>
              <a:off x="1340212" y="6016169"/>
              <a:ext cx="519108" cy="0"/>
            </a:xfrm>
            <a:custGeom>
              <a:avLst/>
              <a:pathLst>
                <a:path w="519108" h="0">
                  <a:moveTo>
                    <a:pt x="0" y="0"/>
                  </a:moveTo>
                  <a:lnTo>
                    <a:pt x="17900" y="0"/>
                  </a:lnTo>
                  <a:lnTo>
                    <a:pt x="35800" y="0"/>
                  </a:lnTo>
                  <a:lnTo>
                    <a:pt x="53700" y="0"/>
                  </a:lnTo>
                  <a:lnTo>
                    <a:pt x="71601" y="0"/>
                  </a:lnTo>
                  <a:lnTo>
                    <a:pt x="89501" y="0"/>
                  </a:lnTo>
                  <a:lnTo>
                    <a:pt x="107401" y="0"/>
                  </a:lnTo>
                  <a:lnTo>
                    <a:pt x="125301" y="0"/>
                  </a:lnTo>
                  <a:lnTo>
                    <a:pt x="143202" y="0"/>
                  </a:lnTo>
                  <a:lnTo>
                    <a:pt x="161102" y="0"/>
                  </a:lnTo>
                  <a:lnTo>
                    <a:pt x="179002" y="0"/>
                  </a:lnTo>
                  <a:lnTo>
                    <a:pt x="196903" y="0"/>
                  </a:lnTo>
                  <a:lnTo>
                    <a:pt x="214803" y="0"/>
                  </a:lnTo>
                  <a:lnTo>
                    <a:pt x="232703" y="0"/>
                  </a:lnTo>
                  <a:lnTo>
                    <a:pt x="250603" y="0"/>
                  </a:lnTo>
                  <a:lnTo>
                    <a:pt x="268504" y="0"/>
                  </a:lnTo>
                  <a:lnTo>
                    <a:pt x="286404" y="0"/>
                  </a:lnTo>
                  <a:lnTo>
                    <a:pt x="304304" y="0"/>
                  </a:lnTo>
                  <a:lnTo>
                    <a:pt x="322205" y="0"/>
                  </a:lnTo>
                  <a:lnTo>
                    <a:pt x="340105" y="0"/>
                  </a:lnTo>
                  <a:lnTo>
                    <a:pt x="358005" y="0"/>
                  </a:lnTo>
                  <a:lnTo>
                    <a:pt x="375905" y="0"/>
                  </a:lnTo>
                  <a:lnTo>
                    <a:pt x="393806" y="0"/>
                  </a:lnTo>
                  <a:lnTo>
                    <a:pt x="411706" y="0"/>
                  </a:lnTo>
                  <a:lnTo>
                    <a:pt x="429606" y="0"/>
                  </a:lnTo>
                  <a:lnTo>
                    <a:pt x="447507" y="0"/>
                  </a:lnTo>
                  <a:lnTo>
                    <a:pt x="465407" y="0"/>
                  </a:lnTo>
                  <a:lnTo>
                    <a:pt x="483307" y="0"/>
                  </a:lnTo>
                  <a:lnTo>
                    <a:pt x="501207" y="0"/>
                  </a:lnTo>
                  <a:lnTo>
                    <a:pt x="519108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l575"/>
            <p:cNvSpPr/>
            <p:nvPr/>
          </p:nvSpPr>
          <p:spPr>
            <a:xfrm>
              <a:off x="1340212" y="6016169"/>
              <a:ext cx="367064" cy="367064"/>
            </a:xfrm>
            <a:custGeom>
              <a:avLst/>
              <a:pathLst>
                <a:path w="367064" h="367064">
                  <a:moveTo>
                    <a:pt x="0" y="0"/>
                  </a:moveTo>
                  <a:lnTo>
                    <a:pt x="12657" y="12657"/>
                  </a:lnTo>
                  <a:lnTo>
                    <a:pt x="25314" y="25314"/>
                  </a:lnTo>
                  <a:lnTo>
                    <a:pt x="37972" y="37972"/>
                  </a:lnTo>
                  <a:lnTo>
                    <a:pt x="50629" y="50629"/>
                  </a:lnTo>
                  <a:lnTo>
                    <a:pt x="63287" y="63287"/>
                  </a:lnTo>
                  <a:lnTo>
                    <a:pt x="75944" y="75944"/>
                  </a:lnTo>
                  <a:lnTo>
                    <a:pt x="88601" y="88601"/>
                  </a:lnTo>
                  <a:lnTo>
                    <a:pt x="101259" y="101259"/>
                  </a:lnTo>
                  <a:lnTo>
                    <a:pt x="113916" y="113916"/>
                  </a:lnTo>
                  <a:lnTo>
                    <a:pt x="126574" y="126574"/>
                  </a:lnTo>
                  <a:lnTo>
                    <a:pt x="139231" y="139231"/>
                  </a:lnTo>
                  <a:lnTo>
                    <a:pt x="151888" y="151888"/>
                  </a:lnTo>
                  <a:lnTo>
                    <a:pt x="164546" y="164546"/>
                  </a:lnTo>
                  <a:lnTo>
                    <a:pt x="177203" y="177203"/>
                  </a:lnTo>
                  <a:lnTo>
                    <a:pt x="189861" y="189861"/>
                  </a:lnTo>
                  <a:lnTo>
                    <a:pt x="202518" y="202518"/>
                  </a:lnTo>
                  <a:lnTo>
                    <a:pt x="215175" y="215175"/>
                  </a:lnTo>
                  <a:lnTo>
                    <a:pt x="227833" y="227833"/>
                  </a:lnTo>
                  <a:lnTo>
                    <a:pt x="240490" y="240490"/>
                  </a:lnTo>
                  <a:lnTo>
                    <a:pt x="253148" y="253148"/>
                  </a:lnTo>
                  <a:lnTo>
                    <a:pt x="265805" y="265805"/>
                  </a:lnTo>
                  <a:lnTo>
                    <a:pt x="278463" y="278463"/>
                  </a:lnTo>
                  <a:lnTo>
                    <a:pt x="291120" y="291120"/>
                  </a:lnTo>
                  <a:lnTo>
                    <a:pt x="303777" y="303777"/>
                  </a:lnTo>
                  <a:lnTo>
                    <a:pt x="316435" y="316435"/>
                  </a:lnTo>
                  <a:lnTo>
                    <a:pt x="329092" y="329092"/>
                  </a:lnTo>
                  <a:lnTo>
                    <a:pt x="341750" y="341750"/>
                  </a:lnTo>
                  <a:lnTo>
                    <a:pt x="354407" y="354407"/>
                  </a:lnTo>
                  <a:lnTo>
                    <a:pt x="367064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l576"/>
            <p:cNvSpPr/>
            <p:nvPr/>
          </p:nvSpPr>
          <p:spPr>
            <a:xfrm>
              <a:off x="1340212" y="6016169"/>
              <a:ext cx="0" cy="519108"/>
            </a:xfrm>
            <a:custGeom>
              <a:avLst/>
              <a:pathLst>
                <a:path w="0" h="519108">
                  <a:moveTo>
                    <a:pt x="0" y="0"/>
                  </a:moveTo>
                  <a:lnTo>
                    <a:pt x="0" y="17900"/>
                  </a:lnTo>
                  <a:lnTo>
                    <a:pt x="0" y="35800"/>
                  </a:lnTo>
                  <a:lnTo>
                    <a:pt x="0" y="53700"/>
                  </a:lnTo>
                  <a:lnTo>
                    <a:pt x="0" y="71601"/>
                  </a:lnTo>
                  <a:lnTo>
                    <a:pt x="0" y="89501"/>
                  </a:lnTo>
                  <a:lnTo>
                    <a:pt x="0" y="107401"/>
                  </a:lnTo>
                  <a:lnTo>
                    <a:pt x="0" y="125301"/>
                  </a:lnTo>
                  <a:lnTo>
                    <a:pt x="0" y="143202"/>
                  </a:lnTo>
                  <a:lnTo>
                    <a:pt x="0" y="161102"/>
                  </a:lnTo>
                  <a:lnTo>
                    <a:pt x="0" y="179002"/>
                  </a:lnTo>
                  <a:lnTo>
                    <a:pt x="0" y="196903"/>
                  </a:lnTo>
                  <a:lnTo>
                    <a:pt x="0" y="214803"/>
                  </a:lnTo>
                  <a:lnTo>
                    <a:pt x="0" y="232703"/>
                  </a:lnTo>
                  <a:lnTo>
                    <a:pt x="0" y="250603"/>
                  </a:lnTo>
                  <a:lnTo>
                    <a:pt x="0" y="268504"/>
                  </a:lnTo>
                  <a:lnTo>
                    <a:pt x="0" y="286404"/>
                  </a:lnTo>
                  <a:lnTo>
                    <a:pt x="0" y="304304"/>
                  </a:lnTo>
                  <a:lnTo>
                    <a:pt x="0" y="322205"/>
                  </a:lnTo>
                  <a:lnTo>
                    <a:pt x="0" y="340105"/>
                  </a:lnTo>
                  <a:lnTo>
                    <a:pt x="0" y="358005"/>
                  </a:lnTo>
                  <a:lnTo>
                    <a:pt x="0" y="375905"/>
                  </a:lnTo>
                  <a:lnTo>
                    <a:pt x="0" y="393806"/>
                  </a:lnTo>
                  <a:lnTo>
                    <a:pt x="0" y="411706"/>
                  </a:lnTo>
                  <a:lnTo>
                    <a:pt x="0" y="429606"/>
                  </a:lnTo>
                  <a:lnTo>
                    <a:pt x="0" y="447507"/>
                  </a:lnTo>
                  <a:lnTo>
                    <a:pt x="0" y="465407"/>
                  </a:lnTo>
                  <a:lnTo>
                    <a:pt x="0" y="483307"/>
                  </a:lnTo>
                  <a:lnTo>
                    <a:pt x="0" y="501207"/>
                  </a:lnTo>
                  <a:lnTo>
                    <a:pt x="0" y="519108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l577"/>
            <p:cNvSpPr/>
            <p:nvPr/>
          </p:nvSpPr>
          <p:spPr>
            <a:xfrm>
              <a:off x="973147" y="6016169"/>
              <a:ext cx="367064" cy="367064"/>
            </a:xfrm>
            <a:custGeom>
              <a:avLst/>
              <a:pathLst>
                <a:path w="367064" h="367064">
                  <a:moveTo>
                    <a:pt x="367064" y="0"/>
                  </a:moveTo>
                  <a:lnTo>
                    <a:pt x="354407" y="12657"/>
                  </a:lnTo>
                  <a:lnTo>
                    <a:pt x="341750" y="25314"/>
                  </a:lnTo>
                  <a:lnTo>
                    <a:pt x="329092" y="37972"/>
                  </a:lnTo>
                  <a:lnTo>
                    <a:pt x="316435" y="50629"/>
                  </a:lnTo>
                  <a:lnTo>
                    <a:pt x="303777" y="63287"/>
                  </a:lnTo>
                  <a:lnTo>
                    <a:pt x="291120" y="75944"/>
                  </a:lnTo>
                  <a:lnTo>
                    <a:pt x="278463" y="88601"/>
                  </a:lnTo>
                  <a:lnTo>
                    <a:pt x="265805" y="101259"/>
                  </a:lnTo>
                  <a:lnTo>
                    <a:pt x="253148" y="113916"/>
                  </a:lnTo>
                  <a:lnTo>
                    <a:pt x="240490" y="126574"/>
                  </a:lnTo>
                  <a:lnTo>
                    <a:pt x="227833" y="139231"/>
                  </a:lnTo>
                  <a:lnTo>
                    <a:pt x="215175" y="151888"/>
                  </a:lnTo>
                  <a:lnTo>
                    <a:pt x="202518" y="164546"/>
                  </a:lnTo>
                  <a:lnTo>
                    <a:pt x="189861" y="177203"/>
                  </a:lnTo>
                  <a:lnTo>
                    <a:pt x="177203" y="189861"/>
                  </a:lnTo>
                  <a:lnTo>
                    <a:pt x="164546" y="202518"/>
                  </a:lnTo>
                  <a:lnTo>
                    <a:pt x="151888" y="215175"/>
                  </a:lnTo>
                  <a:lnTo>
                    <a:pt x="139231" y="227833"/>
                  </a:lnTo>
                  <a:lnTo>
                    <a:pt x="126574" y="240490"/>
                  </a:lnTo>
                  <a:lnTo>
                    <a:pt x="113916" y="253148"/>
                  </a:lnTo>
                  <a:lnTo>
                    <a:pt x="101259" y="265805"/>
                  </a:lnTo>
                  <a:lnTo>
                    <a:pt x="88601" y="278463"/>
                  </a:lnTo>
                  <a:lnTo>
                    <a:pt x="75944" y="291120"/>
                  </a:lnTo>
                  <a:lnTo>
                    <a:pt x="63287" y="303777"/>
                  </a:lnTo>
                  <a:lnTo>
                    <a:pt x="50629" y="316435"/>
                  </a:lnTo>
                  <a:lnTo>
                    <a:pt x="37972" y="329092"/>
                  </a:lnTo>
                  <a:lnTo>
                    <a:pt x="25314" y="341750"/>
                  </a:lnTo>
                  <a:lnTo>
                    <a:pt x="12657" y="354407"/>
                  </a:lnTo>
                  <a:lnTo>
                    <a:pt x="0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l578"/>
            <p:cNvSpPr/>
            <p:nvPr/>
          </p:nvSpPr>
          <p:spPr>
            <a:xfrm>
              <a:off x="821104" y="6016169"/>
              <a:ext cx="519108" cy="0"/>
            </a:xfrm>
            <a:custGeom>
              <a:avLst/>
              <a:pathLst>
                <a:path w="519108" h="0">
                  <a:moveTo>
                    <a:pt x="519108" y="0"/>
                  </a:moveTo>
                  <a:lnTo>
                    <a:pt x="501207" y="0"/>
                  </a:lnTo>
                  <a:lnTo>
                    <a:pt x="483307" y="0"/>
                  </a:lnTo>
                  <a:lnTo>
                    <a:pt x="465407" y="0"/>
                  </a:lnTo>
                  <a:lnTo>
                    <a:pt x="447507" y="0"/>
                  </a:lnTo>
                  <a:lnTo>
                    <a:pt x="429606" y="0"/>
                  </a:lnTo>
                  <a:lnTo>
                    <a:pt x="411706" y="0"/>
                  </a:lnTo>
                  <a:lnTo>
                    <a:pt x="393806" y="0"/>
                  </a:lnTo>
                  <a:lnTo>
                    <a:pt x="375905" y="0"/>
                  </a:lnTo>
                  <a:lnTo>
                    <a:pt x="358005" y="0"/>
                  </a:lnTo>
                  <a:lnTo>
                    <a:pt x="340105" y="0"/>
                  </a:lnTo>
                  <a:lnTo>
                    <a:pt x="322205" y="0"/>
                  </a:lnTo>
                  <a:lnTo>
                    <a:pt x="304304" y="0"/>
                  </a:lnTo>
                  <a:lnTo>
                    <a:pt x="286404" y="0"/>
                  </a:lnTo>
                  <a:lnTo>
                    <a:pt x="268504" y="0"/>
                  </a:lnTo>
                  <a:lnTo>
                    <a:pt x="250603" y="0"/>
                  </a:lnTo>
                  <a:lnTo>
                    <a:pt x="232703" y="0"/>
                  </a:lnTo>
                  <a:lnTo>
                    <a:pt x="214803" y="0"/>
                  </a:lnTo>
                  <a:lnTo>
                    <a:pt x="196903" y="0"/>
                  </a:lnTo>
                  <a:lnTo>
                    <a:pt x="179002" y="0"/>
                  </a:lnTo>
                  <a:lnTo>
                    <a:pt x="161102" y="0"/>
                  </a:lnTo>
                  <a:lnTo>
                    <a:pt x="143202" y="0"/>
                  </a:lnTo>
                  <a:lnTo>
                    <a:pt x="125301" y="0"/>
                  </a:lnTo>
                  <a:lnTo>
                    <a:pt x="107401" y="0"/>
                  </a:lnTo>
                  <a:lnTo>
                    <a:pt x="89501" y="0"/>
                  </a:lnTo>
                  <a:lnTo>
                    <a:pt x="71601" y="0"/>
                  </a:lnTo>
                  <a:lnTo>
                    <a:pt x="53700" y="0"/>
                  </a:lnTo>
                  <a:lnTo>
                    <a:pt x="35800" y="0"/>
                  </a:lnTo>
                  <a:lnTo>
                    <a:pt x="17900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l579"/>
            <p:cNvSpPr/>
            <p:nvPr/>
          </p:nvSpPr>
          <p:spPr>
            <a:xfrm>
              <a:off x="973147" y="5649104"/>
              <a:ext cx="367064" cy="367064"/>
            </a:xfrm>
            <a:custGeom>
              <a:avLst/>
              <a:pathLst>
                <a:path w="367064" h="367064">
                  <a:moveTo>
                    <a:pt x="367064" y="367064"/>
                  </a:moveTo>
                  <a:lnTo>
                    <a:pt x="354407" y="354407"/>
                  </a:lnTo>
                  <a:lnTo>
                    <a:pt x="341750" y="341750"/>
                  </a:lnTo>
                  <a:lnTo>
                    <a:pt x="329092" y="329092"/>
                  </a:lnTo>
                  <a:lnTo>
                    <a:pt x="316435" y="316435"/>
                  </a:lnTo>
                  <a:lnTo>
                    <a:pt x="303777" y="303777"/>
                  </a:lnTo>
                  <a:lnTo>
                    <a:pt x="291120" y="291120"/>
                  </a:lnTo>
                  <a:lnTo>
                    <a:pt x="278463" y="278463"/>
                  </a:lnTo>
                  <a:lnTo>
                    <a:pt x="265805" y="265805"/>
                  </a:lnTo>
                  <a:lnTo>
                    <a:pt x="253148" y="253148"/>
                  </a:lnTo>
                  <a:lnTo>
                    <a:pt x="240490" y="240490"/>
                  </a:lnTo>
                  <a:lnTo>
                    <a:pt x="227833" y="227833"/>
                  </a:lnTo>
                  <a:lnTo>
                    <a:pt x="215175" y="215175"/>
                  </a:lnTo>
                  <a:lnTo>
                    <a:pt x="202518" y="202518"/>
                  </a:lnTo>
                  <a:lnTo>
                    <a:pt x="189861" y="189861"/>
                  </a:lnTo>
                  <a:lnTo>
                    <a:pt x="177203" y="177203"/>
                  </a:lnTo>
                  <a:lnTo>
                    <a:pt x="164546" y="164546"/>
                  </a:lnTo>
                  <a:lnTo>
                    <a:pt x="151888" y="151888"/>
                  </a:lnTo>
                  <a:lnTo>
                    <a:pt x="139231" y="139231"/>
                  </a:lnTo>
                  <a:lnTo>
                    <a:pt x="126574" y="126574"/>
                  </a:lnTo>
                  <a:lnTo>
                    <a:pt x="113916" y="113916"/>
                  </a:lnTo>
                  <a:lnTo>
                    <a:pt x="101259" y="101259"/>
                  </a:lnTo>
                  <a:lnTo>
                    <a:pt x="88601" y="88601"/>
                  </a:lnTo>
                  <a:lnTo>
                    <a:pt x="75944" y="75944"/>
                  </a:lnTo>
                  <a:lnTo>
                    <a:pt x="63287" y="63287"/>
                  </a:lnTo>
                  <a:lnTo>
                    <a:pt x="50629" y="50629"/>
                  </a:lnTo>
                  <a:lnTo>
                    <a:pt x="37972" y="37972"/>
                  </a:lnTo>
                  <a:lnTo>
                    <a:pt x="25314" y="25314"/>
                  </a:lnTo>
                  <a:lnTo>
                    <a:pt x="12657" y="1265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tx580"/>
            <p:cNvSpPr/>
            <p:nvPr/>
          </p:nvSpPr>
          <p:spPr>
            <a:xfrm>
              <a:off x="1208173" y="539349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581" name="tx581"/>
            <p:cNvSpPr/>
            <p:nvPr/>
          </p:nvSpPr>
          <p:spPr>
            <a:xfrm>
              <a:off x="1519028" y="556454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582" name="tx582"/>
            <p:cNvSpPr/>
            <p:nvPr/>
          </p:nvSpPr>
          <p:spPr>
            <a:xfrm>
              <a:off x="1816127" y="5977490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583" name="tx583"/>
            <p:cNvSpPr/>
            <p:nvPr/>
          </p:nvSpPr>
          <p:spPr>
            <a:xfrm>
              <a:off x="1509930" y="639043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584" name="tx584"/>
            <p:cNvSpPr/>
            <p:nvPr/>
          </p:nvSpPr>
          <p:spPr>
            <a:xfrm>
              <a:off x="1199074" y="656148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585" name="tx585"/>
            <p:cNvSpPr/>
            <p:nvPr/>
          </p:nvSpPr>
          <p:spPr>
            <a:xfrm>
              <a:off x="675072" y="639043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586" name="tx586"/>
            <p:cNvSpPr/>
            <p:nvPr/>
          </p:nvSpPr>
          <p:spPr>
            <a:xfrm>
              <a:off x="634143" y="5977490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587" name="tx587"/>
            <p:cNvSpPr/>
            <p:nvPr/>
          </p:nvSpPr>
          <p:spPr>
            <a:xfrm>
              <a:off x="684171" y="556454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588" name="tx588"/>
            <p:cNvSpPr/>
            <p:nvPr/>
          </p:nvSpPr>
          <p:spPr>
            <a:xfrm>
              <a:off x="450754" y="5724794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589" name="tx589"/>
            <p:cNvSpPr/>
            <p:nvPr/>
          </p:nvSpPr>
          <p:spPr>
            <a:xfrm>
              <a:off x="401285" y="5465240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590" name="rc590"/>
            <p:cNvSpPr/>
            <p:nvPr/>
          </p:nvSpPr>
          <p:spPr>
            <a:xfrm>
              <a:off x="2320794" y="5108705"/>
              <a:ext cx="2251205" cy="22062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91" name="rc591"/>
            <p:cNvSpPr/>
            <p:nvPr/>
          </p:nvSpPr>
          <p:spPr>
            <a:xfrm>
              <a:off x="2320794" y="5329326"/>
              <a:ext cx="2251205" cy="14590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" name="rc592"/>
            <p:cNvSpPr/>
            <p:nvPr/>
          </p:nvSpPr>
          <p:spPr>
            <a:xfrm>
              <a:off x="2648793" y="5108705"/>
              <a:ext cx="1885248" cy="22062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3" name="tx593"/>
            <p:cNvSpPr/>
            <p:nvPr/>
          </p:nvSpPr>
          <p:spPr>
            <a:xfrm>
              <a:off x="3061203" y="5138453"/>
              <a:ext cx="106042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Podicipediformes</a:t>
              </a:r>
            </a:p>
          </p:txBody>
        </p:sp>
        <p:sp>
          <p:nvSpPr>
            <p:cNvPr id="594" name="tx594"/>
            <p:cNvSpPr/>
            <p:nvPr/>
          </p:nvSpPr>
          <p:spPr>
            <a:xfrm>
              <a:off x="3014431" y="5235228"/>
              <a:ext cx="11539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5, species = 3</a:t>
              </a:r>
            </a:p>
          </p:txBody>
        </p:sp>
        <p:sp>
          <p:nvSpPr>
            <p:cNvPr id="595" name="rc595"/>
            <p:cNvSpPr/>
            <p:nvPr/>
          </p:nvSpPr>
          <p:spPr>
            <a:xfrm>
              <a:off x="2942532" y="5367284"/>
              <a:ext cx="1297770" cy="1297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" name="pl596"/>
            <p:cNvSpPr/>
            <p:nvPr/>
          </p:nvSpPr>
          <p:spPr>
            <a:xfrm>
              <a:off x="3591417" y="5432172"/>
              <a:ext cx="0" cy="583996"/>
            </a:xfrm>
            <a:custGeom>
              <a:avLst/>
              <a:pathLst>
                <a:path w="0" h="583996">
                  <a:moveTo>
                    <a:pt x="0" y="583996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7" name="pl597"/>
            <p:cNvSpPr/>
            <p:nvPr/>
          </p:nvSpPr>
          <p:spPr>
            <a:xfrm>
              <a:off x="3591417" y="5603221"/>
              <a:ext cx="412948" cy="412948"/>
            </a:xfrm>
            <a:custGeom>
              <a:avLst/>
              <a:pathLst>
                <a:path w="412948" h="412948">
                  <a:moveTo>
                    <a:pt x="0" y="412948"/>
                  </a:moveTo>
                  <a:lnTo>
                    <a:pt x="41294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8" name="pl598"/>
            <p:cNvSpPr/>
            <p:nvPr/>
          </p:nvSpPr>
          <p:spPr>
            <a:xfrm>
              <a:off x="3591417" y="6016169"/>
              <a:ext cx="583996" cy="0"/>
            </a:xfrm>
            <a:custGeom>
              <a:avLst/>
              <a:pathLst>
                <a:path w="583996" h="0">
                  <a:moveTo>
                    <a:pt x="0" y="0"/>
                  </a:moveTo>
                  <a:lnTo>
                    <a:pt x="583996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9" name="pl599"/>
            <p:cNvSpPr/>
            <p:nvPr/>
          </p:nvSpPr>
          <p:spPr>
            <a:xfrm>
              <a:off x="3591417" y="6016169"/>
              <a:ext cx="412948" cy="412948"/>
            </a:xfrm>
            <a:custGeom>
              <a:avLst/>
              <a:pathLst>
                <a:path w="412948" h="412948">
                  <a:moveTo>
                    <a:pt x="0" y="0"/>
                  </a:moveTo>
                  <a:lnTo>
                    <a:pt x="412948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00" name="pl600"/>
            <p:cNvSpPr/>
            <p:nvPr/>
          </p:nvSpPr>
          <p:spPr>
            <a:xfrm>
              <a:off x="3591417" y="6016169"/>
              <a:ext cx="0" cy="583996"/>
            </a:xfrm>
            <a:custGeom>
              <a:avLst/>
              <a:pathLst>
                <a:path w="0" h="583996">
                  <a:moveTo>
                    <a:pt x="0" y="0"/>
                  </a:moveTo>
                  <a:lnTo>
                    <a:pt x="0" y="583996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01" name="pl601"/>
            <p:cNvSpPr/>
            <p:nvPr/>
          </p:nvSpPr>
          <p:spPr>
            <a:xfrm>
              <a:off x="3178469" y="6016169"/>
              <a:ext cx="412948" cy="412948"/>
            </a:xfrm>
            <a:custGeom>
              <a:avLst/>
              <a:pathLst>
                <a:path w="412948" h="412948">
                  <a:moveTo>
                    <a:pt x="412948" y="0"/>
                  </a:moveTo>
                  <a:lnTo>
                    <a:pt x="0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02" name="pl602"/>
            <p:cNvSpPr/>
            <p:nvPr/>
          </p:nvSpPr>
          <p:spPr>
            <a:xfrm>
              <a:off x="3007421" y="6016169"/>
              <a:ext cx="583996" cy="0"/>
            </a:xfrm>
            <a:custGeom>
              <a:avLst/>
              <a:pathLst>
                <a:path w="583996" h="0">
                  <a:moveTo>
                    <a:pt x="583996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03" name="pl603"/>
            <p:cNvSpPr/>
            <p:nvPr/>
          </p:nvSpPr>
          <p:spPr>
            <a:xfrm>
              <a:off x="3178469" y="5603221"/>
              <a:ext cx="412948" cy="412948"/>
            </a:xfrm>
            <a:custGeom>
              <a:avLst/>
              <a:pathLst>
                <a:path w="412948" h="412948">
                  <a:moveTo>
                    <a:pt x="412948" y="41294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3331896" y="5756615"/>
              <a:ext cx="519042" cy="518977"/>
            </a:xfrm>
            <a:custGeom>
              <a:avLst/>
              <a:pathLst>
                <a:path w="519042" h="518977">
                  <a:moveTo>
                    <a:pt x="259521" y="0"/>
                  </a:moveTo>
                  <a:lnTo>
                    <a:pt x="275983" y="522"/>
                  </a:lnTo>
                  <a:lnTo>
                    <a:pt x="292379" y="2088"/>
                  </a:lnTo>
                  <a:lnTo>
                    <a:pt x="308642" y="4690"/>
                  </a:lnTo>
                  <a:lnTo>
                    <a:pt x="324707" y="8319"/>
                  </a:lnTo>
                  <a:lnTo>
                    <a:pt x="340510" y="12959"/>
                  </a:lnTo>
                  <a:lnTo>
                    <a:pt x="355987" y="18592"/>
                  </a:lnTo>
                  <a:lnTo>
                    <a:pt x="371076" y="25195"/>
                  </a:lnTo>
                  <a:lnTo>
                    <a:pt x="385715" y="32742"/>
                  </a:lnTo>
                  <a:lnTo>
                    <a:pt x="399846" y="41203"/>
                  </a:lnTo>
                  <a:lnTo>
                    <a:pt x="413413" y="50542"/>
                  </a:lnTo>
                  <a:lnTo>
                    <a:pt x="426359" y="60724"/>
                  </a:lnTo>
                  <a:lnTo>
                    <a:pt x="438634" y="71705"/>
                  </a:lnTo>
                  <a:lnTo>
                    <a:pt x="450187" y="83444"/>
                  </a:lnTo>
                  <a:lnTo>
                    <a:pt x="460973" y="95891"/>
                  </a:lnTo>
                  <a:lnTo>
                    <a:pt x="470947" y="108997"/>
                  </a:lnTo>
                  <a:lnTo>
                    <a:pt x="480071" y="122710"/>
                  </a:lnTo>
                  <a:lnTo>
                    <a:pt x="488306" y="136974"/>
                  </a:lnTo>
                  <a:lnTo>
                    <a:pt x="495620" y="151731"/>
                  </a:lnTo>
                  <a:lnTo>
                    <a:pt x="501983" y="166922"/>
                  </a:lnTo>
                  <a:lnTo>
                    <a:pt x="507370" y="182487"/>
                  </a:lnTo>
                  <a:lnTo>
                    <a:pt x="511759" y="198361"/>
                  </a:lnTo>
                  <a:lnTo>
                    <a:pt x="515132" y="214483"/>
                  </a:lnTo>
                  <a:lnTo>
                    <a:pt x="517476" y="230785"/>
                  </a:lnTo>
                  <a:lnTo>
                    <a:pt x="518781" y="247204"/>
                  </a:lnTo>
                  <a:lnTo>
                    <a:pt x="519042" y="263672"/>
                  </a:lnTo>
                  <a:lnTo>
                    <a:pt x="518259" y="280123"/>
                  </a:lnTo>
                  <a:lnTo>
                    <a:pt x="516433" y="296492"/>
                  </a:lnTo>
                  <a:lnTo>
                    <a:pt x="513573" y="312712"/>
                  </a:lnTo>
                  <a:lnTo>
                    <a:pt x="509690" y="328718"/>
                  </a:lnTo>
                  <a:lnTo>
                    <a:pt x="504800" y="344445"/>
                  </a:lnTo>
                  <a:lnTo>
                    <a:pt x="498922" y="359831"/>
                  </a:lnTo>
                  <a:lnTo>
                    <a:pt x="492080" y="374813"/>
                  </a:lnTo>
                  <a:lnTo>
                    <a:pt x="484301" y="389331"/>
                  </a:lnTo>
                  <a:lnTo>
                    <a:pt x="475618" y="403326"/>
                  </a:lnTo>
                  <a:lnTo>
                    <a:pt x="466064" y="416742"/>
                  </a:lnTo>
                  <a:lnTo>
                    <a:pt x="455679" y="429525"/>
                  </a:lnTo>
                  <a:lnTo>
                    <a:pt x="444504" y="441624"/>
                  </a:lnTo>
                  <a:lnTo>
                    <a:pt x="432584" y="452990"/>
                  </a:lnTo>
                  <a:lnTo>
                    <a:pt x="419967" y="463577"/>
                  </a:lnTo>
                  <a:lnTo>
                    <a:pt x="406704" y="473342"/>
                  </a:lnTo>
                  <a:lnTo>
                    <a:pt x="392848" y="482247"/>
                  </a:lnTo>
                  <a:lnTo>
                    <a:pt x="378455" y="490254"/>
                  </a:lnTo>
                  <a:lnTo>
                    <a:pt x="363584" y="497333"/>
                  </a:lnTo>
                  <a:lnTo>
                    <a:pt x="348294" y="503455"/>
                  </a:lnTo>
                  <a:lnTo>
                    <a:pt x="332646" y="508594"/>
                  </a:lnTo>
                  <a:lnTo>
                    <a:pt x="316703" y="512730"/>
                  </a:lnTo>
                  <a:lnTo>
                    <a:pt x="300531" y="515847"/>
                  </a:lnTo>
                  <a:lnTo>
                    <a:pt x="284193" y="517932"/>
                  </a:lnTo>
                  <a:lnTo>
                    <a:pt x="267756" y="518977"/>
                  </a:lnTo>
                  <a:lnTo>
                    <a:pt x="251286" y="518977"/>
                  </a:lnTo>
                  <a:lnTo>
                    <a:pt x="234849" y="517932"/>
                  </a:lnTo>
                  <a:lnTo>
                    <a:pt x="218511" y="515847"/>
                  </a:lnTo>
                  <a:lnTo>
                    <a:pt x="202338" y="512730"/>
                  </a:lnTo>
                  <a:lnTo>
                    <a:pt x="186396" y="508594"/>
                  </a:lnTo>
                  <a:lnTo>
                    <a:pt x="170748" y="503455"/>
                  </a:lnTo>
                  <a:lnTo>
                    <a:pt x="155458" y="497333"/>
                  </a:lnTo>
                  <a:lnTo>
                    <a:pt x="140586" y="490254"/>
                  </a:lnTo>
                  <a:lnTo>
                    <a:pt x="126194" y="482247"/>
                  </a:lnTo>
                  <a:lnTo>
                    <a:pt x="112338" y="473342"/>
                  </a:lnTo>
                  <a:lnTo>
                    <a:pt x="99075" y="463577"/>
                  </a:lnTo>
                  <a:lnTo>
                    <a:pt x="86458" y="452990"/>
                  </a:lnTo>
                  <a:lnTo>
                    <a:pt x="74538" y="441624"/>
                  </a:lnTo>
                  <a:lnTo>
                    <a:pt x="63363" y="429525"/>
                  </a:lnTo>
                  <a:lnTo>
                    <a:pt x="52978" y="416742"/>
                  </a:lnTo>
                  <a:lnTo>
                    <a:pt x="43424" y="403326"/>
                  </a:lnTo>
                  <a:lnTo>
                    <a:pt x="34740" y="389331"/>
                  </a:lnTo>
                  <a:lnTo>
                    <a:pt x="26962" y="374813"/>
                  </a:lnTo>
                  <a:lnTo>
                    <a:pt x="20120" y="359831"/>
                  </a:lnTo>
                  <a:lnTo>
                    <a:pt x="14242" y="344445"/>
                  </a:lnTo>
                  <a:lnTo>
                    <a:pt x="9352" y="328718"/>
                  </a:lnTo>
                  <a:lnTo>
                    <a:pt x="5469" y="312712"/>
                  </a:lnTo>
                  <a:lnTo>
                    <a:pt x="2609" y="296492"/>
                  </a:lnTo>
                  <a:lnTo>
                    <a:pt x="783" y="280123"/>
                  </a:lnTo>
                  <a:lnTo>
                    <a:pt x="0" y="263672"/>
                  </a:lnTo>
                  <a:lnTo>
                    <a:pt x="261" y="247204"/>
                  </a:lnTo>
                  <a:lnTo>
                    <a:pt x="1566" y="230785"/>
                  </a:lnTo>
                  <a:lnTo>
                    <a:pt x="3910" y="214483"/>
                  </a:lnTo>
                  <a:lnTo>
                    <a:pt x="7283" y="198361"/>
                  </a:lnTo>
                  <a:lnTo>
                    <a:pt x="11672" y="182487"/>
                  </a:lnTo>
                  <a:lnTo>
                    <a:pt x="17059" y="166922"/>
                  </a:lnTo>
                  <a:lnTo>
                    <a:pt x="23422" y="151731"/>
                  </a:lnTo>
                  <a:lnTo>
                    <a:pt x="30736" y="136974"/>
                  </a:lnTo>
                  <a:lnTo>
                    <a:pt x="38971" y="122710"/>
                  </a:lnTo>
                  <a:lnTo>
                    <a:pt x="48094" y="108997"/>
                  </a:lnTo>
                  <a:lnTo>
                    <a:pt x="58069" y="95891"/>
                  </a:lnTo>
                  <a:lnTo>
                    <a:pt x="68855" y="83444"/>
                  </a:lnTo>
                  <a:lnTo>
                    <a:pt x="80408" y="71705"/>
                  </a:lnTo>
                  <a:lnTo>
                    <a:pt x="92683" y="60724"/>
                  </a:lnTo>
                  <a:lnTo>
                    <a:pt x="105629" y="50542"/>
                  </a:lnTo>
                  <a:lnTo>
                    <a:pt x="119195" y="41203"/>
                  </a:lnTo>
                  <a:lnTo>
                    <a:pt x="133327" y="32742"/>
                  </a:lnTo>
                  <a:lnTo>
                    <a:pt x="147966" y="25195"/>
                  </a:lnTo>
                  <a:lnTo>
                    <a:pt x="163054" y="18592"/>
                  </a:lnTo>
                  <a:lnTo>
                    <a:pt x="178531" y="12959"/>
                  </a:lnTo>
                  <a:lnTo>
                    <a:pt x="194334" y="8319"/>
                  </a:lnTo>
                  <a:lnTo>
                    <a:pt x="210400" y="4690"/>
                  </a:lnTo>
                  <a:lnTo>
                    <a:pt x="226663" y="2088"/>
                  </a:lnTo>
                  <a:lnTo>
                    <a:pt x="243059" y="522"/>
                  </a:lnTo>
                  <a:lnTo>
                    <a:pt x="25952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05" name="pl605"/>
            <p:cNvSpPr/>
            <p:nvPr/>
          </p:nvSpPr>
          <p:spPr>
            <a:xfrm>
              <a:off x="3072375" y="5497061"/>
              <a:ext cx="1038085" cy="1037955"/>
            </a:xfrm>
            <a:custGeom>
              <a:avLst/>
              <a:pathLst>
                <a:path w="1038085" h="1037955">
                  <a:moveTo>
                    <a:pt x="519042" y="0"/>
                  </a:moveTo>
                  <a:lnTo>
                    <a:pt x="551966" y="1045"/>
                  </a:lnTo>
                  <a:lnTo>
                    <a:pt x="584758" y="4176"/>
                  </a:lnTo>
                  <a:lnTo>
                    <a:pt x="617284" y="9380"/>
                  </a:lnTo>
                  <a:lnTo>
                    <a:pt x="649415" y="16638"/>
                  </a:lnTo>
                  <a:lnTo>
                    <a:pt x="681021" y="25918"/>
                  </a:lnTo>
                  <a:lnTo>
                    <a:pt x="711975" y="37184"/>
                  </a:lnTo>
                  <a:lnTo>
                    <a:pt x="742152" y="50391"/>
                  </a:lnTo>
                  <a:lnTo>
                    <a:pt x="771431" y="65485"/>
                  </a:lnTo>
                  <a:lnTo>
                    <a:pt x="799693" y="82406"/>
                  </a:lnTo>
                  <a:lnTo>
                    <a:pt x="826826" y="101085"/>
                  </a:lnTo>
                  <a:lnTo>
                    <a:pt x="852719" y="121448"/>
                  </a:lnTo>
                  <a:lnTo>
                    <a:pt x="877268" y="143411"/>
                  </a:lnTo>
                  <a:lnTo>
                    <a:pt x="900375" y="166888"/>
                  </a:lnTo>
                  <a:lnTo>
                    <a:pt x="921946" y="191783"/>
                  </a:lnTo>
                  <a:lnTo>
                    <a:pt x="941895" y="217995"/>
                  </a:lnTo>
                  <a:lnTo>
                    <a:pt x="960142" y="245421"/>
                  </a:lnTo>
                  <a:lnTo>
                    <a:pt x="976612" y="273948"/>
                  </a:lnTo>
                  <a:lnTo>
                    <a:pt x="991240" y="303462"/>
                  </a:lnTo>
                  <a:lnTo>
                    <a:pt x="1003966" y="333845"/>
                  </a:lnTo>
                  <a:lnTo>
                    <a:pt x="1014740" y="364974"/>
                  </a:lnTo>
                  <a:lnTo>
                    <a:pt x="1023518" y="396723"/>
                  </a:lnTo>
                  <a:lnTo>
                    <a:pt x="1030264" y="428966"/>
                  </a:lnTo>
                  <a:lnTo>
                    <a:pt x="1034952" y="461571"/>
                  </a:lnTo>
                  <a:lnTo>
                    <a:pt x="1037563" y="494408"/>
                  </a:lnTo>
                  <a:lnTo>
                    <a:pt x="1038085" y="527344"/>
                  </a:lnTo>
                  <a:lnTo>
                    <a:pt x="1036518" y="560247"/>
                  </a:lnTo>
                  <a:lnTo>
                    <a:pt x="1032867" y="592984"/>
                  </a:lnTo>
                  <a:lnTo>
                    <a:pt x="1027147" y="625425"/>
                  </a:lnTo>
                  <a:lnTo>
                    <a:pt x="1019381" y="657436"/>
                  </a:lnTo>
                  <a:lnTo>
                    <a:pt x="1009600" y="688891"/>
                  </a:lnTo>
                  <a:lnTo>
                    <a:pt x="997844" y="719663"/>
                  </a:lnTo>
                  <a:lnTo>
                    <a:pt x="984160" y="749626"/>
                  </a:lnTo>
                  <a:lnTo>
                    <a:pt x="968603" y="778662"/>
                  </a:lnTo>
                  <a:lnTo>
                    <a:pt x="951236" y="806652"/>
                  </a:lnTo>
                  <a:lnTo>
                    <a:pt x="932129" y="833485"/>
                  </a:lnTo>
                  <a:lnTo>
                    <a:pt x="911358" y="859051"/>
                  </a:lnTo>
                  <a:lnTo>
                    <a:pt x="889008" y="883249"/>
                  </a:lnTo>
                  <a:lnTo>
                    <a:pt x="865168" y="905981"/>
                  </a:lnTo>
                  <a:lnTo>
                    <a:pt x="839934" y="927154"/>
                  </a:lnTo>
                  <a:lnTo>
                    <a:pt x="813408" y="946685"/>
                  </a:lnTo>
                  <a:lnTo>
                    <a:pt x="785696" y="964494"/>
                  </a:lnTo>
                  <a:lnTo>
                    <a:pt x="756911" y="980509"/>
                  </a:lnTo>
                  <a:lnTo>
                    <a:pt x="727169" y="994667"/>
                  </a:lnTo>
                  <a:lnTo>
                    <a:pt x="696588" y="1006910"/>
                  </a:lnTo>
                  <a:lnTo>
                    <a:pt x="665292" y="1017188"/>
                  </a:lnTo>
                  <a:lnTo>
                    <a:pt x="633407" y="1025461"/>
                  </a:lnTo>
                  <a:lnTo>
                    <a:pt x="601062" y="1031695"/>
                  </a:lnTo>
                  <a:lnTo>
                    <a:pt x="568387" y="1035865"/>
                  </a:lnTo>
                  <a:lnTo>
                    <a:pt x="535513" y="1037955"/>
                  </a:lnTo>
                  <a:lnTo>
                    <a:pt x="502572" y="1037955"/>
                  </a:lnTo>
                  <a:lnTo>
                    <a:pt x="469698" y="1035865"/>
                  </a:lnTo>
                  <a:lnTo>
                    <a:pt x="437023" y="1031695"/>
                  </a:lnTo>
                  <a:lnTo>
                    <a:pt x="404677" y="1025461"/>
                  </a:lnTo>
                  <a:lnTo>
                    <a:pt x="372793" y="1017188"/>
                  </a:lnTo>
                  <a:lnTo>
                    <a:pt x="341497" y="1006910"/>
                  </a:lnTo>
                  <a:lnTo>
                    <a:pt x="310916" y="994667"/>
                  </a:lnTo>
                  <a:lnTo>
                    <a:pt x="281173" y="980509"/>
                  </a:lnTo>
                  <a:lnTo>
                    <a:pt x="252388" y="964494"/>
                  </a:lnTo>
                  <a:lnTo>
                    <a:pt x="224677" y="946685"/>
                  </a:lnTo>
                  <a:lnTo>
                    <a:pt x="198151" y="927154"/>
                  </a:lnTo>
                  <a:lnTo>
                    <a:pt x="172917" y="905981"/>
                  </a:lnTo>
                  <a:lnTo>
                    <a:pt x="149077" y="883249"/>
                  </a:lnTo>
                  <a:lnTo>
                    <a:pt x="126727" y="859051"/>
                  </a:lnTo>
                  <a:lnTo>
                    <a:pt x="105956" y="833485"/>
                  </a:lnTo>
                  <a:lnTo>
                    <a:pt x="86849" y="806652"/>
                  </a:lnTo>
                  <a:lnTo>
                    <a:pt x="69481" y="778662"/>
                  </a:lnTo>
                  <a:lnTo>
                    <a:pt x="53925" y="749626"/>
                  </a:lnTo>
                  <a:lnTo>
                    <a:pt x="40241" y="719663"/>
                  </a:lnTo>
                  <a:lnTo>
                    <a:pt x="28485" y="688891"/>
                  </a:lnTo>
                  <a:lnTo>
                    <a:pt x="18704" y="657436"/>
                  </a:lnTo>
                  <a:lnTo>
                    <a:pt x="10938" y="625425"/>
                  </a:lnTo>
                  <a:lnTo>
                    <a:pt x="5218" y="592984"/>
                  </a:lnTo>
                  <a:lnTo>
                    <a:pt x="1567" y="560247"/>
                  </a:lnTo>
                  <a:lnTo>
                    <a:pt x="0" y="527344"/>
                  </a:lnTo>
                  <a:lnTo>
                    <a:pt x="522" y="494408"/>
                  </a:lnTo>
                  <a:lnTo>
                    <a:pt x="3133" y="461571"/>
                  </a:lnTo>
                  <a:lnTo>
                    <a:pt x="7821" y="428966"/>
                  </a:lnTo>
                  <a:lnTo>
                    <a:pt x="14567" y="396723"/>
                  </a:lnTo>
                  <a:lnTo>
                    <a:pt x="23345" y="364974"/>
                  </a:lnTo>
                  <a:lnTo>
                    <a:pt x="34119" y="333845"/>
                  </a:lnTo>
                  <a:lnTo>
                    <a:pt x="46845" y="303462"/>
                  </a:lnTo>
                  <a:lnTo>
                    <a:pt x="61473" y="273948"/>
                  </a:lnTo>
                  <a:lnTo>
                    <a:pt x="77943" y="245421"/>
                  </a:lnTo>
                  <a:lnTo>
                    <a:pt x="96189" y="217995"/>
                  </a:lnTo>
                  <a:lnTo>
                    <a:pt x="116138" y="191783"/>
                  </a:lnTo>
                  <a:lnTo>
                    <a:pt x="137710" y="166888"/>
                  </a:lnTo>
                  <a:lnTo>
                    <a:pt x="160817" y="143411"/>
                  </a:lnTo>
                  <a:lnTo>
                    <a:pt x="185366" y="121448"/>
                  </a:lnTo>
                  <a:lnTo>
                    <a:pt x="211259" y="101085"/>
                  </a:lnTo>
                  <a:lnTo>
                    <a:pt x="238391" y="82406"/>
                  </a:lnTo>
                  <a:lnTo>
                    <a:pt x="266654" y="65485"/>
                  </a:lnTo>
                  <a:lnTo>
                    <a:pt x="295932" y="50391"/>
                  </a:lnTo>
                  <a:lnTo>
                    <a:pt x="326109" y="37184"/>
                  </a:lnTo>
                  <a:lnTo>
                    <a:pt x="357063" y="25918"/>
                  </a:lnTo>
                  <a:lnTo>
                    <a:pt x="388669" y="16638"/>
                  </a:lnTo>
                  <a:lnTo>
                    <a:pt x="420800" y="9380"/>
                  </a:lnTo>
                  <a:lnTo>
                    <a:pt x="453327" y="4176"/>
                  </a:lnTo>
                  <a:lnTo>
                    <a:pt x="486118" y="1045"/>
                  </a:lnTo>
                  <a:lnTo>
                    <a:pt x="51904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3007494" y="5432172"/>
              <a:ext cx="1167846" cy="1167699"/>
            </a:xfrm>
            <a:custGeom>
              <a:avLst/>
              <a:pathLst>
                <a:path w="1167846" h="1167699">
                  <a:moveTo>
                    <a:pt x="583923" y="0"/>
                  </a:moveTo>
                  <a:lnTo>
                    <a:pt x="620962" y="1175"/>
                  </a:lnTo>
                  <a:lnTo>
                    <a:pt x="657852" y="4698"/>
                  </a:lnTo>
                  <a:lnTo>
                    <a:pt x="694445" y="10553"/>
                  </a:lnTo>
                  <a:lnTo>
                    <a:pt x="730592" y="18717"/>
                  </a:lnTo>
                  <a:lnTo>
                    <a:pt x="766149" y="29158"/>
                  </a:lnTo>
                  <a:lnTo>
                    <a:pt x="800972" y="41832"/>
                  </a:lnTo>
                  <a:lnTo>
                    <a:pt x="834922" y="56690"/>
                  </a:lnTo>
                  <a:lnTo>
                    <a:pt x="867860" y="73671"/>
                  </a:lnTo>
                  <a:lnTo>
                    <a:pt x="899655" y="92707"/>
                  </a:lnTo>
                  <a:lnTo>
                    <a:pt x="930179" y="113721"/>
                  </a:lnTo>
                  <a:lnTo>
                    <a:pt x="959309" y="136629"/>
                  </a:lnTo>
                  <a:lnTo>
                    <a:pt x="986927" y="161338"/>
                  </a:lnTo>
                  <a:lnTo>
                    <a:pt x="1012922" y="187749"/>
                  </a:lnTo>
                  <a:lnTo>
                    <a:pt x="1037190" y="215756"/>
                  </a:lnTo>
                  <a:lnTo>
                    <a:pt x="1059632" y="245245"/>
                  </a:lnTo>
                  <a:lnTo>
                    <a:pt x="1080160" y="276098"/>
                  </a:lnTo>
                  <a:lnTo>
                    <a:pt x="1098689" y="308191"/>
                  </a:lnTo>
                  <a:lnTo>
                    <a:pt x="1115145" y="341395"/>
                  </a:lnTo>
                  <a:lnTo>
                    <a:pt x="1129462" y="375576"/>
                  </a:lnTo>
                  <a:lnTo>
                    <a:pt x="1141582" y="410596"/>
                  </a:lnTo>
                  <a:lnTo>
                    <a:pt x="1151457" y="446314"/>
                  </a:lnTo>
                  <a:lnTo>
                    <a:pt x="1159047" y="482586"/>
                  </a:lnTo>
                  <a:lnTo>
                    <a:pt x="1164321" y="519267"/>
                  </a:lnTo>
                  <a:lnTo>
                    <a:pt x="1167258" y="556209"/>
                  </a:lnTo>
                  <a:lnTo>
                    <a:pt x="1167846" y="593262"/>
                  </a:lnTo>
                  <a:lnTo>
                    <a:pt x="1166083" y="630278"/>
                  </a:lnTo>
                  <a:lnTo>
                    <a:pt x="1161975" y="667108"/>
                  </a:lnTo>
                  <a:lnTo>
                    <a:pt x="1155540" y="703603"/>
                  </a:lnTo>
                  <a:lnTo>
                    <a:pt x="1146803" y="739616"/>
                  </a:lnTo>
                  <a:lnTo>
                    <a:pt x="1135800" y="775003"/>
                  </a:lnTo>
                  <a:lnTo>
                    <a:pt x="1122575" y="809621"/>
                  </a:lnTo>
                  <a:lnTo>
                    <a:pt x="1107180" y="843330"/>
                  </a:lnTo>
                  <a:lnTo>
                    <a:pt x="1089679" y="875995"/>
                  </a:lnTo>
                  <a:lnTo>
                    <a:pt x="1070141" y="907484"/>
                  </a:lnTo>
                  <a:lnTo>
                    <a:pt x="1048645" y="937670"/>
                  </a:lnTo>
                  <a:lnTo>
                    <a:pt x="1025278" y="966433"/>
                  </a:lnTo>
                  <a:lnTo>
                    <a:pt x="1000134" y="993655"/>
                  </a:lnTo>
                  <a:lnTo>
                    <a:pt x="973314" y="1019228"/>
                  </a:lnTo>
                  <a:lnTo>
                    <a:pt x="944926" y="1043049"/>
                  </a:lnTo>
                  <a:lnTo>
                    <a:pt x="915084" y="1065021"/>
                  </a:lnTo>
                  <a:lnTo>
                    <a:pt x="883909" y="1085056"/>
                  </a:lnTo>
                  <a:lnTo>
                    <a:pt x="851525" y="1103073"/>
                  </a:lnTo>
                  <a:lnTo>
                    <a:pt x="818065" y="1119001"/>
                  </a:lnTo>
                  <a:lnTo>
                    <a:pt x="783661" y="1132774"/>
                  </a:lnTo>
                  <a:lnTo>
                    <a:pt x="748454" y="1144337"/>
                  </a:lnTo>
                  <a:lnTo>
                    <a:pt x="712583" y="1153644"/>
                  </a:lnTo>
                  <a:lnTo>
                    <a:pt x="676195" y="1160657"/>
                  </a:lnTo>
                  <a:lnTo>
                    <a:pt x="639435" y="1165349"/>
                  </a:lnTo>
                  <a:lnTo>
                    <a:pt x="602452" y="1167699"/>
                  </a:lnTo>
                  <a:lnTo>
                    <a:pt x="565394" y="1167699"/>
                  </a:lnTo>
                  <a:lnTo>
                    <a:pt x="528410" y="1165349"/>
                  </a:lnTo>
                  <a:lnTo>
                    <a:pt x="491650" y="1160657"/>
                  </a:lnTo>
                  <a:lnTo>
                    <a:pt x="455262" y="1153644"/>
                  </a:lnTo>
                  <a:lnTo>
                    <a:pt x="419392" y="1144337"/>
                  </a:lnTo>
                  <a:lnTo>
                    <a:pt x="384184" y="1132774"/>
                  </a:lnTo>
                  <a:lnTo>
                    <a:pt x="349781" y="1119001"/>
                  </a:lnTo>
                  <a:lnTo>
                    <a:pt x="316320" y="1103073"/>
                  </a:lnTo>
                  <a:lnTo>
                    <a:pt x="283937" y="1085056"/>
                  </a:lnTo>
                  <a:lnTo>
                    <a:pt x="252762" y="1065021"/>
                  </a:lnTo>
                  <a:lnTo>
                    <a:pt x="222920" y="1043049"/>
                  </a:lnTo>
                  <a:lnTo>
                    <a:pt x="194532" y="1019228"/>
                  </a:lnTo>
                  <a:lnTo>
                    <a:pt x="167712" y="993655"/>
                  </a:lnTo>
                  <a:lnTo>
                    <a:pt x="142567" y="966433"/>
                  </a:lnTo>
                  <a:lnTo>
                    <a:pt x="119200" y="937670"/>
                  </a:lnTo>
                  <a:lnTo>
                    <a:pt x="97705" y="907484"/>
                  </a:lnTo>
                  <a:lnTo>
                    <a:pt x="78167" y="875995"/>
                  </a:lnTo>
                  <a:lnTo>
                    <a:pt x="60665" y="843330"/>
                  </a:lnTo>
                  <a:lnTo>
                    <a:pt x="45271" y="809621"/>
                  </a:lnTo>
                  <a:lnTo>
                    <a:pt x="32045" y="775003"/>
                  </a:lnTo>
                  <a:lnTo>
                    <a:pt x="21042" y="739616"/>
                  </a:lnTo>
                  <a:lnTo>
                    <a:pt x="12305" y="703603"/>
                  </a:lnTo>
                  <a:lnTo>
                    <a:pt x="5870" y="667108"/>
                  </a:lnTo>
                  <a:lnTo>
                    <a:pt x="1763" y="630278"/>
                  </a:lnTo>
                  <a:lnTo>
                    <a:pt x="0" y="593262"/>
                  </a:lnTo>
                  <a:lnTo>
                    <a:pt x="587" y="556209"/>
                  </a:lnTo>
                  <a:lnTo>
                    <a:pt x="3524" y="519267"/>
                  </a:lnTo>
                  <a:lnTo>
                    <a:pt x="8798" y="482586"/>
                  </a:lnTo>
                  <a:lnTo>
                    <a:pt x="16388" y="446314"/>
                  </a:lnTo>
                  <a:lnTo>
                    <a:pt x="26263" y="410596"/>
                  </a:lnTo>
                  <a:lnTo>
                    <a:pt x="38383" y="375576"/>
                  </a:lnTo>
                  <a:lnTo>
                    <a:pt x="52701" y="341395"/>
                  </a:lnTo>
                  <a:lnTo>
                    <a:pt x="69157" y="308191"/>
                  </a:lnTo>
                  <a:lnTo>
                    <a:pt x="87686" y="276098"/>
                  </a:lnTo>
                  <a:lnTo>
                    <a:pt x="108213" y="245245"/>
                  </a:lnTo>
                  <a:lnTo>
                    <a:pt x="130656" y="215756"/>
                  </a:lnTo>
                  <a:lnTo>
                    <a:pt x="154924" y="187749"/>
                  </a:lnTo>
                  <a:lnTo>
                    <a:pt x="180919" y="161338"/>
                  </a:lnTo>
                  <a:lnTo>
                    <a:pt x="208537" y="136629"/>
                  </a:lnTo>
                  <a:lnTo>
                    <a:pt x="237666" y="113721"/>
                  </a:lnTo>
                  <a:lnTo>
                    <a:pt x="268190" y="92707"/>
                  </a:lnTo>
                  <a:lnTo>
                    <a:pt x="299985" y="73671"/>
                  </a:lnTo>
                  <a:lnTo>
                    <a:pt x="332924" y="56690"/>
                  </a:lnTo>
                  <a:lnTo>
                    <a:pt x="366873" y="41832"/>
                  </a:lnTo>
                  <a:lnTo>
                    <a:pt x="401696" y="29158"/>
                  </a:lnTo>
                  <a:lnTo>
                    <a:pt x="437253" y="18717"/>
                  </a:lnTo>
                  <a:lnTo>
                    <a:pt x="473401" y="10553"/>
                  </a:lnTo>
                  <a:lnTo>
                    <a:pt x="509993" y="4698"/>
                  </a:lnTo>
                  <a:lnTo>
                    <a:pt x="546883" y="1175"/>
                  </a:lnTo>
                  <a:lnTo>
                    <a:pt x="58392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591417" y="5916842"/>
              <a:ext cx="519108" cy="198654"/>
            </a:xfrm>
            <a:custGeom>
              <a:avLst/>
              <a:pathLst>
                <a:path w="519108" h="198654">
                  <a:moveTo>
                    <a:pt x="0" y="99327"/>
                  </a:moveTo>
                  <a:lnTo>
                    <a:pt x="11748" y="88141"/>
                  </a:lnTo>
                  <a:lnTo>
                    <a:pt x="24039" y="77538"/>
                  </a:lnTo>
                  <a:lnTo>
                    <a:pt x="36850" y="67539"/>
                  </a:lnTo>
                  <a:lnTo>
                    <a:pt x="50159" y="58162"/>
                  </a:lnTo>
                  <a:lnTo>
                    <a:pt x="63943" y="49425"/>
                  </a:lnTo>
                  <a:lnTo>
                    <a:pt x="78178" y="41345"/>
                  </a:lnTo>
                  <a:lnTo>
                    <a:pt x="92840" y="33941"/>
                  </a:lnTo>
                  <a:lnTo>
                    <a:pt x="107905" y="27226"/>
                  </a:lnTo>
                  <a:lnTo>
                    <a:pt x="123347" y="21217"/>
                  </a:lnTo>
                  <a:lnTo>
                    <a:pt x="139141" y="15928"/>
                  </a:lnTo>
                  <a:lnTo>
                    <a:pt x="155261" y="11372"/>
                  </a:lnTo>
                  <a:lnTo>
                    <a:pt x="171679" y="7562"/>
                  </a:lnTo>
                  <a:lnTo>
                    <a:pt x="188370" y="4509"/>
                  </a:lnTo>
                  <a:lnTo>
                    <a:pt x="205304" y="2225"/>
                  </a:lnTo>
                  <a:lnTo>
                    <a:pt x="222456" y="718"/>
                  </a:lnTo>
                  <a:lnTo>
                    <a:pt x="239796" y="0"/>
                  </a:lnTo>
                  <a:lnTo>
                    <a:pt x="257297" y="76"/>
                  </a:lnTo>
                  <a:lnTo>
                    <a:pt x="274929" y="955"/>
                  </a:lnTo>
                  <a:lnTo>
                    <a:pt x="292664" y="2643"/>
                  </a:lnTo>
                  <a:lnTo>
                    <a:pt x="310472" y="5146"/>
                  </a:lnTo>
                  <a:lnTo>
                    <a:pt x="328324" y="8467"/>
                  </a:lnTo>
                  <a:lnTo>
                    <a:pt x="346191" y="12610"/>
                  </a:lnTo>
                  <a:lnTo>
                    <a:pt x="364043" y="17578"/>
                  </a:lnTo>
                  <a:lnTo>
                    <a:pt x="381850" y="23372"/>
                  </a:lnTo>
                  <a:lnTo>
                    <a:pt x="399582" y="29992"/>
                  </a:lnTo>
                  <a:lnTo>
                    <a:pt x="417210" y="37439"/>
                  </a:lnTo>
                  <a:lnTo>
                    <a:pt x="434703" y="45711"/>
                  </a:lnTo>
                  <a:lnTo>
                    <a:pt x="452032" y="54805"/>
                  </a:lnTo>
                  <a:lnTo>
                    <a:pt x="469167" y="64719"/>
                  </a:lnTo>
                  <a:lnTo>
                    <a:pt x="486077" y="75447"/>
                  </a:lnTo>
                  <a:lnTo>
                    <a:pt x="502734" y="86985"/>
                  </a:lnTo>
                  <a:lnTo>
                    <a:pt x="519108" y="99327"/>
                  </a:lnTo>
                  <a:lnTo>
                    <a:pt x="502734" y="111668"/>
                  </a:lnTo>
                  <a:lnTo>
                    <a:pt x="486077" y="123206"/>
                  </a:lnTo>
                  <a:lnTo>
                    <a:pt x="469167" y="133934"/>
                  </a:lnTo>
                  <a:lnTo>
                    <a:pt x="452032" y="143848"/>
                  </a:lnTo>
                  <a:lnTo>
                    <a:pt x="434703" y="152942"/>
                  </a:lnTo>
                  <a:lnTo>
                    <a:pt x="417210" y="161214"/>
                  </a:lnTo>
                  <a:lnTo>
                    <a:pt x="399582" y="168661"/>
                  </a:lnTo>
                  <a:lnTo>
                    <a:pt x="381850" y="175281"/>
                  </a:lnTo>
                  <a:lnTo>
                    <a:pt x="364043" y="181075"/>
                  </a:lnTo>
                  <a:lnTo>
                    <a:pt x="346191" y="186043"/>
                  </a:lnTo>
                  <a:lnTo>
                    <a:pt x="328324" y="190186"/>
                  </a:lnTo>
                  <a:lnTo>
                    <a:pt x="310472" y="193507"/>
                  </a:lnTo>
                  <a:lnTo>
                    <a:pt x="292664" y="196010"/>
                  </a:lnTo>
                  <a:lnTo>
                    <a:pt x="274929" y="197698"/>
                  </a:lnTo>
                  <a:lnTo>
                    <a:pt x="257297" y="198577"/>
                  </a:lnTo>
                  <a:lnTo>
                    <a:pt x="239796" y="198654"/>
                  </a:lnTo>
                  <a:lnTo>
                    <a:pt x="222456" y="197935"/>
                  </a:lnTo>
                  <a:lnTo>
                    <a:pt x="205304" y="196429"/>
                  </a:lnTo>
                  <a:lnTo>
                    <a:pt x="188370" y="194144"/>
                  </a:lnTo>
                  <a:lnTo>
                    <a:pt x="171679" y="191091"/>
                  </a:lnTo>
                  <a:lnTo>
                    <a:pt x="155261" y="187281"/>
                  </a:lnTo>
                  <a:lnTo>
                    <a:pt x="139141" y="182725"/>
                  </a:lnTo>
                  <a:lnTo>
                    <a:pt x="123347" y="177436"/>
                  </a:lnTo>
                  <a:lnTo>
                    <a:pt x="107905" y="171427"/>
                  </a:lnTo>
                  <a:lnTo>
                    <a:pt x="92840" y="164712"/>
                  </a:lnTo>
                  <a:lnTo>
                    <a:pt x="78178" y="157308"/>
                  </a:lnTo>
                  <a:lnTo>
                    <a:pt x="63943" y="149228"/>
                  </a:lnTo>
                  <a:lnTo>
                    <a:pt x="50159" y="140491"/>
                  </a:lnTo>
                  <a:lnTo>
                    <a:pt x="36850" y="131114"/>
                  </a:lnTo>
                  <a:lnTo>
                    <a:pt x="24039" y="121115"/>
                  </a:lnTo>
                  <a:lnTo>
                    <a:pt x="11748" y="110512"/>
                  </a:lnTo>
                  <a:close/>
                </a:path>
              </a:pathLst>
            </a:custGeom>
            <a:solidFill>
              <a:srgbClr val="7FB3FF">
                <a:alpha val="25882"/>
              </a:srgbClr>
            </a:solidFill>
            <a:ln w="24933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3591417" y="5916842"/>
              <a:ext cx="519108" cy="198654"/>
            </a:xfrm>
            <a:custGeom>
              <a:avLst/>
              <a:pathLst>
                <a:path w="519108" h="198654">
                  <a:moveTo>
                    <a:pt x="0" y="99327"/>
                  </a:moveTo>
                  <a:lnTo>
                    <a:pt x="0" y="99327"/>
                  </a:lnTo>
                  <a:lnTo>
                    <a:pt x="11748" y="88141"/>
                  </a:lnTo>
                  <a:lnTo>
                    <a:pt x="24039" y="77538"/>
                  </a:lnTo>
                  <a:lnTo>
                    <a:pt x="36850" y="67539"/>
                  </a:lnTo>
                  <a:lnTo>
                    <a:pt x="50159" y="58162"/>
                  </a:lnTo>
                  <a:lnTo>
                    <a:pt x="63943" y="49425"/>
                  </a:lnTo>
                  <a:lnTo>
                    <a:pt x="78178" y="41345"/>
                  </a:lnTo>
                  <a:lnTo>
                    <a:pt x="92840" y="33941"/>
                  </a:lnTo>
                  <a:lnTo>
                    <a:pt x="107905" y="27226"/>
                  </a:lnTo>
                  <a:lnTo>
                    <a:pt x="123347" y="21217"/>
                  </a:lnTo>
                  <a:lnTo>
                    <a:pt x="139141" y="15928"/>
                  </a:lnTo>
                  <a:lnTo>
                    <a:pt x="155261" y="11372"/>
                  </a:lnTo>
                  <a:lnTo>
                    <a:pt x="171679" y="7562"/>
                  </a:lnTo>
                  <a:lnTo>
                    <a:pt x="188370" y="4509"/>
                  </a:lnTo>
                  <a:lnTo>
                    <a:pt x="205304" y="2225"/>
                  </a:lnTo>
                  <a:lnTo>
                    <a:pt x="222456" y="718"/>
                  </a:lnTo>
                  <a:lnTo>
                    <a:pt x="239796" y="0"/>
                  </a:lnTo>
                  <a:lnTo>
                    <a:pt x="257297" y="76"/>
                  </a:lnTo>
                  <a:lnTo>
                    <a:pt x="274929" y="955"/>
                  </a:lnTo>
                  <a:lnTo>
                    <a:pt x="292664" y="2643"/>
                  </a:lnTo>
                  <a:lnTo>
                    <a:pt x="310472" y="5146"/>
                  </a:lnTo>
                  <a:lnTo>
                    <a:pt x="328324" y="8467"/>
                  </a:lnTo>
                  <a:lnTo>
                    <a:pt x="346191" y="12610"/>
                  </a:lnTo>
                  <a:lnTo>
                    <a:pt x="364043" y="17578"/>
                  </a:lnTo>
                  <a:lnTo>
                    <a:pt x="381850" y="23372"/>
                  </a:lnTo>
                  <a:lnTo>
                    <a:pt x="399582" y="29992"/>
                  </a:lnTo>
                  <a:lnTo>
                    <a:pt x="417210" y="37439"/>
                  </a:lnTo>
                  <a:lnTo>
                    <a:pt x="434703" y="45711"/>
                  </a:lnTo>
                  <a:lnTo>
                    <a:pt x="452032" y="54805"/>
                  </a:lnTo>
                  <a:lnTo>
                    <a:pt x="469167" y="64719"/>
                  </a:lnTo>
                  <a:lnTo>
                    <a:pt x="486077" y="75447"/>
                  </a:lnTo>
                  <a:lnTo>
                    <a:pt x="502734" y="86985"/>
                  </a:lnTo>
                  <a:lnTo>
                    <a:pt x="519108" y="99327"/>
                  </a:lnTo>
                  <a:lnTo>
                    <a:pt x="502734" y="111668"/>
                  </a:lnTo>
                  <a:lnTo>
                    <a:pt x="486077" y="123206"/>
                  </a:lnTo>
                  <a:lnTo>
                    <a:pt x="469167" y="133934"/>
                  </a:lnTo>
                  <a:lnTo>
                    <a:pt x="452032" y="143848"/>
                  </a:lnTo>
                  <a:lnTo>
                    <a:pt x="434703" y="152942"/>
                  </a:lnTo>
                  <a:lnTo>
                    <a:pt x="417210" y="161214"/>
                  </a:lnTo>
                  <a:lnTo>
                    <a:pt x="399582" y="168661"/>
                  </a:lnTo>
                  <a:lnTo>
                    <a:pt x="381850" y="175281"/>
                  </a:lnTo>
                  <a:lnTo>
                    <a:pt x="364043" y="181075"/>
                  </a:lnTo>
                  <a:lnTo>
                    <a:pt x="346191" y="186043"/>
                  </a:lnTo>
                  <a:lnTo>
                    <a:pt x="328324" y="190186"/>
                  </a:lnTo>
                  <a:lnTo>
                    <a:pt x="310472" y="193507"/>
                  </a:lnTo>
                  <a:lnTo>
                    <a:pt x="292664" y="196010"/>
                  </a:lnTo>
                  <a:lnTo>
                    <a:pt x="274929" y="197698"/>
                  </a:lnTo>
                  <a:lnTo>
                    <a:pt x="257297" y="198577"/>
                  </a:lnTo>
                  <a:lnTo>
                    <a:pt x="239796" y="198654"/>
                  </a:lnTo>
                  <a:lnTo>
                    <a:pt x="222456" y="197935"/>
                  </a:lnTo>
                  <a:lnTo>
                    <a:pt x="205304" y="196429"/>
                  </a:lnTo>
                  <a:lnTo>
                    <a:pt x="188370" y="194144"/>
                  </a:lnTo>
                  <a:lnTo>
                    <a:pt x="171679" y="191091"/>
                  </a:lnTo>
                  <a:lnTo>
                    <a:pt x="155261" y="187281"/>
                  </a:lnTo>
                  <a:lnTo>
                    <a:pt x="139141" y="182725"/>
                  </a:lnTo>
                  <a:lnTo>
                    <a:pt x="123347" y="177436"/>
                  </a:lnTo>
                  <a:lnTo>
                    <a:pt x="107905" y="171427"/>
                  </a:lnTo>
                  <a:lnTo>
                    <a:pt x="92840" y="164712"/>
                  </a:lnTo>
                  <a:lnTo>
                    <a:pt x="78178" y="157308"/>
                  </a:lnTo>
                  <a:lnTo>
                    <a:pt x="63943" y="149228"/>
                  </a:lnTo>
                  <a:lnTo>
                    <a:pt x="50159" y="140491"/>
                  </a:lnTo>
                  <a:lnTo>
                    <a:pt x="36850" y="131114"/>
                  </a:lnTo>
                  <a:lnTo>
                    <a:pt x="24039" y="121115"/>
                  </a:lnTo>
                  <a:lnTo>
                    <a:pt x="11748" y="110512"/>
                  </a:lnTo>
                  <a:lnTo>
                    <a:pt x="0" y="99327"/>
                  </a:lnTo>
                  <a:lnTo>
                    <a:pt x="0" y="99327"/>
                  </a:lnTo>
                  <a:lnTo>
                    <a:pt x="0" y="99327"/>
                  </a:lnTo>
                  <a:lnTo>
                    <a:pt x="0" y="99327"/>
                  </a:lnTo>
                  <a:lnTo>
                    <a:pt x="0" y="99327"/>
                  </a:lnTo>
                </a:path>
              </a:pathLst>
            </a:custGeom>
            <a:ln w="24933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3559816" y="5984568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3559816" y="5984568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4078924" y="5984568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3559816" y="5984568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3559816" y="5984568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3559816" y="5984568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559816" y="5984568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3559816" y="5984568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l617"/>
            <p:cNvSpPr/>
            <p:nvPr/>
          </p:nvSpPr>
          <p:spPr>
            <a:xfrm>
              <a:off x="3591417" y="5497061"/>
              <a:ext cx="0" cy="519108"/>
            </a:xfrm>
            <a:custGeom>
              <a:avLst/>
              <a:pathLst>
                <a:path w="0" h="519108">
                  <a:moveTo>
                    <a:pt x="0" y="519108"/>
                  </a:moveTo>
                  <a:lnTo>
                    <a:pt x="0" y="501207"/>
                  </a:lnTo>
                  <a:lnTo>
                    <a:pt x="0" y="483307"/>
                  </a:lnTo>
                  <a:lnTo>
                    <a:pt x="0" y="465407"/>
                  </a:lnTo>
                  <a:lnTo>
                    <a:pt x="0" y="447507"/>
                  </a:lnTo>
                  <a:lnTo>
                    <a:pt x="0" y="429606"/>
                  </a:lnTo>
                  <a:lnTo>
                    <a:pt x="0" y="411706"/>
                  </a:lnTo>
                  <a:lnTo>
                    <a:pt x="0" y="393806"/>
                  </a:lnTo>
                  <a:lnTo>
                    <a:pt x="0" y="375905"/>
                  </a:lnTo>
                  <a:lnTo>
                    <a:pt x="0" y="358005"/>
                  </a:lnTo>
                  <a:lnTo>
                    <a:pt x="0" y="340105"/>
                  </a:lnTo>
                  <a:lnTo>
                    <a:pt x="0" y="322205"/>
                  </a:lnTo>
                  <a:lnTo>
                    <a:pt x="0" y="304304"/>
                  </a:lnTo>
                  <a:lnTo>
                    <a:pt x="0" y="286404"/>
                  </a:lnTo>
                  <a:lnTo>
                    <a:pt x="0" y="268504"/>
                  </a:lnTo>
                  <a:lnTo>
                    <a:pt x="0" y="250603"/>
                  </a:lnTo>
                  <a:lnTo>
                    <a:pt x="0" y="232703"/>
                  </a:lnTo>
                  <a:lnTo>
                    <a:pt x="0" y="214803"/>
                  </a:lnTo>
                  <a:lnTo>
                    <a:pt x="0" y="196903"/>
                  </a:lnTo>
                  <a:lnTo>
                    <a:pt x="0" y="179002"/>
                  </a:lnTo>
                  <a:lnTo>
                    <a:pt x="0" y="161102"/>
                  </a:lnTo>
                  <a:lnTo>
                    <a:pt x="0" y="143202"/>
                  </a:lnTo>
                  <a:lnTo>
                    <a:pt x="0" y="125301"/>
                  </a:lnTo>
                  <a:lnTo>
                    <a:pt x="0" y="107401"/>
                  </a:lnTo>
                  <a:lnTo>
                    <a:pt x="0" y="89501"/>
                  </a:lnTo>
                  <a:lnTo>
                    <a:pt x="0" y="71601"/>
                  </a:lnTo>
                  <a:lnTo>
                    <a:pt x="0" y="53700"/>
                  </a:lnTo>
                  <a:lnTo>
                    <a:pt x="0" y="35800"/>
                  </a:lnTo>
                  <a:lnTo>
                    <a:pt x="0" y="1790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3591417" y="5649104"/>
              <a:ext cx="367064" cy="367064"/>
            </a:xfrm>
            <a:custGeom>
              <a:avLst/>
              <a:pathLst>
                <a:path w="367064" h="367064">
                  <a:moveTo>
                    <a:pt x="0" y="367064"/>
                  </a:moveTo>
                  <a:lnTo>
                    <a:pt x="12657" y="354407"/>
                  </a:lnTo>
                  <a:lnTo>
                    <a:pt x="25314" y="341750"/>
                  </a:lnTo>
                  <a:lnTo>
                    <a:pt x="37972" y="329092"/>
                  </a:lnTo>
                  <a:lnTo>
                    <a:pt x="50629" y="316435"/>
                  </a:lnTo>
                  <a:lnTo>
                    <a:pt x="63287" y="303777"/>
                  </a:lnTo>
                  <a:lnTo>
                    <a:pt x="75944" y="291120"/>
                  </a:lnTo>
                  <a:lnTo>
                    <a:pt x="88601" y="278463"/>
                  </a:lnTo>
                  <a:lnTo>
                    <a:pt x="101259" y="265805"/>
                  </a:lnTo>
                  <a:lnTo>
                    <a:pt x="113916" y="253148"/>
                  </a:lnTo>
                  <a:lnTo>
                    <a:pt x="126574" y="240490"/>
                  </a:lnTo>
                  <a:lnTo>
                    <a:pt x="139231" y="227833"/>
                  </a:lnTo>
                  <a:lnTo>
                    <a:pt x="151888" y="215175"/>
                  </a:lnTo>
                  <a:lnTo>
                    <a:pt x="164546" y="202518"/>
                  </a:lnTo>
                  <a:lnTo>
                    <a:pt x="177203" y="189861"/>
                  </a:lnTo>
                  <a:lnTo>
                    <a:pt x="189861" y="177203"/>
                  </a:lnTo>
                  <a:lnTo>
                    <a:pt x="202518" y="164546"/>
                  </a:lnTo>
                  <a:lnTo>
                    <a:pt x="215175" y="151888"/>
                  </a:lnTo>
                  <a:lnTo>
                    <a:pt x="227833" y="139231"/>
                  </a:lnTo>
                  <a:lnTo>
                    <a:pt x="240490" y="126574"/>
                  </a:lnTo>
                  <a:lnTo>
                    <a:pt x="253148" y="113916"/>
                  </a:lnTo>
                  <a:lnTo>
                    <a:pt x="265805" y="101259"/>
                  </a:lnTo>
                  <a:lnTo>
                    <a:pt x="278463" y="88601"/>
                  </a:lnTo>
                  <a:lnTo>
                    <a:pt x="291120" y="75944"/>
                  </a:lnTo>
                  <a:lnTo>
                    <a:pt x="303777" y="63287"/>
                  </a:lnTo>
                  <a:lnTo>
                    <a:pt x="316435" y="50629"/>
                  </a:lnTo>
                  <a:lnTo>
                    <a:pt x="329092" y="37972"/>
                  </a:lnTo>
                  <a:lnTo>
                    <a:pt x="341750" y="25314"/>
                  </a:lnTo>
                  <a:lnTo>
                    <a:pt x="354407" y="12657"/>
                  </a:lnTo>
                  <a:lnTo>
                    <a:pt x="367064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3591417" y="6016169"/>
              <a:ext cx="519108" cy="0"/>
            </a:xfrm>
            <a:custGeom>
              <a:avLst/>
              <a:pathLst>
                <a:path w="519108" h="0">
                  <a:moveTo>
                    <a:pt x="0" y="0"/>
                  </a:moveTo>
                  <a:lnTo>
                    <a:pt x="17900" y="0"/>
                  </a:lnTo>
                  <a:lnTo>
                    <a:pt x="35800" y="0"/>
                  </a:lnTo>
                  <a:lnTo>
                    <a:pt x="53700" y="0"/>
                  </a:lnTo>
                  <a:lnTo>
                    <a:pt x="71601" y="0"/>
                  </a:lnTo>
                  <a:lnTo>
                    <a:pt x="89501" y="0"/>
                  </a:lnTo>
                  <a:lnTo>
                    <a:pt x="107401" y="0"/>
                  </a:lnTo>
                  <a:lnTo>
                    <a:pt x="125301" y="0"/>
                  </a:lnTo>
                  <a:lnTo>
                    <a:pt x="143202" y="0"/>
                  </a:lnTo>
                  <a:lnTo>
                    <a:pt x="161102" y="0"/>
                  </a:lnTo>
                  <a:lnTo>
                    <a:pt x="179002" y="0"/>
                  </a:lnTo>
                  <a:lnTo>
                    <a:pt x="196903" y="0"/>
                  </a:lnTo>
                  <a:lnTo>
                    <a:pt x="214803" y="0"/>
                  </a:lnTo>
                  <a:lnTo>
                    <a:pt x="232703" y="0"/>
                  </a:lnTo>
                  <a:lnTo>
                    <a:pt x="250603" y="0"/>
                  </a:lnTo>
                  <a:lnTo>
                    <a:pt x="268504" y="0"/>
                  </a:lnTo>
                  <a:lnTo>
                    <a:pt x="286404" y="0"/>
                  </a:lnTo>
                  <a:lnTo>
                    <a:pt x="304304" y="0"/>
                  </a:lnTo>
                  <a:lnTo>
                    <a:pt x="322205" y="0"/>
                  </a:lnTo>
                  <a:lnTo>
                    <a:pt x="340105" y="0"/>
                  </a:lnTo>
                  <a:lnTo>
                    <a:pt x="358005" y="0"/>
                  </a:lnTo>
                  <a:lnTo>
                    <a:pt x="375905" y="0"/>
                  </a:lnTo>
                  <a:lnTo>
                    <a:pt x="393806" y="0"/>
                  </a:lnTo>
                  <a:lnTo>
                    <a:pt x="411706" y="0"/>
                  </a:lnTo>
                  <a:lnTo>
                    <a:pt x="429606" y="0"/>
                  </a:lnTo>
                  <a:lnTo>
                    <a:pt x="447507" y="0"/>
                  </a:lnTo>
                  <a:lnTo>
                    <a:pt x="465407" y="0"/>
                  </a:lnTo>
                  <a:lnTo>
                    <a:pt x="483307" y="0"/>
                  </a:lnTo>
                  <a:lnTo>
                    <a:pt x="501207" y="0"/>
                  </a:lnTo>
                  <a:lnTo>
                    <a:pt x="519108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20"/>
            <p:cNvSpPr/>
            <p:nvPr/>
          </p:nvSpPr>
          <p:spPr>
            <a:xfrm>
              <a:off x="3591417" y="6016169"/>
              <a:ext cx="367064" cy="367064"/>
            </a:xfrm>
            <a:custGeom>
              <a:avLst/>
              <a:pathLst>
                <a:path w="367064" h="367064">
                  <a:moveTo>
                    <a:pt x="0" y="0"/>
                  </a:moveTo>
                  <a:lnTo>
                    <a:pt x="12657" y="12657"/>
                  </a:lnTo>
                  <a:lnTo>
                    <a:pt x="25314" y="25314"/>
                  </a:lnTo>
                  <a:lnTo>
                    <a:pt x="37972" y="37972"/>
                  </a:lnTo>
                  <a:lnTo>
                    <a:pt x="50629" y="50629"/>
                  </a:lnTo>
                  <a:lnTo>
                    <a:pt x="63287" y="63287"/>
                  </a:lnTo>
                  <a:lnTo>
                    <a:pt x="75944" y="75944"/>
                  </a:lnTo>
                  <a:lnTo>
                    <a:pt x="88601" y="88601"/>
                  </a:lnTo>
                  <a:lnTo>
                    <a:pt x="101259" y="101259"/>
                  </a:lnTo>
                  <a:lnTo>
                    <a:pt x="113916" y="113916"/>
                  </a:lnTo>
                  <a:lnTo>
                    <a:pt x="126574" y="126574"/>
                  </a:lnTo>
                  <a:lnTo>
                    <a:pt x="139231" y="139231"/>
                  </a:lnTo>
                  <a:lnTo>
                    <a:pt x="151888" y="151888"/>
                  </a:lnTo>
                  <a:lnTo>
                    <a:pt x="164546" y="164546"/>
                  </a:lnTo>
                  <a:lnTo>
                    <a:pt x="177203" y="177203"/>
                  </a:lnTo>
                  <a:lnTo>
                    <a:pt x="189861" y="189861"/>
                  </a:lnTo>
                  <a:lnTo>
                    <a:pt x="202518" y="202518"/>
                  </a:lnTo>
                  <a:lnTo>
                    <a:pt x="215175" y="215175"/>
                  </a:lnTo>
                  <a:lnTo>
                    <a:pt x="227833" y="227833"/>
                  </a:lnTo>
                  <a:lnTo>
                    <a:pt x="240490" y="240490"/>
                  </a:lnTo>
                  <a:lnTo>
                    <a:pt x="253148" y="253148"/>
                  </a:lnTo>
                  <a:lnTo>
                    <a:pt x="265805" y="265805"/>
                  </a:lnTo>
                  <a:lnTo>
                    <a:pt x="278463" y="278463"/>
                  </a:lnTo>
                  <a:lnTo>
                    <a:pt x="291120" y="291120"/>
                  </a:lnTo>
                  <a:lnTo>
                    <a:pt x="303777" y="303777"/>
                  </a:lnTo>
                  <a:lnTo>
                    <a:pt x="316435" y="316435"/>
                  </a:lnTo>
                  <a:lnTo>
                    <a:pt x="329092" y="329092"/>
                  </a:lnTo>
                  <a:lnTo>
                    <a:pt x="341750" y="341750"/>
                  </a:lnTo>
                  <a:lnTo>
                    <a:pt x="354407" y="354407"/>
                  </a:lnTo>
                  <a:lnTo>
                    <a:pt x="367064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1"/>
            <p:cNvSpPr/>
            <p:nvPr/>
          </p:nvSpPr>
          <p:spPr>
            <a:xfrm>
              <a:off x="3591417" y="6016169"/>
              <a:ext cx="0" cy="519108"/>
            </a:xfrm>
            <a:custGeom>
              <a:avLst/>
              <a:pathLst>
                <a:path w="0" h="519108">
                  <a:moveTo>
                    <a:pt x="0" y="0"/>
                  </a:moveTo>
                  <a:lnTo>
                    <a:pt x="0" y="17900"/>
                  </a:lnTo>
                  <a:lnTo>
                    <a:pt x="0" y="35800"/>
                  </a:lnTo>
                  <a:lnTo>
                    <a:pt x="0" y="53700"/>
                  </a:lnTo>
                  <a:lnTo>
                    <a:pt x="0" y="71601"/>
                  </a:lnTo>
                  <a:lnTo>
                    <a:pt x="0" y="89501"/>
                  </a:lnTo>
                  <a:lnTo>
                    <a:pt x="0" y="107401"/>
                  </a:lnTo>
                  <a:lnTo>
                    <a:pt x="0" y="125301"/>
                  </a:lnTo>
                  <a:lnTo>
                    <a:pt x="0" y="143202"/>
                  </a:lnTo>
                  <a:lnTo>
                    <a:pt x="0" y="161102"/>
                  </a:lnTo>
                  <a:lnTo>
                    <a:pt x="0" y="179002"/>
                  </a:lnTo>
                  <a:lnTo>
                    <a:pt x="0" y="196903"/>
                  </a:lnTo>
                  <a:lnTo>
                    <a:pt x="0" y="214803"/>
                  </a:lnTo>
                  <a:lnTo>
                    <a:pt x="0" y="232703"/>
                  </a:lnTo>
                  <a:lnTo>
                    <a:pt x="0" y="250603"/>
                  </a:lnTo>
                  <a:lnTo>
                    <a:pt x="0" y="268504"/>
                  </a:lnTo>
                  <a:lnTo>
                    <a:pt x="0" y="286404"/>
                  </a:lnTo>
                  <a:lnTo>
                    <a:pt x="0" y="304304"/>
                  </a:lnTo>
                  <a:lnTo>
                    <a:pt x="0" y="322205"/>
                  </a:lnTo>
                  <a:lnTo>
                    <a:pt x="0" y="340105"/>
                  </a:lnTo>
                  <a:lnTo>
                    <a:pt x="0" y="358005"/>
                  </a:lnTo>
                  <a:lnTo>
                    <a:pt x="0" y="375905"/>
                  </a:lnTo>
                  <a:lnTo>
                    <a:pt x="0" y="393806"/>
                  </a:lnTo>
                  <a:lnTo>
                    <a:pt x="0" y="411706"/>
                  </a:lnTo>
                  <a:lnTo>
                    <a:pt x="0" y="429606"/>
                  </a:lnTo>
                  <a:lnTo>
                    <a:pt x="0" y="447507"/>
                  </a:lnTo>
                  <a:lnTo>
                    <a:pt x="0" y="465407"/>
                  </a:lnTo>
                  <a:lnTo>
                    <a:pt x="0" y="483307"/>
                  </a:lnTo>
                  <a:lnTo>
                    <a:pt x="0" y="501207"/>
                  </a:lnTo>
                  <a:lnTo>
                    <a:pt x="0" y="519108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2"/>
            <p:cNvSpPr/>
            <p:nvPr/>
          </p:nvSpPr>
          <p:spPr>
            <a:xfrm>
              <a:off x="3224353" y="6016169"/>
              <a:ext cx="367064" cy="367064"/>
            </a:xfrm>
            <a:custGeom>
              <a:avLst/>
              <a:pathLst>
                <a:path w="367064" h="367064">
                  <a:moveTo>
                    <a:pt x="367064" y="0"/>
                  </a:moveTo>
                  <a:lnTo>
                    <a:pt x="354407" y="12657"/>
                  </a:lnTo>
                  <a:lnTo>
                    <a:pt x="341750" y="25314"/>
                  </a:lnTo>
                  <a:lnTo>
                    <a:pt x="329092" y="37972"/>
                  </a:lnTo>
                  <a:lnTo>
                    <a:pt x="316435" y="50629"/>
                  </a:lnTo>
                  <a:lnTo>
                    <a:pt x="303777" y="63287"/>
                  </a:lnTo>
                  <a:lnTo>
                    <a:pt x="291120" y="75944"/>
                  </a:lnTo>
                  <a:lnTo>
                    <a:pt x="278463" y="88601"/>
                  </a:lnTo>
                  <a:lnTo>
                    <a:pt x="265805" y="101259"/>
                  </a:lnTo>
                  <a:lnTo>
                    <a:pt x="253148" y="113916"/>
                  </a:lnTo>
                  <a:lnTo>
                    <a:pt x="240490" y="126574"/>
                  </a:lnTo>
                  <a:lnTo>
                    <a:pt x="227833" y="139231"/>
                  </a:lnTo>
                  <a:lnTo>
                    <a:pt x="215175" y="151888"/>
                  </a:lnTo>
                  <a:lnTo>
                    <a:pt x="202518" y="164546"/>
                  </a:lnTo>
                  <a:lnTo>
                    <a:pt x="189861" y="177203"/>
                  </a:lnTo>
                  <a:lnTo>
                    <a:pt x="177203" y="189861"/>
                  </a:lnTo>
                  <a:lnTo>
                    <a:pt x="164546" y="202518"/>
                  </a:lnTo>
                  <a:lnTo>
                    <a:pt x="151888" y="215175"/>
                  </a:lnTo>
                  <a:lnTo>
                    <a:pt x="139231" y="227833"/>
                  </a:lnTo>
                  <a:lnTo>
                    <a:pt x="126574" y="240490"/>
                  </a:lnTo>
                  <a:lnTo>
                    <a:pt x="113916" y="253148"/>
                  </a:lnTo>
                  <a:lnTo>
                    <a:pt x="101259" y="265805"/>
                  </a:lnTo>
                  <a:lnTo>
                    <a:pt x="88601" y="278463"/>
                  </a:lnTo>
                  <a:lnTo>
                    <a:pt x="75944" y="291120"/>
                  </a:lnTo>
                  <a:lnTo>
                    <a:pt x="63287" y="303777"/>
                  </a:lnTo>
                  <a:lnTo>
                    <a:pt x="50629" y="316435"/>
                  </a:lnTo>
                  <a:lnTo>
                    <a:pt x="37972" y="329092"/>
                  </a:lnTo>
                  <a:lnTo>
                    <a:pt x="25314" y="341750"/>
                  </a:lnTo>
                  <a:lnTo>
                    <a:pt x="12657" y="354407"/>
                  </a:lnTo>
                  <a:lnTo>
                    <a:pt x="0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3"/>
            <p:cNvSpPr/>
            <p:nvPr/>
          </p:nvSpPr>
          <p:spPr>
            <a:xfrm>
              <a:off x="3072309" y="6016169"/>
              <a:ext cx="519108" cy="0"/>
            </a:xfrm>
            <a:custGeom>
              <a:avLst/>
              <a:pathLst>
                <a:path w="519108" h="0">
                  <a:moveTo>
                    <a:pt x="519108" y="0"/>
                  </a:moveTo>
                  <a:lnTo>
                    <a:pt x="501207" y="0"/>
                  </a:lnTo>
                  <a:lnTo>
                    <a:pt x="483307" y="0"/>
                  </a:lnTo>
                  <a:lnTo>
                    <a:pt x="465407" y="0"/>
                  </a:lnTo>
                  <a:lnTo>
                    <a:pt x="447507" y="0"/>
                  </a:lnTo>
                  <a:lnTo>
                    <a:pt x="429606" y="0"/>
                  </a:lnTo>
                  <a:lnTo>
                    <a:pt x="411706" y="0"/>
                  </a:lnTo>
                  <a:lnTo>
                    <a:pt x="393806" y="0"/>
                  </a:lnTo>
                  <a:lnTo>
                    <a:pt x="375905" y="0"/>
                  </a:lnTo>
                  <a:lnTo>
                    <a:pt x="358005" y="0"/>
                  </a:lnTo>
                  <a:lnTo>
                    <a:pt x="340105" y="0"/>
                  </a:lnTo>
                  <a:lnTo>
                    <a:pt x="322205" y="0"/>
                  </a:lnTo>
                  <a:lnTo>
                    <a:pt x="304304" y="0"/>
                  </a:lnTo>
                  <a:lnTo>
                    <a:pt x="286404" y="0"/>
                  </a:lnTo>
                  <a:lnTo>
                    <a:pt x="268504" y="0"/>
                  </a:lnTo>
                  <a:lnTo>
                    <a:pt x="250603" y="0"/>
                  </a:lnTo>
                  <a:lnTo>
                    <a:pt x="232703" y="0"/>
                  </a:lnTo>
                  <a:lnTo>
                    <a:pt x="214803" y="0"/>
                  </a:lnTo>
                  <a:lnTo>
                    <a:pt x="196903" y="0"/>
                  </a:lnTo>
                  <a:lnTo>
                    <a:pt x="179002" y="0"/>
                  </a:lnTo>
                  <a:lnTo>
                    <a:pt x="161102" y="0"/>
                  </a:lnTo>
                  <a:lnTo>
                    <a:pt x="143202" y="0"/>
                  </a:lnTo>
                  <a:lnTo>
                    <a:pt x="125301" y="0"/>
                  </a:lnTo>
                  <a:lnTo>
                    <a:pt x="107401" y="0"/>
                  </a:lnTo>
                  <a:lnTo>
                    <a:pt x="89501" y="0"/>
                  </a:lnTo>
                  <a:lnTo>
                    <a:pt x="71601" y="0"/>
                  </a:lnTo>
                  <a:lnTo>
                    <a:pt x="53700" y="0"/>
                  </a:lnTo>
                  <a:lnTo>
                    <a:pt x="35800" y="0"/>
                  </a:lnTo>
                  <a:lnTo>
                    <a:pt x="17900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l624"/>
            <p:cNvSpPr/>
            <p:nvPr/>
          </p:nvSpPr>
          <p:spPr>
            <a:xfrm>
              <a:off x="3224353" y="5649104"/>
              <a:ext cx="367064" cy="367064"/>
            </a:xfrm>
            <a:custGeom>
              <a:avLst/>
              <a:pathLst>
                <a:path w="367064" h="367064">
                  <a:moveTo>
                    <a:pt x="367064" y="367064"/>
                  </a:moveTo>
                  <a:lnTo>
                    <a:pt x="354407" y="354407"/>
                  </a:lnTo>
                  <a:lnTo>
                    <a:pt x="341750" y="341750"/>
                  </a:lnTo>
                  <a:lnTo>
                    <a:pt x="329092" y="329092"/>
                  </a:lnTo>
                  <a:lnTo>
                    <a:pt x="316435" y="316435"/>
                  </a:lnTo>
                  <a:lnTo>
                    <a:pt x="303777" y="303777"/>
                  </a:lnTo>
                  <a:lnTo>
                    <a:pt x="291120" y="291120"/>
                  </a:lnTo>
                  <a:lnTo>
                    <a:pt x="278463" y="278463"/>
                  </a:lnTo>
                  <a:lnTo>
                    <a:pt x="265805" y="265805"/>
                  </a:lnTo>
                  <a:lnTo>
                    <a:pt x="253148" y="253148"/>
                  </a:lnTo>
                  <a:lnTo>
                    <a:pt x="240490" y="240490"/>
                  </a:lnTo>
                  <a:lnTo>
                    <a:pt x="227833" y="227833"/>
                  </a:lnTo>
                  <a:lnTo>
                    <a:pt x="215175" y="215175"/>
                  </a:lnTo>
                  <a:lnTo>
                    <a:pt x="202518" y="202518"/>
                  </a:lnTo>
                  <a:lnTo>
                    <a:pt x="189861" y="189861"/>
                  </a:lnTo>
                  <a:lnTo>
                    <a:pt x="177203" y="177203"/>
                  </a:lnTo>
                  <a:lnTo>
                    <a:pt x="164546" y="164546"/>
                  </a:lnTo>
                  <a:lnTo>
                    <a:pt x="151888" y="151888"/>
                  </a:lnTo>
                  <a:lnTo>
                    <a:pt x="139231" y="139231"/>
                  </a:lnTo>
                  <a:lnTo>
                    <a:pt x="126574" y="126574"/>
                  </a:lnTo>
                  <a:lnTo>
                    <a:pt x="113916" y="113916"/>
                  </a:lnTo>
                  <a:lnTo>
                    <a:pt x="101259" y="101259"/>
                  </a:lnTo>
                  <a:lnTo>
                    <a:pt x="88601" y="88601"/>
                  </a:lnTo>
                  <a:lnTo>
                    <a:pt x="75944" y="75944"/>
                  </a:lnTo>
                  <a:lnTo>
                    <a:pt x="63287" y="63287"/>
                  </a:lnTo>
                  <a:lnTo>
                    <a:pt x="50629" y="50629"/>
                  </a:lnTo>
                  <a:lnTo>
                    <a:pt x="37972" y="37972"/>
                  </a:lnTo>
                  <a:lnTo>
                    <a:pt x="25314" y="25314"/>
                  </a:lnTo>
                  <a:lnTo>
                    <a:pt x="12657" y="1265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tx625"/>
            <p:cNvSpPr/>
            <p:nvPr/>
          </p:nvSpPr>
          <p:spPr>
            <a:xfrm>
              <a:off x="3459378" y="539349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626" name="tx626"/>
            <p:cNvSpPr/>
            <p:nvPr/>
          </p:nvSpPr>
          <p:spPr>
            <a:xfrm>
              <a:off x="3770233" y="556454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627" name="tx627"/>
            <p:cNvSpPr/>
            <p:nvPr/>
          </p:nvSpPr>
          <p:spPr>
            <a:xfrm>
              <a:off x="4067332" y="5977490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628" name="tx628"/>
            <p:cNvSpPr/>
            <p:nvPr/>
          </p:nvSpPr>
          <p:spPr>
            <a:xfrm>
              <a:off x="3761135" y="639043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629" name="tx629"/>
            <p:cNvSpPr/>
            <p:nvPr/>
          </p:nvSpPr>
          <p:spPr>
            <a:xfrm>
              <a:off x="3450280" y="656148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630" name="tx630"/>
            <p:cNvSpPr/>
            <p:nvPr/>
          </p:nvSpPr>
          <p:spPr>
            <a:xfrm>
              <a:off x="2926278" y="639043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631" name="tx631"/>
            <p:cNvSpPr/>
            <p:nvPr/>
          </p:nvSpPr>
          <p:spPr>
            <a:xfrm>
              <a:off x="2885348" y="5977490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632" name="tx632"/>
            <p:cNvSpPr/>
            <p:nvPr/>
          </p:nvSpPr>
          <p:spPr>
            <a:xfrm>
              <a:off x="2935376" y="556454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633" name="tx633"/>
            <p:cNvSpPr/>
            <p:nvPr/>
          </p:nvSpPr>
          <p:spPr>
            <a:xfrm>
              <a:off x="2701960" y="5724794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634" name="tx634"/>
            <p:cNvSpPr/>
            <p:nvPr/>
          </p:nvSpPr>
          <p:spPr>
            <a:xfrm>
              <a:off x="2652491" y="5465240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635" name="rc635"/>
            <p:cNvSpPr/>
            <p:nvPr/>
          </p:nvSpPr>
          <p:spPr>
            <a:xfrm>
              <a:off x="4571999" y="5108705"/>
              <a:ext cx="2251205" cy="22062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36" name="rc636"/>
            <p:cNvSpPr/>
            <p:nvPr/>
          </p:nvSpPr>
          <p:spPr>
            <a:xfrm>
              <a:off x="4571999" y="5329326"/>
              <a:ext cx="2251205" cy="14590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" name="rc637"/>
            <p:cNvSpPr/>
            <p:nvPr/>
          </p:nvSpPr>
          <p:spPr>
            <a:xfrm>
              <a:off x="4899999" y="5108705"/>
              <a:ext cx="1885248" cy="22062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8" name="tx638"/>
            <p:cNvSpPr/>
            <p:nvPr/>
          </p:nvSpPr>
          <p:spPr>
            <a:xfrm>
              <a:off x="5301893" y="5138453"/>
              <a:ext cx="1081460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Caprimulgiformes</a:t>
              </a:r>
            </a:p>
          </p:txBody>
        </p:sp>
        <p:sp>
          <p:nvSpPr>
            <p:cNvPr id="639" name="tx639"/>
            <p:cNvSpPr/>
            <p:nvPr/>
          </p:nvSpPr>
          <p:spPr>
            <a:xfrm>
              <a:off x="5265637" y="5235228"/>
              <a:ext cx="11539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3, species = 3</a:t>
              </a:r>
            </a:p>
          </p:txBody>
        </p:sp>
        <p:sp>
          <p:nvSpPr>
            <p:cNvPr id="640" name="rc640"/>
            <p:cNvSpPr/>
            <p:nvPr/>
          </p:nvSpPr>
          <p:spPr>
            <a:xfrm>
              <a:off x="5193738" y="5367284"/>
              <a:ext cx="1297770" cy="1297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" name="pl641"/>
            <p:cNvSpPr/>
            <p:nvPr/>
          </p:nvSpPr>
          <p:spPr>
            <a:xfrm>
              <a:off x="5842623" y="5432172"/>
              <a:ext cx="0" cy="583996"/>
            </a:xfrm>
            <a:custGeom>
              <a:avLst/>
              <a:pathLst>
                <a:path w="0" h="583996">
                  <a:moveTo>
                    <a:pt x="0" y="583996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42" name="pl642"/>
            <p:cNvSpPr/>
            <p:nvPr/>
          </p:nvSpPr>
          <p:spPr>
            <a:xfrm>
              <a:off x="5842623" y="5603221"/>
              <a:ext cx="412948" cy="412948"/>
            </a:xfrm>
            <a:custGeom>
              <a:avLst/>
              <a:pathLst>
                <a:path w="412948" h="412948">
                  <a:moveTo>
                    <a:pt x="0" y="412948"/>
                  </a:moveTo>
                  <a:lnTo>
                    <a:pt x="41294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43" name="pl643"/>
            <p:cNvSpPr/>
            <p:nvPr/>
          </p:nvSpPr>
          <p:spPr>
            <a:xfrm>
              <a:off x="5842623" y="6016169"/>
              <a:ext cx="583996" cy="0"/>
            </a:xfrm>
            <a:custGeom>
              <a:avLst/>
              <a:pathLst>
                <a:path w="583996" h="0">
                  <a:moveTo>
                    <a:pt x="0" y="0"/>
                  </a:moveTo>
                  <a:lnTo>
                    <a:pt x="583996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44" name="pl644"/>
            <p:cNvSpPr/>
            <p:nvPr/>
          </p:nvSpPr>
          <p:spPr>
            <a:xfrm>
              <a:off x="5842623" y="6016169"/>
              <a:ext cx="412948" cy="412948"/>
            </a:xfrm>
            <a:custGeom>
              <a:avLst/>
              <a:pathLst>
                <a:path w="412948" h="412948">
                  <a:moveTo>
                    <a:pt x="0" y="0"/>
                  </a:moveTo>
                  <a:lnTo>
                    <a:pt x="412948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45" name="pl645"/>
            <p:cNvSpPr/>
            <p:nvPr/>
          </p:nvSpPr>
          <p:spPr>
            <a:xfrm>
              <a:off x="5842623" y="6016169"/>
              <a:ext cx="0" cy="583996"/>
            </a:xfrm>
            <a:custGeom>
              <a:avLst/>
              <a:pathLst>
                <a:path w="0" h="583996">
                  <a:moveTo>
                    <a:pt x="0" y="0"/>
                  </a:moveTo>
                  <a:lnTo>
                    <a:pt x="0" y="583996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46" name="pl646"/>
            <p:cNvSpPr/>
            <p:nvPr/>
          </p:nvSpPr>
          <p:spPr>
            <a:xfrm>
              <a:off x="5429675" y="6016169"/>
              <a:ext cx="412948" cy="412948"/>
            </a:xfrm>
            <a:custGeom>
              <a:avLst/>
              <a:pathLst>
                <a:path w="412948" h="412948">
                  <a:moveTo>
                    <a:pt x="412948" y="0"/>
                  </a:moveTo>
                  <a:lnTo>
                    <a:pt x="0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5258626" y="6016169"/>
              <a:ext cx="583996" cy="0"/>
            </a:xfrm>
            <a:custGeom>
              <a:avLst/>
              <a:pathLst>
                <a:path w="583996" h="0">
                  <a:moveTo>
                    <a:pt x="583996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48" name="pl648"/>
            <p:cNvSpPr/>
            <p:nvPr/>
          </p:nvSpPr>
          <p:spPr>
            <a:xfrm>
              <a:off x="5429675" y="5603221"/>
              <a:ext cx="412948" cy="412948"/>
            </a:xfrm>
            <a:custGeom>
              <a:avLst/>
              <a:pathLst>
                <a:path w="412948" h="412948">
                  <a:moveTo>
                    <a:pt x="412948" y="41294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49" name="pl649"/>
            <p:cNvSpPr/>
            <p:nvPr/>
          </p:nvSpPr>
          <p:spPr>
            <a:xfrm>
              <a:off x="5583102" y="5756615"/>
              <a:ext cx="519042" cy="518977"/>
            </a:xfrm>
            <a:custGeom>
              <a:avLst/>
              <a:pathLst>
                <a:path w="519042" h="518977">
                  <a:moveTo>
                    <a:pt x="259521" y="0"/>
                  </a:moveTo>
                  <a:lnTo>
                    <a:pt x="275983" y="522"/>
                  </a:lnTo>
                  <a:lnTo>
                    <a:pt x="292379" y="2088"/>
                  </a:lnTo>
                  <a:lnTo>
                    <a:pt x="308642" y="4690"/>
                  </a:lnTo>
                  <a:lnTo>
                    <a:pt x="324707" y="8319"/>
                  </a:lnTo>
                  <a:lnTo>
                    <a:pt x="340510" y="12959"/>
                  </a:lnTo>
                  <a:lnTo>
                    <a:pt x="355987" y="18592"/>
                  </a:lnTo>
                  <a:lnTo>
                    <a:pt x="371076" y="25195"/>
                  </a:lnTo>
                  <a:lnTo>
                    <a:pt x="385715" y="32742"/>
                  </a:lnTo>
                  <a:lnTo>
                    <a:pt x="399846" y="41203"/>
                  </a:lnTo>
                  <a:lnTo>
                    <a:pt x="413413" y="50542"/>
                  </a:lnTo>
                  <a:lnTo>
                    <a:pt x="426359" y="60724"/>
                  </a:lnTo>
                  <a:lnTo>
                    <a:pt x="438634" y="71705"/>
                  </a:lnTo>
                  <a:lnTo>
                    <a:pt x="450187" y="83444"/>
                  </a:lnTo>
                  <a:lnTo>
                    <a:pt x="460973" y="95891"/>
                  </a:lnTo>
                  <a:lnTo>
                    <a:pt x="470947" y="108997"/>
                  </a:lnTo>
                  <a:lnTo>
                    <a:pt x="480071" y="122710"/>
                  </a:lnTo>
                  <a:lnTo>
                    <a:pt x="488306" y="136974"/>
                  </a:lnTo>
                  <a:lnTo>
                    <a:pt x="495620" y="151731"/>
                  </a:lnTo>
                  <a:lnTo>
                    <a:pt x="501983" y="166922"/>
                  </a:lnTo>
                  <a:lnTo>
                    <a:pt x="507370" y="182487"/>
                  </a:lnTo>
                  <a:lnTo>
                    <a:pt x="511759" y="198361"/>
                  </a:lnTo>
                  <a:lnTo>
                    <a:pt x="515132" y="214483"/>
                  </a:lnTo>
                  <a:lnTo>
                    <a:pt x="517476" y="230785"/>
                  </a:lnTo>
                  <a:lnTo>
                    <a:pt x="518781" y="247204"/>
                  </a:lnTo>
                  <a:lnTo>
                    <a:pt x="519042" y="263672"/>
                  </a:lnTo>
                  <a:lnTo>
                    <a:pt x="518259" y="280123"/>
                  </a:lnTo>
                  <a:lnTo>
                    <a:pt x="516433" y="296492"/>
                  </a:lnTo>
                  <a:lnTo>
                    <a:pt x="513573" y="312712"/>
                  </a:lnTo>
                  <a:lnTo>
                    <a:pt x="509690" y="328718"/>
                  </a:lnTo>
                  <a:lnTo>
                    <a:pt x="504800" y="344445"/>
                  </a:lnTo>
                  <a:lnTo>
                    <a:pt x="498922" y="359831"/>
                  </a:lnTo>
                  <a:lnTo>
                    <a:pt x="492080" y="374813"/>
                  </a:lnTo>
                  <a:lnTo>
                    <a:pt x="484301" y="389331"/>
                  </a:lnTo>
                  <a:lnTo>
                    <a:pt x="475618" y="403326"/>
                  </a:lnTo>
                  <a:lnTo>
                    <a:pt x="466064" y="416742"/>
                  </a:lnTo>
                  <a:lnTo>
                    <a:pt x="455679" y="429525"/>
                  </a:lnTo>
                  <a:lnTo>
                    <a:pt x="444504" y="441624"/>
                  </a:lnTo>
                  <a:lnTo>
                    <a:pt x="432584" y="452990"/>
                  </a:lnTo>
                  <a:lnTo>
                    <a:pt x="419967" y="463577"/>
                  </a:lnTo>
                  <a:lnTo>
                    <a:pt x="406704" y="473342"/>
                  </a:lnTo>
                  <a:lnTo>
                    <a:pt x="392848" y="482247"/>
                  </a:lnTo>
                  <a:lnTo>
                    <a:pt x="378455" y="490254"/>
                  </a:lnTo>
                  <a:lnTo>
                    <a:pt x="363584" y="497333"/>
                  </a:lnTo>
                  <a:lnTo>
                    <a:pt x="348294" y="503455"/>
                  </a:lnTo>
                  <a:lnTo>
                    <a:pt x="332646" y="508594"/>
                  </a:lnTo>
                  <a:lnTo>
                    <a:pt x="316703" y="512730"/>
                  </a:lnTo>
                  <a:lnTo>
                    <a:pt x="300531" y="515847"/>
                  </a:lnTo>
                  <a:lnTo>
                    <a:pt x="284193" y="517932"/>
                  </a:lnTo>
                  <a:lnTo>
                    <a:pt x="267756" y="518977"/>
                  </a:lnTo>
                  <a:lnTo>
                    <a:pt x="251286" y="518977"/>
                  </a:lnTo>
                  <a:lnTo>
                    <a:pt x="234849" y="517932"/>
                  </a:lnTo>
                  <a:lnTo>
                    <a:pt x="218511" y="515847"/>
                  </a:lnTo>
                  <a:lnTo>
                    <a:pt x="202338" y="512730"/>
                  </a:lnTo>
                  <a:lnTo>
                    <a:pt x="186396" y="508594"/>
                  </a:lnTo>
                  <a:lnTo>
                    <a:pt x="170748" y="503455"/>
                  </a:lnTo>
                  <a:lnTo>
                    <a:pt x="155458" y="497333"/>
                  </a:lnTo>
                  <a:lnTo>
                    <a:pt x="140586" y="490254"/>
                  </a:lnTo>
                  <a:lnTo>
                    <a:pt x="126194" y="482247"/>
                  </a:lnTo>
                  <a:lnTo>
                    <a:pt x="112338" y="473342"/>
                  </a:lnTo>
                  <a:lnTo>
                    <a:pt x="99075" y="463577"/>
                  </a:lnTo>
                  <a:lnTo>
                    <a:pt x="86458" y="452990"/>
                  </a:lnTo>
                  <a:lnTo>
                    <a:pt x="74538" y="441624"/>
                  </a:lnTo>
                  <a:lnTo>
                    <a:pt x="63363" y="429525"/>
                  </a:lnTo>
                  <a:lnTo>
                    <a:pt x="52978" y="416742"/>
                  </a:lnTo>
                  <a:lnTo>
                    <a:pt x="43424" y="403326"/>
                  </a:lnTo>
                  <a:lnTo>
                    <a:pt x="34740" y="389331"/>
                  </a:lnTo>
                  <a:lnTo>
                    <a:pt x="26962" y="374813"/>
                  </a:lnTo>
                  <a:lnTo>
                    <a:pt x="20120" y="359831"/>
                  </a:lnTo>
                  <a:lnTo>
                    <a:pt x="14242" y="344445"/>
                  </a:lnTo>
                  <a:lnTo>
                    <a:pt x="9352" y="328718"/>
                  </a:lnTo>
                  <a:lnTo>
                    <a:pt x="5469" y="312712"/>
                  </a:lnTo>
                  <a:lnTo>
                    <a:pt x="2609" y="296492"/>
                  </a:lnTo>
                  <a:lnTo>
                    <a:pt x="783" y="280123"/>
                  </a:lnTo>
                  <a:lnTo>
                    <a:pt x="0" y="263672"/>
                  </a:lnTo>
                  <a:lnTo>
                    <a:pt x="261" y="247204"/>
                  </a:lnTo>
                  <a:lnTo>
                    <a:pt x="1566" y="230785"/>
                  </a:lnTo>
                  <a:lnTo>
                    <a:pt x="3910" y="214483"/>
                  </a:lnTo>
                  <a:lnTo>
                    <a:pt x="7283" y="198361"/>
                  </a:lnTo>
                  <a:lnTo>
                    <a:pt x="11672" y="182487"/>
                  </a:lnTo>
                  <a:lnTo>
                    <a:pt x="17059" y="166922"/>
                  </a:lnTo>
                  <a:lnTo>
                    <a:pt x="23422" y="151731"/>
                  </a:lnTo>
                  <a:lnTo>
                    <a:pt x="30736" y="136974"/>
                  </a:lnTo>
                  <a:lnTo>
                    <a:pt x="38971" y="122710"/>
                  </a:lnTo>
                  <a:lnTo>
                    <a:pt x="48094" y="108997"/>
                  </a:lnTo>
                  <a:lnTo>
                    <a:pt x="58069" y="95891"/>
                  </a:lnTo>
                  <a:lnTo>
                    <a:pt x="68855" y="83444"/>
                  </a:lnTo>
                  <a:lnTo>
                    <a:pt x="80408" y="71705"/>
                  </a:lnTo>
                  <a:lnTo>
                    <a:pt x="92683" y="60724"/>
                  </a:lnTo>
                  <a:lnTo>
                    <a:pt x="105629" y="50542"/>
                  </a:lnTo>
                  <a:lnTo>
                    <a:pt x="119195" y="41203"/>
                  </a:lnTo>
                  <a:lnTo>
                    <a:pt x="133327" y="32742"/>
                  </a:lnTo>
                  <a:lnTo>
                    <a:pt x="147966" y="25195"/>
                  </a:lnTo>
                  <a:lnTo>
                    <a:pt x="163054" y="18592"/>
                  </a:lnTo>
                  <a:lnTo>
                    <a:pt x="178531" y="12959"/>
                  </a:lnTo>
                  <a:lnTo>
                    <a:pt x="194334" y="8319"/>
                  </a:lnTo>
                  <a:lnTo>
                    <a:pt x="210400" y="4690"/>
                  </a:lnTo>
                  <a:lnTo>
                    <a:pt x="226663" y="2088"/>
                  </a:lnTo>
                  <a:lnTo>
                    <a:pt x="243059" y="522"/>
                  </a:lnTo>
                  <a:lnTo>
                    <a:pt x="25952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50" name="pl650"/>
            <p:cNvSpPr/>
            <p:nvPr/>
          </p:nvSpPr>
          <p:spPr>
            <a:xfrm>
              <a:off x="5323580" y="5497061"/>
              <a:ext cx="1038085" cy="1037955"/>
            </a:xfrm>
            <a:custGeom>
              <a:avLst/>
              <a:pathLst>
                <a:path w="1038085" h="1037955">
                  <a:moveTo>
                    <a:pt x="519042" y="0"/>
                  </a:moveTo>
                  <a:lnTo>
                    <a:pt x="551966" y="1045"/>
                  </a:lnTo>
                  <a:lnTo>
                    <a:pt x="584758" y="4176"/>
                  </a:lnTo>
                  <a:lnTo>
                    <a:pt x="617284" y="9380"/>
                  </a:lnTo>
                  <a:lnTo>
                    <a:pt x="649415" y="16638"/>
                  </a:lnTo>
                  <a:lnTo>
                    <a:pt x="681021" y="25918"/>
                  </a:lnTo>
                  <a:lnTo>
                    <a:pt x="711975" y="37184"/>
                  </a:lnTo>
                  <a:lnTo>
                    <a:pt x="742152" y="50391"/>
                  </a:lnTo>
                  <a:lnTo>
                    <a:pt x="771431" y="65485"/>
                  </a:lnTo>
                  <a:lnTo>
                    <a:pt x="799693" y="82406"/>
                  </a:lnTo>
                  <a:lnTo>
                    <a:pt x="826826" y="101085"/>
                  </a:lnTo>
                  <a:lnTo>
                    <a:pt x="852719" y="121448"/>
                  </a:lnTo>
                  <a:lnTo>
                    <a:pt x="877268" y="143411"/>
                  </a:lnTo>
                  <a:lnTo>
                    <a:pt x="900375" y="166888"/>
                  </a:lnTo>
                  <a:lnTo>
                    <a:pt x="921946" y="191783"/>
                  </a:lnTo>
                  <a:lnTo>
                    <a:pt x="941895" y="217995"/>
                  </a:lnTo>
                  <a:lnTo>
                    <a:pt x="960142" y="245421"/>
                  </a:lnTo>
                  <a:lnTo>
                    <a:pt x="976612" y="273948"/>
                  </a:lnTo>
                  <a:lnTo>
                    <a:pt x="991240" y="303462"/>
                  </a:lnTo>
                  <a:lnTo>
                    <a:pt x="1003966" y="333845"/>
                  </a:lnTo>
                  <a:lnTo>
                    <a:pt x="1014740" y="364974"/>
                  </a:lnTo>
                  <a:lnTo>
                    <a:pt x="1023518" y="396723"/>
                  </a:lnTo>
                  <a:lnTo>
                    <a:pt x="1030264" y="428966"/>
                  </a:lnTo>
                  <a:lnTo>
                    <a:pt x="1034952" y="461571"/>
                  </a:lnTo>
                  <a:lnTo>
                    <a:pt x="1037563" y="494408"/>
                  </a:lnTo>
                  <a:lnTo>
                    <a:pt x="1038085" y="527344"/>
                  </a:lnTo>
                  <a:lnTo>
                    <a:pt x="1036518" y="560247"/>
                  </a:lnTo>
                  <a:lnTo>
                    <a:pt x="1032867" y="592984"/>
                  </a:lnTo>
                  <a:lnTo>
                    <a:pt x="1027147" y="625425"/>
                  </a:lnTo>
                  <a:lnTo>
                    <a:pt x="1019381" y="657436"/>
                  </a:lnTo>
                  <a:lnTo>
                    <a:pt x="1009600" y="688891"/>
                  </a:lnTo>
                  <a:lnTo>
                    <a:pt x="997844" y="719663"/>
                  </a:lnTo>
                  <a:lnTo>
                    <a:pt x="984160" y="749626"/>
                  </a:lnTo>
                  <a:lnTo>
                    <a:pt x="968603" y="778662"/>
                  </a:lnTo>
                  <a:lnTo>
                    <a:pt x="951236" y="806652"/>
                  </a:lnTo>
                  <a:lnTo>
                    <a:pt x="932129" y="833485"/>
                  </a:lnTo>
                  <a:lnTo>
                    <a:pt x="911358" y="859051"/>
                  </a:lnTo>
                  <a:lnTo>
                    <a:pt x="889008" y="883249"/>
                  </a:lnTo>
                  <a:lnTo>
                    <a:pt x="865168" y="905981"/>
                  </a:lnTo>
                  <a:lnTo>
                    <a:pt x="839934" y="927154"/>
                  </a:lnTo>
                  <a:lnTo>
                    <a:pt x="813408" y="946685"/>
                  </a:lnTo>
                  <a:lnTo>
                    <a:pt x="785696" y="964494"/>
                  </a:lnTo>
                  <a:lnTo>
                    <a:pt x="756911" y="980509"/>
                  </a:lnTo>
                  <a:lnTo>
                    <a:pt x="727169" y="994667"/>
                  </a:lnTo>
                  <a:lnTo>
                    <a:pt x="696588" y="1006910"/>
                  </a:lnTo>
                  <a:lnTo>
                    <a:pt x="665292" y="1017188"/>
                  </a:lnTo>
                  <a:lnTo>
                    <a:pt x="633407" y="1025461"/>
                  </a:lnTo>
                  <a:lnTo>
                    <a:pt x="601062" y="1031695"/>
                  </a:lnTo>
                  <a:lnTo>
                    <a:pt x="568387" y="1035865"/>
                  </a:lnTo>
                  <a:lnTo>
                    <a:pt x="535513" y="1037955"/>
                  </a:lnTo>
                  <a:lnTo>
                    <a:pt x="502572" y="1037955"/>
                  </a:lnTo>
                  <a:lnTo>
                    <a:pt x="469698" y="1035865"/>
                  </a:lnTo>
                  <a:lnTo>
                    <a:pt x="437023" y="1031695"/>
                  </a:lnTo>
                  <a:lnTo>
                    <a:pt x="404677" y="1025461"/>
                  </a:lnTo>
                  <a:lnTo>
                    <a:pt x="372793" y="1017188"/>
                  </a:lnTo>
                  <a:lnTo>
                    <a:pt x="341497" y="1006910"/>
                  </a:lnTo>
                  <a:lnTo>
                    <a:pt x="310916" y="994667"/>
                  </a:lnTo>
                  <a:lnTo>
                    <a:pt x="281173" y="980509"/>
                  </a:lnTo>
                  <a:lnTo>
                    <a:pt x="252388" y="964494"/>
                  </a:lnTo>
                  <a:lnTo>
                    <a:pt x="224677" y="946685"/>
                  </a:lnTo>
                  <a:lnTo>
                    <a:pt x="198151" y="927154"/>
                  </a:lnTo>
                  <a:lnTo>
                    <a:pt x="172917" y="905981"/>
                  </a:lnTo>
                  <a:lnTo>
                    <a:pt x="149077" y="883249"/>
                  </a:lnTo>
                  <a:lnTo>
                    <a:pt x="126727" y="859051"/>
                  </a:lnTo>
                  <a:lnTo>
                    <a:pt x="105956" y="833485"/>
                  </a:lnTo>
                  <a:lnTo>
                    <a:pt x="86849" y="806652"/>
                  </a:lnTo>
                  <a:lnTo>
                    <a:pt x="69481" y="778662"/>
                  </a:lnTo>
                  <a:lnTo>
                    <a:pt x="53925" y="749626"/>
                  </a:lnTo>
                  <a:lnTo>
                    <a:pt x="40241" y="719663"/>
                  </a:lnTo>
                  <a:lnTo>
                    <a:pt x="28485" y="688891"/>
                  </a:lnTo>
                  <a:lnTo>
                    <a:pt x="18704" y="657436"/>
                  </a:lnTo>
                  <a:lnTo>
                    <a:pt x="10938" y="625425"/>
                  </a:lnTo>
                  <a:lnTo>
                    <a:pt x="5218" y="592984"/>
                  </a:lnTo>
                  <a:lnTo>
                    <a:pt x="1567" y="560247"/>
                  </a:lnTo>
                  <a:lnTo>
                    <a:pt x="0" y="527344"/>
                  </a:lnTo>
                  <a:lnTo>
                    <a:pt x="522" y="494408"/>
                  </a:lnTo>
                  <a:lnTo>
                    <a:pt x="3133" y="461571"/>
                  </a:lnTo>
                  <a:lnTo>
                    <a:pt x="7821" y="428966"/>
                  </a:lnTo>
                  <a:lnTo>
                    <a:pt x="14567" y="396723"/>
                  </a:lnTo>
                  <a:lnTo>
                    <a:pt x="23345" y="364974"/>
                  </a:lnTo>
                  <a:lnTo>
                    <a:pt x="34119" y="333845"/>
                  </a:lnTo>
                  <a:lnTo>
                    <a:pt x="46845" y="303462"/>
                  </a:lnTo>
                  <a:lnTo>
                    <a:pt x="61473" y="273948"/>
                  </a:lnTo>
                  <a:lnTo>
                    <a:pt x="77943" y="245421"/>
                  </a:lnTo>
                  <a:lnTo>
                    <a:pt x="96189" y="217995"/>
                  </a:lnTo>
                  <a:lnTo>
                    <a:pt x="116138" y="191783"/>
                  </a:lnTo>
                  <a:lnTo>
                    <a:pt x="137710" y="166888"/>
                  </a:lnTo>
                  <a:lnTo>
                    <a:pt x="160817" y="143411"/>
                  </a:lnTo>
                  <a:lnTo>
                    <a:pt x="185366" y="121448"/>
                  </a:lnTo>
                  <a:lnTo>
                    <a:pt x="211259" y="101085"/>
                  </a:lnTo>
                  <a:lnTo>
                    <a:pt x="238391" y="82406"/>
                  </a:lnTo>
                  <a:lnTo>
                    <a:pt x="266654" y="65485"/>
                  </a:lnTo>
                  <a:lnTo>
                    <a:pt x="295932" y="50391"/>
                  </a:lnTo>
                  <a:lnTo>
                    <a:pt x="326109" y="37184"/>
                  </a:lnTo>
                  <a:lnTo>
                    <a:pt x="357063" y="25918"/>
                  </a:lnTo>
                  <a:lnTo>
                    <a:pt x="388669" y="16638"/>
                  </a:lnTo>
                  <a:lnTo>
                    <a:pt x="420800" y="9380"/>
                  </a:lnTo>
                  <a:lnTo>
                    <a:pt x="453327" y="4176"/>
                  </a:lnTo>
                  <a:lnTo>
                    <a:pt x="486118" y="1045"/>
                  </a:lnTo>
                  <a:lnTo>
                    <a:pt x="51904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51" name="pl651"/>
            <p:cNvSpPr/>
            <p:nvPr/>
          </p:nvSpPr>
          <p:spPr>
            <a:xfrm>
              <a:off x="5258700" y="5432172"/>
              <a:ext cx="1167846" cy="1167699"/>
            </a:xfrm>
            <a:custGeom>
              <a:avLst/>
              <a:pathLst>
                <a:path w="1167846" h="1167699">
                  <a:moveTo>
                    <a:pt x="583923" y="0"/>
                  </a:moveTo>
                  <a:lnTo>
                    <a:pt x="620962" y="1175"/>
                  </a:lnTo>
                  <a:lnTo>
                    <a:pt x="657852" y="4698"/>
                  </a:lnTo>
                  <a:lnTo>
                    <a:pt x="694445" y="10553"/>
                  </a:lnTo>
                  <a:lnTo>
                    <a:pt x="730592" y="18717"/>
                  </a:lnTo>
                  <a:lnTo>
                    <a:pt x="766149" y="29158"/>
                  </a:lnTo>
                  <a:lnTo>
                    <a:pt x="800972" y="41832"/>
                  </a:lnTo>
                  <a:lnTo>
                    <a:pt x="834922" y="56690"/>
                  </a:lnTo>
                  <a:lnTo>
                    <a:pt x="867860" y="73671"/>
                  </a:lnTo>
                  <a:lnTo>
                    <a:pt x="899655" y="92707"/>
                  </a:lnTo>
                  <a:lnTo>
                    <a:pt x="930179" y="113721"/>
                  </a:lnTo>
                  <a:lnTo>
                    <a:pt x="959309" y="136629"/>
                  </a:lnTo>
                  <a:lnTo>
                    <a:pt x="986927" y="161338"/>
                  </a:lnTo>
                  <a:lnTo>
                    <a:pt x="1012922" y="187749"/>
                  </a:lnTo>
                  <a:lnTo>
                    <a:pt x="1037190" y="215756"/>
                  </a:lnTo>
                  <a:lnTo>
                    <a:pt x="1059632" y="245245"/>
                  </a:lnTo>
                  <a:lnTo>
                    <a:pt x="1080160" y="276098"/>
                  </a:lnTo>
                  <a:lnTo>
                    <a:pt x="1098689" y="308191"/>
                  </a:lnTo>
                  <a:lnTo>
                    <a:pt x="1115145" y="341395"/>
                  </a:lnTo>
                  <a:lnTo>
                    <a:pt x="1129462" y="375576"/>
                  </a:lnTo>
                  <a:lnTo>
                    <a:pt x="1141582" y="410596"/>
                  </a:lnTo>
                  <a:lnTo>
                    <a:pt x="1151457" y="446314"/>
                  </a:lnTo>
                  <a:lnTo>
                    <a:pt x="1159047" y="482586"/>
                  </a:lnTo>
                  <a:lnTo>
                    <a:pt x="1164321" y="519267"/>
                  </a:lnTo>
                  <a:lnTo>
                    <a:pt x="1167258" y="556209"/>
                  </a:lnTo>
                  <a:lnTo>
                    <a:pt x="1167846" y="593262"/>
                  </a:lnTo>
                  <a:lnTo>
                    <a:pt x="1166083" y="630278"/>
                  </a:lnTo>
                  <a:lnTo>
                    <a:pt x="1161975" y="667108"/>
                  </a:lnTo>
                  <a:lnTo>
                    <a:pt x="1155540" y="703603"/>
                  </a:lnTo>
                  <a:lnTo>
                    <a:pt x="1146803" y="739616"/>
                  </a:lnTo>
                  <a:lnTo>
                    <a:pt x="1135800" y="775003"/>
                  </a:lnTo>
                  <a:lnTo>
                    <a:pt x="1122575" y="809621"/>
                  </a:lnTo>
                  <a:lnTo>
                    <a:pt x="1107180" y="843330"/>
                  </a:lnTo>
                  <a:lnTo>
                    <a:pt x="1089679" y="875995"/>
                  </a:lnTo>
                  <a:lnTo>
                    <a:pt x="1070141" y="907484"/>
                  </a:lnTo>
                  <a:lnTo>
                    <a:pt x="1048645" y="937670"/>
                  </a:lnTo>
                  <a:lnTo>
                    <a:pt x="1025278" y="966433"/>
                  </a:lnTo>
                  <a:lnTo>
                    <a:pt x="1000134" y="993655"/>
                  </a:lnTo>
                  <a:lnTo>
                    <a:pt x="973314" y="1019228"/>
                  </a:lnTo>
                  <a:lnTo>
                    <a:pt x="944926" y="1043049"/>
                  </a:lnTo>
                  <a:lnTo>
                    <a:pt x="915084" y="1065021"/>
                  </a:lnTo>
                  <a:lnTo>
                    <a:pt x="883909" y="1085056"/>
                  </a:lnTo>
                  <a:lnTo>
                    <a:pt x="851525" y="1103073"/>
                  </a:lnTo>
                  <a:lnTo>
                    <a:pt x="818065" y="1119001"/>
                  </a:lnTo>
                  <a:lnTo>
                    <a:pt x="783661" y="1132774"/>
                  </a:lnTo>
                  <a:lnTo>
                    <a:pt x="748454" y="1144337"/>
                  </a:lnTo>
                  <a:lnTo>
                    <a:pt x="712583" y="1153644"/>
                  </a:lnTo>
                  <a:lnTo>
                    <a:pt x="676195" y="1160657"/>
                  </a:lnTo>
                  <a:lnTo>
                    <a:pt x="639435" y="1165349"/>
                  </a:lnTo>
                  <a:lnTo>
                    <a:pt x="602452" y="1167699"/>
                  </a:lnTo>
                  <a:lnTo>
                    <a:pt x="565394" y="1167699"/>
                  </a:lnTo>
                  <a:lnTo>
                    <a:pt x="528410" y="1165349"/>
                  </a:lnTo>
                  <a:lnTo>
                    <a:pt x="491650" y="1160657"/>
                  </a:lnTo>
                  <a:lnTo>
                    <a:pt x="455262" y="1153644"/>
                  </a:lnTo>
                  <a:lnTo>
                    <a:pt x="419392" y="1144337"/>
                  </a:lnTo>
                  <a:lnTo>
                    <a:pt x="384184" y="1132774"/>
                  </a:lnTo>
                  <a:lnTo>
                    <a:pt x="349781" y="1119001"/>
                  </a:lnTo>
                  <a:lnTo>
                    <a:pt x="316320" y="1103073"/>
                  </a:lnTo>
                  <a:lnTo>
                    <a:pt x="283937" y="1085056"/>
                  </a:lnTo>
                  <a:lnTo>
                    <a:pt x="252762" y="1065021"/>
                  </a:lnTo>
                  <a:lnTo>
                    <a:pt x="222920" y="1043049"/>
                  </a:lnTo>
                  <a:lnTo>
                    <a:pt x="194532" y="1019228"/>
                  </a:lnTo>
                  <a:lnTo>
                    <a:pt x="167712" y="993655"/>
                  </a:lnTo>
                  <a:lnTo>
                    <a:pt x="142567" y="966433"/>
                  </a:lnTo>
                  <a:lnTo>
                    <a:pt x="119200" y="937670"/>
                  </a:lnTo>
                  <a:lnTo>
                    <a:pt x="97705" y="907484"/>
                  </a:lnTo>
                  <a:lnTo>
                    <a:pt x="78167" y="875995"/>
                  </a:lnTo>
                  <a:lnTo>
                    <a:pt x="60665" y="843330"/>
                  </a:lnTo>
                  <a:lnTo>
                    <a:pt x="45271" y="809621"/>
                  </a:lnTo>
                  <a:lnTo>
                    <a:pt x="32045" y="775003"/>
                  </a:lnTo>
                  <a:lnTo>
                    <a:pt x="21042" y="739616"/>
                  </a:lnTo>
                  <a:lnTo>
                    <a:pt x="12305" y="703603"/>
                  </a:lnTo>
                  <a:lnTo>
                    <a:pt x="5870" y="667108"/>
                  </a:lnTo>
                  <a:lnTo>
                    <a:pt x="1763" y="630278"/>
                  </a:lnTo>
                  <a:lnTo>
                    <a:pt x="0" y="593262"/>
                  </a:lnTo>
                  <a:lnTo>
                    <a:pt x="587" y="556209"/>
                  </a:lnTo>
                  <a:lnTo>
                    <a:pt x="3524" y="519267"/>
                  </a:lnTo>
                  <a:lnTo>
                    <a:pt x="8798" y="482586"/>
                  </a:lnTo>
                  <a:lnTo>
                    <a:pt x="16388" y="446314"/>
                  </a:lnTo>
                  <a:lnTo>
                    <a:pt x="26263" y="410596"/>
                  </a:lnTo>
                  <a:lnTo>
                    <a:pt x="38383" y="375576"/>
                  </a:lnTo>
                  <a:lnTo>
                    <a:pt x="52701" y="341395"/>
                  </a:lnTo>
                  <a:lnTo>
                    <a:pt x="69157" y="308191"/>
                  </a:lnTo>
                  <a:lnTo>
                    <a:pt x="87686" y="276098"/>
                  </a:lnTo>
                  <a:lnTo>
                    <a:pt x="108213" y="245245"/>
                  </a:lnTo>
                  <a:lnTo>
                    <a:pt x="130656" y="215756"/>
                  </a:lnTo>
                  <a:lnTo>
                    <a:pt x="154924" y="187749"/>
                  </a:lnTo>
                  <a:lnTo>
                    <a:pt x="180919" y="161338"/>
                  </a:lnTo>
                  <a:lnTo>
                    <a:pt x="208537" y="136629"/>
                  </a:lnTo>
                  <a:lnTo>
                    <a:pt x="237666" y="113721"/>
                  </a:lnTo>
                  <a:lnTo>
                    <a:pt x="268190" y="92707"/>
                  </a:lnTo>
                  <a:lnTo>
                    <a:pt x="299985" y="73671"/>
                  </a:lnTo>
                  <a:lnTo>
                    <a:pt x="332924" y="56690"/>
                  </a:lnTo>
                  <a:lnTo>
                    <a:pt x="366873" y="41832"/>
                  </a:lnTo>
                  <a:lnTo>
                    <a:pt x="401696" y="29158"/>
                  </a:lnTo>
                  <a:lnTo>
                    <a:pt x="437253" y="18717"/>
                  </a:lnTo>
                  <a:lnTo>
                    <a:pt x="473401" y="10553"/>
                  </a:lnTo>
                  <a:lnTo>
                    <a:pt x="509993" y="4698"/>
                  </a:lnTo>
                  <a:lnTo>
                    <a:pt x="546883" y="1175"/>
                  </a:lnTo>
                  <a:lnTo>
                    <a:pt x="58392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734651" y="5497061"/>
              <a:ext cx="490028" cy="1038216"/>
            </a:xfrm>
            <a:custGeom>
              <a:avLst/>
              <a:pathLst>
                <a:path w="490028" h="1038216">
                  <a:moveTo>
                    <a:pt x="107971" y="0"/>
                  </a:moveTo>
                  <a:lnTo>
                    <a:pt x="125694" y="302"/>
                  </a:lnTo>
                  <a:lnTo>
                    <a:pt x="143396" y="1210"/>
                  </a:lnTo>
                  <a:lnTo>
                    <a:pt x="161057" y="2721"/>
                  </a:lnTo>
                  <a:lnTo>
                    <a:pt x="178656" y="4835"/>
                  </a:lnTo>
                  <a:lnTo>
                    <a:pt x="196173" y="7548"/>
                  </a:lnTo>
                  <a:lnTo>
                    <a:pt x="213587" y="10857"/>
                  </a:lnTo>
                  <a:lnTo>
                    <a:pt x="230877" y="14759"/>
                  </a:lnTo>
                  <a:lnTo>
                    <a:pt x="248025" y="19249"/>
                  </a:lnTo>
                  <a:lnTo>
                    <a:pt x="265009" y="24322"/>
                  </a:lnTo>
                  <a:lnTo>
                    <a:pt x="281810" y="29972"/>
                  </a:lnTo>
                  <a:lnTo>
                    <a:pt x="298408" y="36193"/>
                  </a:lnTo>
                  <a:lnTo>
                    <a:pt x="314784" y="42976"/>
                  </a:lnTo>
                  <a:lnTo>
                    <a:pt x="330919" y="50314"/>
                  </a:lnTo>
                  <a:lnTo>
                    <a:pt x="346795" y="58199"/>
                  </a:lnTo>
                  <a:lnTo>
                    <a:pt x="362391" y="66622"/>
                  </a:lnTo>
                  <a:lnTo>
                    <a:pt x="377691" y="75572"/>
                  </a:lnTo>
                  <a:lnTo>
                    <a:pt x="392677" y="85039"/>
                  </a:lnTo>
                  <a:lnTo>
                    <a:pt x="407330" y="95012"/>
                  </a:lnTo>
                  <a:lnTo>
                    <a:pt x="421635" y="105480"/>
                  </a:lnTo>
                  <a:lnTo>
                    <a:pt x="435574" y="116430"/>
                  </a:lnTo>
                  <a:lnTo>
                    <a:pt x="449131" y="127849"/>
                  </a:lnTo>
                  <a:lnTo>
                    <a:pt x="462290" y="139725"/>
                  </a:lnTo>
                  <a:lnTo>
                    <a:pt x="475036" y="152043"/>
                  </a:lnTo>
                  <a:lnTo>
                    <a:pt x="472185" y="172347"/>
                  </a:lnTo>
                  <a:lnTo>
                    <a:pt x="468565" y="192284"/>
                  </a:lnTo>
                  <a:lnTo>
                    <a:pt x="464194" y="211828"/>
                  </a:lnTo>
                  <a:lnTo>
                    <a:pt x="459088" y="230954"/>
                  </a:lnTo>
                  <a:lnTo>
                    <a:pt x="453265" y="249638"/>
                  </a:lnTo>
                  <a:lnTo>
                    <a:pt x="446744" y="267856"/>
                  </a:lnTo>
                  <a:lnTo>
                    <a:pt x="439545" y="285587"/>
                  </a:lnTo>
                  <a:lnTo>
                    <a:pt x="431688" y="302807"/>
                  </a:lnTo>
                  <a:lnTo>
                    <a:pt x="423193" y="319495"/>
                  </a:lnTo>
                  <a:lnTo>
                    <a:pt x="414083" y="335631"/>
                  </a:lnTo>
                  <a:lnTo>
                    <a:pt x="404379" y="351195"/>
                  </a:lnTo>
                  <a:lnTo>
                    <a:pt x="394104" y="366167"/>
                  </a:lnTo>
                  <a:lnTo>
                    <a:pt x="383281" y="380528"/>
                  </a:lnTo>
                  <a:lnTo>
                    <a:pt x="371934" y="394262"/>
                  </a:lnTo>
                  <a:lnTo>
                    <a:pt x="360088" y="407352"/>
                  </a:lnTo>
                  <a:lnTo>
                    <a:pt x="347768" y="419781"/>
                  </a:lnTo>
                  <a:lnTo>
                    <a:pt x="334998" y="431534"/>
                  </a:lnTo>
                  <a:lnTo>
                    <a:pt x="321805" y="442597"/>
                  </a:lnTo>
                  <a:lnTo>
                    <a:pt x="308215" y="452956"/>
                  </a:lnTo>
                  <a:lnTo>
                    <a:pt x="294254" y="462599"/>
                  </a:lnTo>
                  <a:lnTo>
                    <a:pt x="279951" y="471515"/>
                  </a:lnTo>
                  <a:lnTo>
                    <a:pt x="265331" y="479691"/>
                  </a:lnTo>
                  <a:lnTo>
                    <a:pt x="250423" y="487119"/>
                  </a:lnTo>
                  <a:lnTo>
                    <a:pt x="235254" y="493789"/>
                  </a:lnTo>
                  <a:lnTo>
                    <a:pt x="219854" y="499694"/>
                  </a:lnTo>
                  <a:lnTo>
                    <a:pt x="204250" y="504826"/>
                  </a:lnTo>
                  <a:lnTo>
                    <a:pt x="188472" y="509179"/>
                  </a:lnTo>
                  <a:lnTo>
                    <a:pt x="172547" y="512748"/>
                  </a:lnTo>
                  <a:lnTo>
                    <a:pt x="156506" y="515528"/>
                  </a:lnTo>
                  <a:lnTo>
                    <a:pt x="140376" y="517516"/>
                  </a:lnTo>
                  <a:lnTo>
                    <a:pt x="124188" y="518710"/>
                  </a:lnTo>
                  <a:lnTo>
                    <a:pt x="107971" y="519108"/>
                  </a:lnTo>
                  <a:lnTo>
                    <a:pt x="119157" y="530857"/>
                  </a:lnTo>
                  <a:lnTo>
                    <a:pt x="129759" y="543147"/>
                  </a:lnTo>
                  <a:lnTo>
                    <a:pt x="139759" y="555958"/>
                  </a:lnTo>
                  <a:lnTo>
                    <a:pt x="149136" y="569267"/>
                  </a:lnTo>
                  <a:lnTo>
                    <a:pt x="157873" y="583051"/>
                  </a:lnTo>
                  <a:lnTo>
                    <a:pt x="165952" y="597286"/>
                  </a:lnTo>
                  <a:lnTo>
                    <a:pt x="173357" y="611948"/>
                  </a:lnTo>
                  <a:lnTo>
                    <a:pt x="180071" y="627013"/>
                  </a:lnTo>
                  <a:lnTo>
                    <a:pt x="186080" y="642456"/>
                  </a:lnTo>
                  <a:lnTo>
                    <a:pt x="191369" y="658250"/>
                  </a:lnTo>
                  <a:lnTo>
                    <a:pt x="195925" y="674369"/>
                  </a:lnTo>
                  <a:lnTo>
                    <a:pt x="199736" y="690787"/>
                  </a:lnTo>
                  <a:lnTo>
                    <a:pt x="202789" y="707478"/>
                  </a:lnTo>
                  <a:lnTo>
                    <a:pt x="205073" y="724413"/>
                  </a:lnTo>
                  <a:lnTo>
                    <a:pt x="206579" y="741564"/>
                  </a:lnTo>
                  <a:lnTo>
                    <a:pt x="207298" y="758904"/>
                  </a:lnTo>
                  <a:lnTo>
                    <a:pt x="207222" y="776405"/>
                  </a:lnTo>
                  <a:lnTo>
                    <a:pt x="206342" y="794037"/>
                  </a:lnTo>
                  <a:lnTo>
                    <a:pt x="204654" y="811772"/>
                  </a:lnTo>
                  <a:lnTo>
                    <a:pt x="202152" y="829580"/>
                  </a:lnTo>
                  <a:lnTo>
                    <a:pt x="198831" y="847432"/>
                  </a:lnTo>
                  <a:lnTo>
                    <a:pt x="194687" y="865299"/>
                  </a:lnTo>
                  <a:lnTo>
                    <a:pt x="189720" y="883151"/>
                  </a:lnTo>
                  <a:lnTo>
                    <a:pt x="183926" y="900958"/>
                  </a:lnTo>
                  <a:lnTo>
                    <a:pt x="177305" y="918690"/>
                  </a:lnTo>
                  <a:lnTo>
                    <a:pt x="169858" y="936318"/>
                  </a:lnTo>
                  <a:lnTo>
                    <a:pt x="161587" y="953811"/>
                  </a:lnTo>
                  <a:lnTo>
                    <a:pt x="152492" y="971140"/>
                  </a:lnTo>
                  <a:lnTo>
                    <a:pt x="142579" y="988275"/>
                  </a:lnTo>
                  <a:lnTo>
                    <a:pt x="131850" y="1005185"/>
                  </a:lnTo>
                  <a:lnTo>
                    <a:pt x="120312" y="1021842"/>
                  </a:lnTo>
                  <a:lnTo>
                    <a:pt x="107971" y="1038216"/>
                  </a:lnTo>
                  <a:lnTo>
                    <a:pt x="95630" y="1021842"/>
                  </a:lnTo>
                  <a:lnTo>
                    <a:pt x="84092" y="1005185"/>
                  </a:lnTo>
                  <a:lnTo>
                    <a:pt x="73363" y="988275"/>
                  </a:lnTo>
                  <a:lnTo>
                    <a:pt x="63450" y="971140"/>
                  </a:lnTo>
                  <a:lnTo>
                    <a:pt x="54355" y="953811"/>
                  </a:lnTo>
                  <a:lnTo>
                    <a:pt x="46084" y="936318"/>
                  </a:lnTo>
                  <a:lnTo>
                    <a:pt x="38637" y="918690"/>
                  </a:lnTo>
                  <a:lnTo>
                    <a:pt x="32016" y="900958"/>
                  </a:lnTo>
                  <a:lnTo>
                    <a:pt x="26222" y="883151"/>
                  </a:lnTo>
                  <a:lnTo>
                    <a:pt x="21255" y="865299"/>
                  </a:lnTo>
                  <a:lnTo>
                    <a:pt x="17111" y="847432"/>
                  </a:lnTo>
                  <a:lnTo>
                    <a:pt x="13790" y="829580"/>
                  </a:lnTo>
                  <a:lnTo>
                    <a:pt x="11288" y="811772"/>
                  </a:lnTo>
                  <a:lnTo>
                    <a:pt x="9600" y="794037"/>
                  </a:lnTo>
                  <a:lnTo>
                    <a:pt x="8721" y="776405"/>
                  </a:lnTo>
                  <a:lnTo>
                    <a:pt x="8644" y="758904"/>
                  </a:lnTo>
                  <a:lnTo>
                    <a:pt x="9363" y="741564"/>
                  </a:lnTo>
                  <a:lnTo>
                    <a:pt x="10869" y="724413"/>
                  </a:lnTo>
                  <a:lnTo>
                    <a:pt x="13154" y="707478"/>
                  </a:lnTo>
                  <a:lnTo>
                    <a:pt x="16206" y="690787"/>
                  </a:lnTo>
                  <a:lnTo>
                    <a:pt x="20017" y="674369"/>
                  </a:lnTo>
                  <a:lnTo>
                    <a:pt x="24573" y="658250"/>
                  </a:lnTo>
                  <a:lnTo>
                    <a:pt x="29862" y="642456"/>
                  </a:lnTo>
                  <a:lnTo>
                    <a:pt x="35871" y="627013"/>
                  </a:lnTo>
                  <a:lnTo>
                    <a:pt x="42585" y="611948"/>
                  </a:lnTo>
                  <a:lnTo>
                    <a:pt x="49990" y="597286"/>
                  </a:lnTo>
                  <a:lnTo>
                    <a:pt x="58069" y="583051"/>
                  </a:lnTo>
                  <a:lnTo>
                    <a:pt x="66806" y="569267"/>
                  </a:lnTo>
                  <a:lnTo>
                    <a:pt x="76183" y="555958"/>
                  </a:lnTo>
                  <a:lnTo>
                    <a:pt x="86183" y="543147"/>
                  </a:lnTo>
                  <a:lnTo>
                    <a:pt x="96785" y="530857"/>
                  </a:lnTo>
                  <a:lnTo>
                    <a:pt x="107971" y="519108"/>
                  </a:lnTo>
                  <a:lnTo>
                    <a:pt x="103600" y="515246"/>
                  </a:lnTo>
                  <a:lnTo>
                    <a:pt x="98769" y="511938"/>
                  </a:lnTo>
                  <a:lnTo>
                    <a:pt x="93530" y="509226"/>
                  </a:lnTo>
                  <a:lnTo>
                    <a:pt x="87940" y="507146"/>
                  </a:lnTo>
                  <a:lnTo>
                    <a:pt x="82057" y="505730"/>
                  </a:lnTo>
                  <a:lnTo>
                    <a:pt x="75942" y="505005"/>
                  </a:lnTo>
                  <a:lnTo>
                    <a:pt x="69660" y="504993"/>
                  </a:lnTo>
                  <a:lnTo>
                    <a:pt x="63274" y="505710"/>
                  </a:lnTo>
                  <a:lnTo>
                    <a:pt x="56853" y="507169"/>
                  </a:lnTo>
                  <a:lnTo>
                    <a:pt x="50462" y="509374"/>
                  </a:lnTo>
                  <a:lnTo>
                    <a:pt x="44171" y="512326"/>
                  </a:lnTo>
                  <a:lnTo>
                    <a:pt x="38047" y="516020"/>
                  </a:lnTo>
                  <a:lnTo>
                    <a:pt x="32158" y="520446"/>
                  </a:lnTo>
                  <a:lnTo>
                    <a:pt x="26571" y="525586"/>
                  </a:lnTo>
                  <a:lnTo>
                    <a:pt x="21352" y="531420"/>
                  </a:lnTo>
                  <a:lnTo>
                    <a:pt x="16564" y="537919"/>
                  </a:lnTo>
                  <a:lnTo>
                    <a:pt x="12270" y="545053"/>
                  </a:lnTo>
                  <a:lnTo>
                    <a:pt x="8530" y="552782"/>
                  </a:lnTo>
                  <a:lnTo>
                    <a:pt x="5400" y="561065"/>
                  </a:lnTo>
                  <a:lnTo>
                    <a:pt x="2934" y="569854"/>
                  </a:lnTo>
                  <a:lnTo>
                    <a:pt x="1182" y="579098"/>
                  </a:lnTo>
                  <a:lnTo>
                    <a:pt x="190" y="588742"/>
                  </a:lnTo>
                  <a:lnTo>
                    <a:pt x="0" y="598724"/>
                  </a:lnTo>
                  <a:lnTo>
                    <a:pt x="649" y="608983"/>
                  </a:lnTo>
                  <a:lnTo>
                    <a:pt x="2170" y="619450"/>
                  </a:lnTo>
                  <a:lnTo>
                    <a:pt x="4590" y="630058"/>
                  </a:lnTo>
                  <a:lnTo>
                    <a:pt x="7931" y="640733"/>
                  </a:lnTo>
                  <a:lnTo>
                    <a:pt x="12210" y="651401"/>
                  </a:lnTo>
                  <a:lnTo>
                    <a:pt x="17438" y="661988"/>
                  </a:lnTo>
                  <a:lnTo>
                    <a:pt x="23619" y="672414"/>
                  </a:lnTo>
                  <a:lnTo>
                    <a:pt x="30754" y="682603"/>
                  </a:lnTo>
                  <a:lnTo>
                    <a:pt x="38834" y="692476"/>
                  </a:lnTo>
                  <a:lnTo>
                    <a:pt x="47846" y="701954"/>
                  </a:lnTo>
                  <a:lnTo>
                    <a:pt x="57772" y="710960"/>
                  </a:lnTo>
                  <a:lnTo>
                    <a:pt x="68586" y="719416"/>
                  </a:lnTo>
                  <a:lnTo>
                    <a:pt x="80257" y="727247"/>
                  </a:lnTo>
                  <a:lnTo>
                    <a:pt x="92748" y="734379"/>
                  </a:lnTo>
                  <a:lnTo>
                    <a:pt x="106015" y="740741"/>
                  </a:lnTo>
                  <a:lnTo>
                    <a:pt x="120010" y="746263"/>
                  </a:lnTo>
                  <a:lnTo>
                    <a:pt x="134678" y="750881"/>
                  </a:lnTo>
                  <a:lnTo>
                    <a:pt x="149959" y="754532"/>
                  </a:lnTo>
                  <a:lnTo>
                    <a:pt x="165789" y="757159"/>
                  </a:lnTo>
                  <a:lnTo>
                    <a:pt x="182099" y="758708"/>
                  </a:lnTo>
                  <a:lnTo>
                    <a:pt x="198813" y="759130"/>
                  </a:lnTo>
                  <a:lnTo>
                    <a:pt x="215855" y="758381"/>
                  </a:lnTo>
                  <a:lnTo>
                    <a:pt x="233141" y="756424"/>
                  </a:lnTo>
                  <a:lnTo>
                    <a:pt x="250587" y="753225"/>
                  </a:lnTo>
                  <a:lnTo>
                    <a:pt x="268104" y="748759"/>
                  </a:lnTo>
                  <a:lnTo>
                    <a:pt x="285601" y="743005"/>
                  </a:lnTo>
                  <a:lnTo>
                    <a:pt x="302985" y="735949"/>
                  </a:lnTo>
                  <a:lnTo>
                    <a:pt x="320160" y="727584"/>
                  </a:lnTo>
                  <a:lnTo>
                    <a:pt x="337030" y="717910"/>
                  </a:lnTo>
                  <a:lnTo>
                    <a:pt x="353498" y="706934"/>
                  </a:lnTo>
                  <a:lnTo>
                    <a:pt x="369468" y="694670"/>
                  </a:lnTo>
                  <a:lnTo>
                    <a:pt x="384841" y="681138"/>
                  </a:lnTo>
                  <a:lnTo>
                    <a:pt x="399522" y="666366"/>
                  </a:lnTo>
                  <a:lnTo>
                    <a:pt x="413415" y="650390"/>
                  </a:lnTo>
                  <a:lnTo>
                    <a:pt x="426428" y="633252"/>
                  </a:lnTo>
                  <a:lnTo>
                    <a:pt x="438469" y="615000"/>
                  </a:lnTo>
                  <a:lnTo>
                    <a:pt x="449449" y="595690"/>
                  </a:lnTo>
                  <a:lnTo>
                    <a:pt x="459285" y="575386"/>
                  </a:lnTo>
                  <a:lnTo>
                    <a:pt x="467894" y="554156"/>
                  </a:lnTo>
                  <a:lnTo>
                    <a:pt x="475201" y="532076"/>
                  </a:lnTo>
                  <a:lnTo>
                    <a:pt x="481131" y="509226"/>
                  </a:lnTo>
                  <a:lnTo>
                    <a:pt x="485620" y="485695"/>
                  </a:lnTo>
                  <a:lnTo>
                    <a:pt x="488604" y="461573"/>
                  </a:lnTo>
                  <a:lnTo>
                    <a:pt x="490028" y="436959"/>
                  </a:lnTo>
                  <a:lnTo>
                    <a:pt x="489844" y="411954"/>
                  </a:lnTo>
                  <a:lnTo>
                    <a:pt x="488009" y="386664"/>
                  </a:lnTo>
                  <a:lnTo>
                    <a:pt x="484486" y="361200"/>
                  </a:lnTo>
                  <a:lnTo>
                    <a:pt x="479249" y="335674"/>
                  </a:lnTo>
                  <a:lnTo>
                    <a:pt x="472277" y="310202"/>
                  </a:lnTo>
                  <a:lnTo>
                    <a:pt x="463556" y="284902"/>
                  </a:lnTo>
                  <a:lnTo>
                    <a:pt x="453084" y="259895"/>
                  </a:lnTo>
                  <a:lnTo>
                    <a:pt x="440862" y="235300"/>
                  </a:lnTo>
                  <a:lnTo>
                    <a:pt x="426903" y="211240"/>
                  </a:lnTo>
                  <a:lnTo>
                    <a:pt x="411227" y="187836"/>
                  </a:lnTo>
                  <a:lnTo>
                    <a:pt x="393863" y="165209"/>
                  </a:lnTo>
                  <a:lnTo>
                    <a:pt x="374849" y="143481"/>
                  </a:lnTo>
                  <a:lnTo>
                    <a:pt x="354229" y="122767"/>
                  </a:lnTo>
                  <a:lnTo>
                    <a:pt x="332058" y="103186"/>
                  </a:lnTo>
                  <a:lnTo>
                    <a:pt x="308399" y="84850"/>
                  </a:lnTo>
                  <a:lnTo>
                    <a:pt x="283321" y="67868"/>
                  </a:lnTo>
                  <a:lnTo>
                    <a:pt x="256903" y="52347"/>
                  </a:lnTo>
                  <a:lnTo>
                    <a:pt x="229231" y="38388"/>
                  </a:lnTo>
                  <a:lnTo>
                    <a:pt x="200398" y="26086"/>
                  </a:lnTo>
                  <a:lnTo>
                    <a:pt x="170504" y="15533"/>
                  </a:lnTo>
                  <a:lnTo>
                    <a:pt x="139657" y="6811"/>
                  </a:lnTo>
                  <a:close/>
                </a:path>
              </a:pathLst>
            </a:custGeom>
            <a:solidFill>
              <a:srgbClr val="C3A4FF">
                <a:alpha val="25882"/>
              </a:srgbClr>
            </a:solidFill>
            <a:ln w="24933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5743296" y="5497061"/>
              <a:ext cx="466391" cy="1038216"/>
            </a:xfrm>
            <a:custGeom>
              <a:avLst/>
              <a:pathLst>
                <a:path w="466391" h="1038216">
                  <a:moveTo>
                    <a:pt x="99327" y="0"/>
                  </a:moveTo>
                  <a:lnTo>
                    <a:pt x="117049" y="302"/>
                  </a:lnTo>
                  <a:lnTo>
                    <a:pt x="134752" y="1210"/>
                  </a:lnTo>
                  <a:lnTo>
                    <a:pt x="152413" y="2721"/>
                  </a:lnTo>
                  <a:lnTo>
                    <a:pt x="170012" y="4835"/>
                  </a:lnTo>
                  <a:lnTo>
                    <a:pt x="187528" y="7548"/>
                  </a:lnTo>
                  <a:lnTo>
                    <a:pt x="204942" y="10857"/>
                  </a:lnTo>
                  <a:lnTo>
                    <a:pt x="222233" y="14759"/>
                  </a:lnTo>
                  <a:lnTo>
                    <a:pt x="239380" y="19249"/>
                  </a:lnTo>
                  <a:lnTo>
                    <a:pt x="256364" y="24322"/>
                  </a:lnTo>
                  <a:lnTo>
                    <a:pt x="273165" y="29972"/>
                  </a:lnTo>
                  <a:lnTo>
                    <a:pt x="289764" y="36193"/>
                  </a:lnTo>
                  <a:lnTo>
                    <a:pt x="306140" y="42976"/>
                  </a:lnTo>
                  <a:lnTo>
                    <a:pt x="322275" y="50314"/>
                  </a:lnTo>
                  <a:lnTo>
                    <a:pt x="338150" y="58199"/>
                  </a:lnTo>
                  <a:lnTo>
                    <a:pt x="353747" y="66622"/>
                  </a:lnTo>
                  <a:lnTo>
                    <a:pt x="369047" y="75572"/>
                  </a:lnTo>
                  <a:lnTo>
                    <a:pt x="384032" y="85039"/>
                  </a:lnTo>
                  <a:lnTo>
                    <a:pt x="398686" y="95012"/>
                  </a:lnTo>
                  <a:lnTo>
                    <a:pt x="412991" y="105480"/>
                  </a:lnTo>
                  <a:lnTo>
                    <a:pt x="426929" y="116430"/>
                  </a:lnTo>
                  <a:lnTo>
                    <a:pt x="440486" y="127849"/>
                  </a:lnTo>
                  <a:lnTo>
                    <a:pt x="453645" y="139725"/>
                  </a:lnTo>
                  <a:lnTo>
                    <a:pt x="466391" y="152043"/>
                  </a:lnTo>
                  <a:lnTo>
                    <a:pt x="463540" y="172347"/>
                  </a:lnTo>
                  <a:lnTo>
                    <a:pt x="459921" y="192284"/>
                  </a:lnTo>
                  <a:lnTo>
                    <a:pt x="455549" y="211828"/>
                  </a:lnTo>
                  <a:lnTo>
                    <a:pt x="450443" y="230954"/>
                  </a:lnTo>
                  <a:lnTo>
                    <a:pt x="444620" y="249638"/>
                  </a:lnTo>
                  <a:lnTo>
                    <a:pt x="438100" y="267856"/>
                  </a:lnTo>
                  <a:lnTo>
                    <a:pt x="430901" y="285587"/>
                  </a:lnTo>
                  <a:lnTo>
                    <a:pt x="423044" y="302807"/>
                  </a:lnTo>
                  <a:lnTo>
                    <a:pt x="414549" y="319495"/>
                  </a:lnTo>
                  <a:lnTo>
                    <a:pt x="405439" y="335631"/>
                  </a:lnTo>
                  <a:lnTo>
                    <a:pt x="395735" y="351195"/>
                  </a:lnTo>
                  <a:lnTo>
                    <a:pt x="385459" y="366167"/>
                  </a:lnTo>
                  <a:lnTo>
                    <a:pt x="374637" y="380528"/>
                  </a:lnTo>
                  <a:lnTo>
                    <a:pt x="363290" y="394262"/>
                  </a:lnTo>
                  <a:lnTo>
                    <a:pt x="351444" y="407352"/>
                  </a:lnTo>
                  <a:lnTo>
                    <a:pt x="339123" y="419781"/>
                  </a:lnTo>
                  <a:lnTo>
                    <a:pt x="326354" y="431534"/>
                  </a:lnTo>
                  <a:lnTo>
                    <a:pt x="313160" y="442597"/>
                  </a:lnTo>
                  <a:lnTo>
                    <a:pt x="299570" y="452956"/>
                  </a:lnTo>
                  <a:lnTo>
                    <a:pt x="285610" y="462599"/>
                  </a:lnTo>
                  <a:lnTo>
                    <a:pt x="271306" y="471515"/>
                  </a:lnTo>
                  <a:lnTo>
                    <a:pt x="256686" y="479691"/>
                  </a:lnTo>
                  <a:lnTo>
                    <a:pt x="241778" y="487119"/>
                  </a:lnTo>
                  <a:lnTo>
                    <a:pt x="226610" y="493789"/>
                  </a:lnTo>
                  <a:lnTo>
                    <a:pt x="211210" y="499694"/>
                  </a:lnTo>
                  <a:lnTo>
                    <a:pt x="195606" y="504826"/>
                  </a:lnTo>
                  <a:lnTo>
                    <a:pt x="179827" y="509179"/>
                  </a:lnTo>
                  <a:lnTo>
                    <a:pt x="163903" y="512748"/>
                  </a:lnTo>
                  <a:lnTo>
                    <a:pt x="147861" y="515528"/>
                  </a:lnTo>
                  <a:lnTo>
                    <a:pt x="131732" y="517516"/>
                  </a:lnTo>
                  <a:lnTo>
                    <a:pt x="115544" y="518710"/>
                  </a:lnTo>
                  <a:lnTo>
                    <a:pt x="99327" y="519108"/>
                  </a:lnTo>
                  <a:lnTo>
                    <a:pt x="99327" y="519108"/>
                  </a:lnTo>
                  <a:lnTo>
                    <a:pt x="110512" y="530857"/>
                  </a:lnTo>
                  <a:lnTo>
                    <a:pt x="121115" y="543147"/>
                  </a:lnTo>
                  <a:lnTo>
                    <a:pt x="131114" y="555958"/>
                  </a:lnTo>
                  <a:lnTo>
                    <a:pt x="140491" y="569267"/>
                  </a:lnTo>
                  <a:lnTo>
                    <a:pt x="149228" y="583051"/>
                  </a:lnTo>
                  <a:lnTo>
                    <a:pt x="157308" y="597286"/>
                  </a:lnTo>
                  <a:lnTo>
                    <a:pt x="164712" y="611948"/>
                  </a:lnTo>
                  <a:lnTo>
                    <a:pt x="171427" y="627013"/>
                  </a:lnTo>
                  <a:lnTo>
                    <a:pt x="177436" y="642456"/>
                  </a:lnTo>
                  <a:lnTo>
                    <a:pt x="182725" y="658250"/>
                  </a:lnTo>
                  <a:lnTo>
                    <a:pt x="187281" y="674369"/>
                  </a:lnTo>
                  <a:lnTo>
                    <a:pt x="191091" y="690787"/>
                  </a:lnTo>
                  <a:lnTo>
                    <a:pt x="194144" y="707478"/>
                  </a:lnTo>
                  <a:lnTo>
                    <a:pt x="196429" y="724413"/>
                  </a:lnTo>
                  <a:lnTo>
                    <a:pt x="197935" y="741564"/>
                  </a:lnTo>
                  <a:lnTo>
                    <a:pt x="198654" y="758904"/>
                  </a:lnTo>
                  <a:lnTo>
                    <a:pt x="198577" y="776405"/>
                  </a:lnTo>
                  <a:lnTo>
                    <a:pt x="197698" y="794037"/>
                  </a:lnTo>
                  <a:lnTo>
                    <a:pt x="196010" y="811772"/>
                  </a:lnTo>
                  <a:lnTo>
                    <a:pt x="193507" y="829580"/>
                  </a:lnTo>
                  <a:lnTo>
                    <a:pt x="190186" y="847432"/>
                  </a:lnTo>
                  <a:lnTo>
                    <a:pt x="186043" y="865299"/>
                  </a:lnTo>
                  <a:lnTo>
                    <a:pt x="181075" y="883151"/>
                  </a:lnTo>
                  <a:lnTo>
                    <a:pt x="175281" y="900958"/>
                  </a:lnTo>
                  <a:lnTo>
                    <a:pt x="168661" y="918690"/>
                  </a:lnTo>
                  <a:lnTo>
                    <a:pt x="161214" y="936318"/>
                  </a:lnTo>
                  <a:lnTo>
                    <a:pt x="152942" y="953811"/>
                  </a:lnTo>
                  <a:lnTo>
                    <a:pt x="143848" y="971140"/>
                  </a:lnTo>
                  <a:lnTo>
                    <a:pt x="133934" y="988275"/>
                  </a:lnTo>
                  <a:lnTo>
                    <a:pt x="123206" y="1005185"/>
                  </a:lnTo>
                  <a:lnTo>
                    <a:pt x="111668" y="1021842"/>
                  </a:lnTo>
                  <a:lnTo>
                    <a:pt x="99327" y="1038216"/>
                  </a:lnTo>
                  <a:lnTo>
                    <a:pt x="86985" y="1021842"/>
                  </a:lnTo>
                  <a:lnTo>
                    <a:pt x="75447" y="1005185"/>
                  </a:lnTo>
                  <a:lnTo>
                    <a:pt x="64719" y="988275"/>
                  </a:lnTo>
                  <a:lnTo>
                    <a:pt x="54805" y="971140"/>
                  </a:lnTo>
                  <a:lnTo>
                    <a:pt x="45711" y="953811"/>
                  </a:lnTo>
                  <a:lnTo>
                    <a:pt x="37439" y="936318"/>
                  </a:lnTo>
                  <a:lnTo>
                    <a:pt x="29992" y="918690"/>
                  </a:lnTo>
                  <a:lnTo>
                    <a:pt x="23372" y="900958"/>
                  </a:lnTo>
                  <a:lnTo>
                    <a:pt x="17578" y="883151"/>
                  </a:lnTo>
                  <a:lnTo>
                    <a:pt x="12610" y="865299"/>
                  </a:lnTo>
                  <a:lnTo>
                    <a:pt x="8467" y="847432"/>
                  </a:lnTo>
                  <a:lnTo>
                    <a:pt x="5146" y="829580"/>
                  </a:lnTo>
                  <a:lnTo>
                    <a:pt x="2643" y="811772"/>
                  </a:lnTo>
                  <a:lnTo>
                    <a:pt x="955" y="794037"/>
                  </a:lnTo>
                  <a:lnTo>
                    <a:pt x="76" y="776405"/>
                  </a:lnTo>
                  <a:lnTo>
                    <a:pt x="0" y="758904"/>
                  </a:lnTo>
                  <a:lnTo>
                    <a:pt x="718" y="741564"/>
                  </a:lnTo>
                  <a:lnTo>
                    <a:pt x="2225" y="724413"/>
                  </a:lnTo>
                  <a:lnTo>
                    <a:pt x="4509" y="707478"/>
                  </a:lnTo>
                  <a:lnTo>
                    <a:pt x="7562" y="690787"/>
                  </a:lnTo>
                  <a:lnTo>
                    <a:pt x="11372" y="674369"/>
                  </a:lnTo>
                  <a:lnTo>
                    <a:pt x="15928" y="658250"/>
                  </a:lnTo>
                  <a:lnTo>
                    <a:pt x="21217" y="642456"/>
                  </a:lnTo>
                  <a:lnTo>
                    <a:pt x="27226" y="627013"/>
                  </a:lnTo>
                  <a:lnTo>
                    <a:pt x="33941" y="611948"/>
                  </a:lnTo>
                  <a:lnTo>
                    <a:pt x="41345" y="597286"/>
                  </a:lnTo>
                  <a:lnTo>
                    <a:pt x="49425" y="583051"/>
                  </a:lnTo>
                  <a:lnTo>
                    <a:pt x="58162" y="569267"/>
                  </a:lnTo>
                  <a:lnTo>
                    <a:pt x="67539" y="555958"/>
                  </a:lnTo>
                  <a:lnTo>
                    <a:pt x="77538" y="543147"/>
                  </a:lnTo>
                  <a:lnTo>
                    <a:pt x="88141" y="530857"/>
                  </a:lnTo>
                  <a:lnTo>
                    <a:pt x="99327" y="519108"/>
                  </a:lnTo>
                  <a:lnTo>
                    <a:pt x="99327" y="519108"/>
                  </a:lnTo>
                  <a:lnTo>
                    <a:pt x="99327" y="519108"/>
                  </a:lnTo>
                </a:path>
              </a:pathLst>
            </a:custGeom>
            <a:ln w="24933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5811022" y="5465459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6178087" y="5617503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5811022" y="5984568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5811022" y="5984568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5811022" y="650367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5811022" y="5984568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5811022" y="5984568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5811022" y="5984568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l662"/>
            <p:cNvSpPr/>
            <p:nvPr/>
          </p:nvSpPr>
          <p:spPr>
            <a:xfrm>
              <a:off x="5842623" y="5497061"/>
              <a:ext cx="0" cy="519108"/>
            </a:xfrm>
            <a:custGeom>
              <a:avLst/>
              <a:pathLst>
                <a:path w="0" h="519108">
                  <a:moveTo>
                    <a:pt x="0" y="519108"/>
                  </a:moveTo>
                  <a:lnTo>
                    <a:pt x="0" y="501207"/>
                  </a:lnTo>
                  <a:lnTo>
                    <a:pt x="0" y="483307"/>
                  </a:lnTo>
                  <a:lnTo>
                    <a:pt x="0" y="465407"/>
                  </a:lnTo>
                  <a:lnTo>
                    <a:pt x="0" y="447507"/>
                  </a:lnTo>
                  <a:lnTo>
                    <a:pt x="0" y="429606"/>
                  </a:lnTo>
                  <a:lnTo>
                    <a:pt x="0" y="411706"/>
                  </a:lnTo>
                  <a:lnTo>
                    <a:pt x="0" y="393806"/>
                  </a:lnTo>
                  <a:lnTo>
                    <a:pt x="0" y="375905"/>
                  </a:lnTo>
                  <a:lnTo>
                    <a:pt x="0" y="358005"/>
                  </a:lnTo>
                  <a:lnTo>
                    <a:pt x="0" y="340105"/>
                  </a:lnTo>
                  <a:lnTo>
                    <a:pt x="0" y="322205"/>
                  </a:lnTo>
                  <a:lnTo>
                    <a:pt x="0" y="304304"/>
                  </a:lnTo>
                  <a:lnTo>
                    <a:pt x="0" y="286404"/>
                  </a:lnTo>
                  <a:lnTo>
                    <a:pt x="0" y="268504"/>
                  </a:lnTo>
                  <a:lnTo>
                    <a:pt x="0" y="250603"/>
                  </a:lnTo>
                  <a:lnTo>
                    <a:pt x="0" y="232703"/>
                  </a:lnTo>
                  <a:lnTo>
                    <a:pt x="0" y="214803"/>
                  </a:lnTo>
                  <a:lnTo>
                    <a:pt x="0" y="196903"/>
                  </a:lnTo>
                  <a:lnTo>
                    <a:pt x="0" y="179002"/>
                  </a:lnTo>
                  <a:lnTo>
                    <a:pt x="0" y="161102"/>
                  </a:lnTo>
                  <a:lnTo>
                    <a:pt x="0" y="143202"/>
                  </a:lnTo>
                  <a:lnTo>
                    <a:pt x="0" y="125301"/>
                  </a:lnTo>
                  <a:lnTo>
                    <a:pt x="0" y="107401"/>
                  </a:lnTo>
                  <a:lnTo>
                    <a:pt x="0" y="89501"/>
                  </a:lnTo>
                  <a:lnTo>
                    <a:pt x="0" y="71601"/>
                  </a:lnTo>
                  <a:lnTo>
                    <a:pt x="0" y="53700"/>
                  </a:lnTo>
                  <a:lnTo>
                    <a:pt x="0" y="35800"/>
                  </a:lnTo>
                  <a:lnTo>
                    <a:pt x="0" y="1790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l663"/>
            <p:cNvSpPr/>
            <p:nvPr/>
          </p:nvSpPr>
          <p:spPr>
            <a:xfrm>
              <a:off x="5842623" y="5649104"/>
              <a:ext cx="367064" cy="367064"/>
            </a:xfrm>
            <a:custGeom>
              <a:avLst/>
              <a:pathLst>
                <a:path w="367064" h="367064">
                  <a:moveTo>
                    <a:pt x="0" y="367064"/>
                  </a:moveTo>
                  <a:lnTo>
                    <a:pt x="12657" y="354407"/>
                  </a:lnTo>
                  <a:lnTo>
                    <a:pt x="25314" y="341750"/>
                  </a:lnTo>
                  <a:lnTo>
                    <a:pt x="37972" y="329092"/>
                  </a:lnTo>
                  <a:lnTo>
                    <a:pt x="50629" y="316435"/>
                  </a:lnTo>
                  <a:lnTo>
                    <a:pt x="63287" y="303777"/>
                  </a:lnTo>
                  <a:lnTo>
                    <a:pt x="75944" y="291120"/>
                  </a:lnTo>
                  <a:lnTo>
                    <a:pt x="88601" y="278463"/>
                  </a:lnTo>
                  <a:lnTo>
                    <a:pt x="101259" y="265805"/>
                  </a:lnTo>
                  <a:lnTo>
                    <a:pt x="113916" y="253148"/>
                  </a:lnTo>
                  <a:lnTo>
                    <a:pt x="126574" y="240490"/>
                  </a:lnTo>
                  <a:lnTo>
                    <a:pt x="139231" y="227833"/>
                  </a:lnTo>
                  <a:lnTo>
                    <a:pt x="151888" y="215175"/>
                  </a:lnTo>
                  <a:lnTo>
                    <a:pt x="164546" y="202518"/>
                  </a:lnTo>
                  <a:lnTo>
                    <a:pt x="177203" y="189861"/>
                  </a:lnTo>
                  <a:lnTo>
                    <a:pt x="189861" y="177203"/>
                  </a:lnTo>
                  <a:lnTo>
                    <a:pt x="202518" y="164546"/>
                  </a:lnTo>
                  <a:lnTo>
                    <a:pt x="215175" y="151888"/>
                  </a:lnTo>
                  <a:lnTo>
                    <a:pt x="227833" y="139231"/>
                  </a:lnTo>
                  <a:lnTo>
                    <a:pt x="240490" y="126574"/>
                  </a:lnTo>
                  <a:lnTo>
                    <a:pt x="253148" y="113916"/>
                  </a:lnTo>
                  <a:lnTo>
                    <a:pt x="265805" y="101259"/>
                  </a:lnTo>
                  <a:lnTo>
                    <a:pt x="278463" y="88601"/>
                  </a:lnTo>
                  <a:lnTo>
                    <a:pt x="291120" y="75944"/>
                  </a:lnTo>
                  <a:lnTo>
                    <a:pt x="303777" y="63287"/>
                  </a:lnTo>
                  <a:lnTo>
                    <a:pt x="316435" y="50629"/>
                  </a:lnTo>
                  <a:lnTo>
                    <a:pt x="329092" y="37972"/>
                  </a:lnTo>
                  <a:lnTo>
                    <a:pt x="341750" y="25314"/>
                  </a:lnTo>
                  <a:lnTo>
                    <a:pt x="354407" y="12657"/>
                  </a:lnTo>
                  <a:lnTo>
                    <a:pt x="367064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l664"/>
            <p:cNvSpPr/>
            <p:nvPr/>
          </p:nvSpPr>
          <p:spPr>
            <a:xfrm>
              <a:off x="5842623" y="6016169"/>
              <a:ext cx="519108" cy="0"/>
            </a:xfrm>
            <a:custGeom>
              <a:avLst/>
              <a:pathLst>
                <a:path w="519108" h="0">
                  <a:moveTo>
                    <a:pt x="0" y="0"/>
                  </a:moveTo>
                  <a:lnTo>
                    <a:pt x="17900" y="0"/>
                  </a:lnTo>
                  <a:lnTo>
                    <a:pt x="35800" y="0"/>
                  </a:lnTo>
                  <a:lnTo>
                    <a:pt x="53700" y="0"/>
                  </a:lnTo>
                  <a:lnTo>
                    <a:pt x="71601" y="0"/>
                  </a:lnTo>
                  <a:lnTo>
                    <a:pt x="89501" y="0"/>
                  </a:lnTo>
                  <a:lnTo>
                    <a:pt x="107401" y="0"/>
                  </a:lnTo>
                  <a:lnTo>
                    <a:pt x="125301" y="0"/>
                  </a:lnTo>
                  <a:lnTo>
                    <a:pt x="143202" y="0"/>
                  </a:lnTo>
                  <a:lnTo>
                    <a:pt x="161102" y="0"/>
                  </a:lnTo>
                  <a:lnTo>
                    <a:pt x="179002" y="0"/>
                  </a:lnTo>
                  <a:lnTo>
                    <a:pt x="196903" y="0"/>
                  </a:lnTo>
                  <a:lnTo>
                    <a:pt x="214803" y="0"/>
                  </a:lnTo>
                  <a:lnTo>
                    <a:pt x="232703" y="0"/>
                  </a:lnTo>
                  <a:lnTo>
                    <a:pt x="250603" y="0"/>
                  </a:lnTo>
                  <a:lnTo>
                    <a:pt x="268504" y="0"/>
                  </a:lnTo>
                  <a:lnTo>
                    <a:pt x="286404" y="0"/>
                  </a:lnTo>
                  <a:lnTo>
                    <a:pt x="304304" y="0"/>
                  </a:lnTo>
                  <a:lnTo>
                    <a:pt x="322205" y="0"/>
                  </a:lnTo>
                  <a:lnTo>
                    <a:pt x="340105" y="0"/>
                  </a:lnTo>
                  <a:lnTo>
                    <a:pt x="358005" y="0"/>
                  </a:lnTo>
                  <a:lnTo>
                    <a:pt x="375905" y="0"/>
                  </a:lnTo>
                  <a:lnTo>
                    <a:pt x="393806" y="0"/>
                  </a:lnTo>
                  <a:lnTo>
                    <a:pt x="411706" y="0"/>
                  </a:lnTo>
                  <a:lnTo>
                    <a:pt x="429606" y="0"/>
                  </a:lnTo>
                  <a:lnTo>
                    <a:pt x="447507" y="0"/>
                  </a:lnTo>
                  <a:lnTo>
                    <a:pt x="465407" y="0"/>
                  </a:lnTo>
                  <a:lnTo>
                    <a:pt x="483307" y="0"/>
                  </a:lnTo>
                  <a:lnTo>
                    <a:pt x="501207" y="0"/>
                  </a:lnTo>
                  <a:lnTo>
                    <a:pt x="519108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l665"/>
            <p:cNvSpPr/>
            <p:nvPr/>
          </p:nvSpPr>
          <p:spPr>
            <a:xfrm>
              <a:off x="5842623" y="6016169"/>
              <a:ext cx="367064" cy="367064"/>
            </a:xfrm>
            <a:custGeom>
              <a:avLst/>
              <a:pathLst>
                <a:path w="367064" h="367064">
                  <a:moveTo>
                    <a:pt x="0" y="0"/>
                  </a:moveTo>
                  <a:lnTo>
                    <a:pt x="12657" y="12657"/>
                  </a:lnTo>
                  <a:lnTo>
                    <a:pt x="25314" y="25314"/>
                  </a:lnTo>
                  <a:lnTo>
                    <a:pt x="37972" y="37972"/>
                  </a:lnTo>
                  <a:lnTo>
                    <a:pt x="50629" y="50629"/>
                  </a:lnTo>
                  <a:lnTo>
                    <a:pt x="63287" y="63287"/>
                  </a:lnTo>
                  <a:lnTo>
                    <a:pt x="75944" y="75944"/>
                  </a:lnTo>
                  <a:lnTo>
                    <a:pt x="88601" y="88601"/>
                  </a:lnTo>
                  <a:lnTo>
                    <a:pt x="101259" y="101259"/>
                  </a:lnTo>
                  <a:lnTo>
                    <a:pt x="113916" y="113916"/>
                  </a:lnTo>
                  <a:lnTo>
                    <a:pt x="126574" y="126574"/>
                  </a:lnTo>
                  <a:lnTo>
                    <a:pt x="139231" y="139231"/>
                  </a:lnTo>
                  <a:lnTo>
                    <a:pt x="151888" y="151888"/>
                  </a:lnTo>
                  <a:lnTo>
                    <a:pt x="164546" y="164546"/>
                  </a:lnTo>
                  <a:lnTo>
                    <a:pt x="177203" y="177203"/>
                  </a:lnTo>
                  <a:lnTo>
                    <a:pt x="189861" y="189861"/>
                  </a:lnTo>
                  <a:lnTo>
                    <a:pt x="202518" y="202518"/>
                  </a:lnTo>
                  <a:lnTo>
                    <a:pt x="215175" y="215175"/>
                  </a:lnTo>
                  <a:lnTo>
                    <a:pt x="227833" y="227833"/>
                  </a:lnTo>
                  <a:lnTo>
                    <a:pt x="240490" y="240490"/>
                  </a:lnTo>
                  <a:lnTo>
                    <a:pt x="253148" y="253148"/>
                  </a:lnTo>
                  <a:lnTo>
                    <a:pt x="265805" y="265805"/>
                  </a:lnTo>
                  <a:lnTo>
                    <a:pt x="278463" y="278463"/>
                  </a:lnTo>
                  <a:lnTo>
                    <a:pt x="291120" y="291120"/>
                  </a:lnTo>
                  <a:lnTo>
                    <a:pt x="303777" y="303777"/>
                  </a:lnTo>
                  <a:lnTo>
                    <a:pt x="316435" y="316435"/>
                  </a:lnTo>
                  <a:lnTo>
                    <a:pt x="329092" y="329092"/>
                  </a:lnTo>
                  <a:lnTo>
                    <a:pt x="341750" y="341750"/>
                  </a:lnTo>
                  <a:lnTo>
                    <a:pt x="354407" y="354407"/>
                  </a:lnTo>
                  <a:lnTo>
                    <a:pt x="367064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l666"/>
            <p:cNvSpPr/>
            <p:nvPr/>
          </p:nvSpPr>
          <p:spPr>
            <a:xfrm>
              <a:off x="5842623" y="6016169"/>
              <a:ext cx="0" cy="519108"/>
            </a:xfrm>
            <a:custGeom>
              <a:avLst/>
              <a:pathLst>
                <a:path w="0" h="519108">
                  <a:moveTo>
                    <a:pt x="0" y="0"/>
                  </a:moveTo>
                  <a:lnTo>
                    <a:pt x="0" y="17900"/>
                  </a:lnTo>
                  <a:lnTo>
                    <a:pt x="0" y="35800"/>
                  </a:lnTo>
                  <a:lnTo>
                    <a:pt x="0" y="53700"/>
                  </a:lnTo>
                  <a:lnTo>
                    <a:pt x="0" y="71601"/>
                  </a:lnTo>
                  <a:lnTo>
                    <a:pt x="0" y="89501"/>
                  </a:lnTo>
                  <a:lnTo>
                    <a:pt x="0" y="107401"/>
                  </a:lnTo>
                  <a:lnTo>
                    <a:pt x="0" y="125301"/>
                  </a:lnTo>
                  <a:lnTo>
                    <a:pt x="0" y="143202"/>
                  </a:lnTo>
                  <a:lnTo>
                    <a:pt x="0" y="161102"/>
                  </a:lnTo>
                  <a:lnTo>
                    <a:pt x="0" y="179002"/>
                  </a:lnTo>
                  <a:lnTo>
                    <a:pt x="0" y="196903"/>
                  </a:lnTo>
                  <a:lnTo>
                    <a:pt x="0" y="214803"/>
                  </a:lnTo>
                  <a:lnTo>
                    <a:pt x="0" y="232703"/>
                  </a:lnTo>
                  <a:lnTo>
                    <a:pt x="0" y="250603"/>
                  </a:lnTo>
                  <a:lnTo>
                    <a:pt x="0" y="268504"/>
                  </a:lnTo>
                  <a:lnTo>
                    <a:pt x="0" y="286404"/>
                  </a:lnTo>
                  <a:lnTo>
                    <a:pt x="0" y="304304"/>
                  </a:lnTo>
                  <a:lnTo>
                    <a:pt x="0" y="322205"/>
                  </a:lnTo>
                  <a:lnTo>
                    <a:pt x="0" y="340105"/>
                  </a:lnTo>
                  <a:lnTo>
                    <a:pt x="0" y="358005"/>
                  </a:lnTo>
                  <a:lnTo>
                    <a:pt x="0" y="375905"/>
                  </a:lnTo>
                  <a:lnTo>
                    <a:pt x="0" y="393806"/>
                  </a:lnTo>
                  <a:lnTo>
                    <a:pt x="0" y="411706"/>
                  </a:lnTo>
                  <a:lnTo>
                    <a:pt x="0" y="429606"/>
                  </a:lnTo>
                  <a:lnTo>
                    <a:pt x="0" y="447507"/>
                  </a:lnTo>
                  <a:lnTo>
                    <a:pt x="0" y="465407"/>
                  </a:lnTo>
                  <a:lnTo>
                    <a:pt x="0" y="483307"/>
                  </a:lnTo>
                  <a:lnTo>
                    <a:pt x="0" y="501207"/>
                  </a:lnTo>
                  <a:lnTo>
                    <a:pt x="0" y="519108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l667"/>
            <p:cNvSpPr/>
            <p:nvPr/>
          </p:nvSpPr>
          <p:spPr>
            <a:xfrm>
              <a:off x="5475558" y="6016169"/>
              <a:ext cx="367064" cy="367064"/>
            </a:xfrm>
            <a:custGeom>
              <a:avLst/>
              <a:pathLst>
                <a:path w="367064" h="367064">
                  <a:moveTo>
                    <a:pt x="367064" y="0"/>
                  </a:moveTo>
                  <a:lnTo>
                    <a:pt x="354407" y="12657"/>
                  </a:lnTo>
                  <a:lnTo>
                    <a:pt x="341750" y="25314"/>
                  </a:lnTo>
                  <a:lnTo>
                    <a:pt x="329092" y="37972"/>
                  </a:lnTo>
                  <a:lnTo>
                    <a:pt x="316435" y="50629"/>
                  </a:lnTo>
                  <a:lnTo>
                    <a:pt x="303777" y="63287"/>
                  </a:lnTo>
                  <a:lnTo>
                    <a:pt x="291120" y="75944"/>
                  </a:lnTo>
                  <a:lnTo>
                    <a:pt x="278463" y="88601"/>
                  </a:lnTo>
                  <a:lnTo>
                    <a:pt x="265805" y="101259"/>
                  </a:lnTo>
                  <a:lnTo>
                    <a:pt x="253148" y="113916"/>
                  </a:lnTo>
                  <a:lnTo>
                    <a:pt x="240490" y="126574"/>
                  </a:lnTo>
                  <a:lnTo>
                    <a:pt x="227833" y="139231"/>
                  </a:lnTo>
                  <a:lnTo>
                    <a:pt x="215175" y="151888"/>
                  </a:lnTo>
                  <a:lnTo>
                    <a:pt x="202518" y="164546"/>
                  </a:lnTo>
                  <a:lnTo>
                    <a:pt x="189861" y="177203"/>
                  </a:lnTo>
                  <a:lnTo>
                    <a:pt x="177203" y="189861"/>
                  </a:lnTo>
                  <a:lnTo>
                    <a:pt x="164546" y="202518"/>
                  </a:lnTo>
                  <a:lnTo>
                    <a:pt x="151888" y="215175"/>
                  </a:lnTo>
                  <a:lnTo>
                    <a:pt x="139231" y="227833"/>
                  </a:lnTo>
                  <a:lnTo>
                    <a:pt x="126574" y="240490"/>
                  </a:lnTo>
                  <a:lnTo>
                    <a:pt x="113916" y="253148"/>
                  </a:lnTo>
                  <a:lnTo>
                    <a:pt x="101259" y="265805"/>
                  </a:lnTo>
                  <a:lnTo>
                    <a:pt x="88601" y="278463"/>
                  </a:lnTo>
                  <a:lnTo>
                    <a:pt x="75944" y="291120"/>
                  </a:lnTo>
                  <a:lnTo>
                    <a:pt x="63287" y="303777"/>
                  </a:lnTo>
                  <a:lnTo>
                    <a:pt x="50629" y="316435"/>
                  </a:lnTo>
                  <a:lnTo>
                    <a:pt x="37972" y="329092"/>
                  </a:lnTo>
                  <a:lnTo>
                    <a:pt x="25314" y="341750"/>
                  </a:lnTo>
                  <a:lnTo>
                    <a:pt x="12657" y="354407"/>
                  </a:lnTo>
                  <a:lnTo>
                    <a:pt x="0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l668"/>
            <p:cNvSpPr/>
            <p:nvPr/>
          </p:nvSpPr>
          <p:spPr>
            <a:xfrm>
              <a:off x="5323515" y="6016169"/>
              <a:ext cx="519108" cy="0"/>
            </a:xfrm>
            <a:custGeom>
              <a:avLst/>
              <a:pathLst>
                <a:path w="519108" h="0">
                  <a:moveTo>
                    <a:pt x="519108" y="0"/>
                  </a:moveTo>
                  <a:lnTo>
                    <a:pt x="501207" y="0"/>
                  </a:lnTo>
                  <a:lnTo>
                    <a:pt x="483307" y="0"/>
                  </a:lnTo>
                  <a:lnTo>
                    <a:pt x="465407" y="0"/>
                  </a:lnTo>
                  <a:lnTo>
                    <a:pt x="447507" y="0"/>
                  </a:lnTo>
                  <a:lnTo>
                    <a:pt x="429606" y="0"/>
                  </a:lnTo>
                  <a:lnTo>
                    <a:pt x="411706" y="0"/>
                  </a:lnTo>
                  <a:lnTo>
                    <a:pt x="393806" y="0"/>
                  </a:lnTo>
                  <a:lnTo>
                    <a:pt x="375905" y="0"/>
                  </a:lnTo>
                  <a:lnTo>
                    <a:pt x="358005" y="0"/>
                  </a:lnTo>
                  <a:lnTo>
                    <a:pt x="340105" y="0"/>
                  </a:lnTo>
                  <a:lnTo>
                    <a:pt x="322205" y="0"/>
                  </a:lnTo>
                  <a:lnTo>
                    <a:pt x="304304" y="0"/>
                  </a:lnTo>
                  <a:lnTo>
                    <a:pt x="286404" y="0"/>
                  </a:lnTo>
                  <a:lnTo>
                    <a:pt x="268504" y="0"/>
                  </a:lnTo>
                  <a:lnTo>
                    <a:pt x="250603" y="0"/>
                  </a:lnTo>
                  <a:lnTo>
                    <a:pt x="232703" y="0"/>
                  </a:lnTo>
                  <a:lnTo>
                    <a:pt x="214803" y="0"/>
                  </a:lnTo>
                  <a:lnTo>
                    <a:pt x="196903" y="0"/>
                  </a:lnTo>
                  <a:lnTo>
                    <a:pt x="179002" y="0"/>
                  </a:lnTo>
                  <a:lnTo>
                    <a:pt x="161102" y="0"/>
                  </a:lnTo>
                  <a:lnTo>
                    <a:pt x="143202" y="0"/>
                  </a:lnTo>
                  <a:lnTo>
                    <a:pt x="125301" y="0"/>
                  </a:lnTo>
                  <a:lnTo>
                    <a:pt x="107401" y="0"/>
                  </a:lnTo>
                  <a:lnTo>
                    <a:pt x="89501" y="0"/>
                  </a:lnTo>
                  <a:lnTo>
                    <a:pt x="71601" y="0"/>
                  </a:lnTo>
                  <a:lnTo>
                    <a:pt x="53700" y="0"/>
                  </a:lnTo>
                  <a:lnTo>
                    <a:pt x="35800" y="0"/>
                  </a:lnTo>
                  <a:lnTo>
                    <a:pt x="17900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l669"/>
            <p:cNvSpPr/>
            <p:nvPr/>
          </p:nvSpPr>
          <p:spPr>
            <a:xfrm>
              <a:off x="5475558" y="5649104"/>
              <a:ext cx="367064" cy="367064"/>
            </a:xfrm>
            <a:custGeom>
              <a:avLst/>
              <a:pathLst>
                <a:path w="367064" h="367064">
                  <a:moveTo>
                    <a:pt x="367064" y="367064"/>
                  </a:moveTo>
                  <a:lnTo>
                    <a:pt x="354407" y="354407"/>
                  </a:lnTo>
                  <a:lnTo>
                    <a:pt x="341750" y="341750"/>
                  </a:lnTo>
                  <a:lnTo>
                    <a:pt x="329092" y="329092"/>
                  </a:lnTo>
                  <a:lnTo>
                    <a:pt x="316435" y="316435"/>
                  </a:lnTo>
                  <a:lnTo>
                    <a:pt x="303777" y="303777"/>
                  </a:lnTo>
                  <a:lnTo>
                    <a:pt x="291120" y="291120"/>
                  </a:lnTo>
                  <a:lnTo>
                    <a:pt x="278463" y="278463"/>
                  </a:lnTo>
                  <a:lnTo>
                    <a:pt x="265805" y="265805"/>
                  </a:lnTo>
                  <a:lnTo>
                    <a:pt x="253148" y="253148"/>
                  </a:lnTo>
                  <a:lnTo>
                    <a:pt x="240490" y="240490"/>
                  </a:lnTo>
                  <a:lnTo>
                    <a:pt x="227833" y="227833"/>
                  </a:lnTo>
                  <a:lnTo>
                    <a:pt x="215175" y="215175"/>
                  </a:lnTo>
                  <a:lnTo>
                    <a:pt x="202518" y="202518"/>
                  </a:lnTo>
                  <a:lnTo>
                    <a:pt x="189861" y="189861"/>
                  </a:lnTo>
                  <a:lnTo>
                    <a:pt x="177203" y="177203"/>
                  </a:lnTo>
                  <a:lnTo>
                    <a:pt x="164546" y="164546"/>
                  </a:lnTo>
                  <a:lnTo>
                    <a:pt x="151888" y="151888"/>
                  </a:lnTo>
                  <a:lnTo>
                    <a:pt x="139231" y="139231"/>
                  </a:lnTo>
                  <a:lnTo>
                    <a:pt x="126574" y="126574"/>
                  </a:lnTo>
                  <a:lnTo>
                    <a:pt x="113916" y="113916"/>
                  </a:lnTo>
                  <a:lnTo>
                    <a:pt x="101259" y="101259"/>
                  </a:lnTo>
                  <a:lnTo>
                    <a:pt x="88601" y="88601"/>
                  </a:lnTo>
                  <a:lnTo>
                    <a:pt x="75944" y="75944"/>
                  </a:lnTo>
                  <a:lnTo>
                    <a:pt x="63287" y="63287"/>
                  </a:lnTo>
                  <a:lnTo>
                    <a:pt x="50629" y="50629"/>
                  </a:lnTo>
                  <a:lnTo>
                    <a:pt x="37972" y="37972"/>
                  </a:lnTo>
                  <a:lnTo>
                    <a:pt x="25314" y="25314"/>
                  </a:lnTo>
                  <a:lnTo>
                    <a:pt x="12657" y="1265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tx670"/>
            <p:cNvSpPr/>
            <p:nvPr/>
          </p:nvSpPr>
          <p:spPr>
            <a:xfrm>
              <a:off x="5710584" y="539349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671" name="tx671"/>
            <p:cNvSpPr/>
            <p:nvPr/>
          </p:nvSpPr>
          <p:spPr>
            <a:xfrm>
              <a:off x="6021439" y="556454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672" name="tx672"/>
            <p:cNvSpPr/>
            <p:nvPr/>
          </p:nvSpPr>
          <p:spPr>
            <a:xfrm>
              <a:off x="6318538" y="5977490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673" name="tx673"/>
            <p:cNvSpPr/>
            <p:nvPr/>
          </p:nvSpPr>
          <p:spPr>
            <a:xfrm>
              <a:off x="6012341" y="639043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674" name="tx674"/>
            <p:cNvSpPr/>
            <p:nvPr/>
          </p:nvSpPr>
          <p:spPr>
            <a:xfrm>
              <a:off x="5701485" y="656148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675" name="tx675"/>
            <p:cNvSpPr/>
            <p:nvPr/>
          </p:nvSpPr>
          <p:spPr>
            <a:xfrm>
              <a:off x="5177483" y="639043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676" name="tx676"/>
            <p:cNvSpPr/>
            <p:nvPr/>
          </p:nvSpPr>
          <p:spPr>
            <a:xfrm>
              <a:off x="5136554" y="5977490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677" name="tx677"/>
            <p:cNvSpPr/>
            <p:nvPr/>
          </p:nvSpPr>
          <p:spPr>
            <a:xfrm>
              <a:off x="5186582" y="556454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678" name="tx678"/>
            <p:cNvSpPr/>
            <p:nvPr/>
          </p:nvSpPr>
          <p:spPr>
            <a:xfrm>
              <a:off x="4953165" y="5724794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679" name="tx679"/>
            <p:cNvSpPr/>
            <p:nvPr/>
          </p:nvSpPr>
          <p:spPr>
            <a:xfrm>
              <a:off x="4903696" y="5465240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680" name="rc680"/>
            <p:cNvSpPr/>
            <p:nvPr/>
          </p:nvSpPr>
          <p:spPr>
            <a:xfrm>
              <a:off x="6823205" y="5108705"/>
              <a:ext cx="2251205" cy="22062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81" name="rc681"/>
            <p:cNvSpPr/>
            <p:nvPr/>
          </p:nvSpPr>
          <p:spPr>
            <a:xfrm>
              <a:off x="6823205" y="5329326"/>
              <a:ext cx="2251205" cy="14590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" name="rc682"/>
            <p:cNvSpPr/>
            <p:nvPr/>
          </p:nvSpPr>
          <p:spPr>
            <a:xfrm>
              <a:off x="7151204" y="5108705"/>
              <a:ext cx="1885248" cy="22062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3" name="tx683"/>
            <p:cNvSpPr/>
            <p:nvPr/>
          </p:nvSpPr>
          <p:spPr>
            <a:xfrm>
              <a:off x="7728526" y="5138453"/>
              <a:ext cx="73060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Gaviiformes</a:t>
              </a:r>
            </a:p>
          </p:txBody>
        </p:sp>
        <p:sp>
          <p:nvSpPr>
            <p:cNvPr id="684" name="tx684"/>
            <p:cNvSpPr/>
            <p:nvPr/>
          </p:nvSpPr>
          <p:spPr>
            <a:xfrm>
              <a:off x="7516842" y="5235228"/>
              <a:ext cx="11539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3, species = 1</a:t>
              </a:r>
            </a:p>
          </p:txBody>
        </p:sp>
        <p:sp>
          <p:nvSpPr>
            <p:cNvPr id="685" name="rc685"/>
            <p:cNvSpPr/>
            <p:nvPr/>
          </p:nvSpPr>
          <p:spPr>
            <a:xfrm>
              <a:off x="7444943" y="5367284"/>
              <a:ext cx="1297770" cy="1297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" name="pl686"/>
            <p:cNvSpPr/>
            <p:nvPr/>
          </p:nvSpPr>
          <p:spPr>
            <a:xfrm>
              <a:off x="8093828" y="5432172"/>
              <a:ext cx="0" cy="583996"/>
            </a:xfrm>
            <a:custGeom>
              <a:avLst/>
              <a:pathLst>
                <a:path w="0" h="583996">
                  <a:moveTo>
                    <a:pt x="0" y="583996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87" name="pl687"/>
            <p:cNvSpPr/>
            <p:nvPr/>
          </p:nvSpPr>
          <p:spPr>
            <a:xfrm>
              <a:off x="8093828" y="5603221"/>
              <a:ext cx="412948" cy="412948"/>
            </a:xfrm>
            <a:custGeom>
              <a:avLst/>
              <a:pathLst>
                <a:path w="412948" h="412948">
                  <a:moveTo>
                    <a:pt x="0" y="412948"/>
                  </a:moveTo>
                  <a:lnTo>
                    <a:pt x="41294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88" name="pl688"/>
            <p:cNvSpPr/>
            <p:nvPr/>
          </p:nvSpPr>
          <p:spPr>
            <a:xfrm>
              <a:off x="8093828" y="6016169"/>
              <a:ext cx="583996" cy="0"/>
            </a:xfrm>
            <a:custGeom>
              <a:avLst/>
              <a:pathLst>
                <a:path w="583996" h="0">
                  <a:moveTo>
                    <a:pt x="0" y="0"/>
                  </a:moveTo>
                  <a:lnTo>
                    <a:pt x="583996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89" name="pl689"/>
            <p:cNvSpPr/>
            <p:nvPr/>
          </p:nvSpPr>
          <p:spPr>
            <a:xfrm>
              <a:off x="8093828" y="6016169"/>
              <a:ext cx="412948" cy="412948"/>
            </a:xfrm>
            <a:custGeom>
              <a:avLst/>
              <a:pathLst>
                <a:path w="412948" h="412948">
                  <a:moveTo>
                    <a:pt x="0" y="0"/>
                  </a:moveTo>
                  <a:lnTo>
                    <a:pt x="412948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90" name="pl690"/>
            <p:cNvSpPr/>
            <p:nvPr/>
          </p:nvSpPr>
          <p:spPr>
            <a:xfrm>
              <a:off x="8093828" y="6016169"/>
              <a:ext cx="0" cy="583996"/>
            </a:xfrm>
            <a:custGeom>
              <a:avLst/>
              <a:pathLst>
                <a:path w="0" h="583996">
                  <a:moveTo>
                    <a:pt x="0" y="0"/>
                  </a:moveTo>
                  <a:lnTo>
                    <a:pt x="0" y="583996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91" name="pl691"/>
            <p:cNvSpPr/>
            <p:nvPr/>
          </p:nvSpPr>
          <p:spPr>
            <a:xfrm>
              <a:off x="7680880" y="6016169"/>
              <a:ext cx="412948" cy="412948"/>
            </a:xfrm>
            <a:custGeom>
              <a:avLst/>
              <a:pathLst>
                <a:path w="412948" h="412948">
                  <a:moveTo>
                    <a:pt x="412948" y="0"/>
                  </a:moveTo>
                  <a:lnTo>
                    <a:pt x="0" y="41294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92" name="pl692"/>
            <p:cNvSpPr/>
            <p:nvPr/>
          </p:nvSpPr>
          <p:spPr>
            <a:xfrm>
              <a:off x="7509832" y="6016169"/>
              <a:ext cx="583996" cy="0"/>
            </a:xfrm>
            <a:custGeom>
              <a:avLst/>
              <a:pathLst>
                <a:path w="583996" h="0">
                  <a:moveTo>
                    <a:pt x="583996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93" name="pl693"/>
            <p:cNvSpPr/>
            <p:nvPr/>
          </p:nvSpPr>
          <p:spPr>
            <a:xfrm>
              <a:off x="7680880" y="5603221"/>
              <a:ext cx="412948" cy="412948"/>
            </a:xfrm>
            <a:custGeom>
              <a:avLst/>
              <a:pathLst>
                <a:path w="412948" h="412948">
                  <a:moveTo>
                    <a:pt x="412948" y="41294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94" name="pl694"/>
            <p:cNvSpPr/>
            <p:nvPr/>
          </p:nvSpPr>
          <p:spPr>
            <a:xfrm>
              <a:off x="7834307" y="5756615"/>
              <a:ext cx="519042" cy="518977"/>
            </a:xfrm>
            <a:custGeom>
              <a:avLst/>
              <a:pathLst>
                <a:path w="519042" h="518977">
                  <a:moveTo>
                    <a:pt x="259521" y="0"/>
                  </a:moveTo>
                  <a:lnTo>
                    <a:pt x="275983" y="522"/>
                  </a:lnTo>
                  <a:lnTo>
                    <a:pt x="292379" y="2088"/>
                  </a:lnTo>
                  <a:lnTo>
                    <a:pt x="308642" y="4690"/>
                  </a:lnTo>
                  <a:lnTo>
                    <a:pt x="324707" y="8319"/>
                  </a:lnTo>
                  <a:lnTo>
                    <a:pt x="340510" y="12959"/>
                  </a:lnTo>
                  <a:lnTo>
                    <a:pt x="355987" y="18592"/>
                  </a:lnTo>
                  <a:lnTo>
                    <a:pt x="371076" y="25195"/>
                  </a:lnTo>
                  <a:lnTo>
                    <a:pt x="385715" y="32742"/>
                  </a:lnTo>
                  <a:lnTo>
                    <a:pt x="399846" y="41203"/>
                  </a:lnTo>
                  <a:lnTo>
                    <a:pt x="413413" y="50542"/>
                  </a:lnTo>
                  <a:lnTo>
                    <a:pt x="426359" y="60724"/>
                  </a:lnTo>
                  <a:lnTo>
                    <a:pt x="438634" y="71705"/>
                  </a:lnTo>
                  <a:lnTo>
                    <a:pt x="450187" y="83444"/>
                  </a:lnTo>
                  <a:lnTo>
                    <a:pt x="460973" y="95891"/>
                  </a:lnTo>
                  <a:lnTo>
                    <a:pt x="470947" y="108997"/>
                  </a:lnTo>
                  <a:lnTo>
                    <a:pt x="480071" y="122710"/>
                  </a:lnTo>
                  <a:lnTo>
                    <a:pt x="488306" y="136974"/>
                  </a:lnTo>
                  <a:lnTo>
                    <a:pt x="495620" y="151731"/>
                  </a:lnTo>
                  <a:lnTo>
                    <a:pt x="501983" y="166922"/>
                  </a:lnTo>
                  <a:lnTo>
                    <a:pt x="507370" y="182487"/>
                  </a:lnTo>
                  <a:lnTo>
                    <a:pt x="511759" y="198361"/>
                  </a:lnTo>
                  <a:lnTo>
                    <a:pt x="515132" y="214483"/>
                  </a:lnTo>
                  <a:lnTo>
                    <a:pt x="517476" y="230785"/>
                  </a:lnTo>
                  <a:lnTo>
                    <a:pt x="518781" y="247204"/>
                  </a:lnTo>
                  <a:lnTo>
                    <a:pt x="519042" y="263672"/>
                  </a:lnTo>
                  <a:lnTo>
                    <a:pt x="518259" y="280123"/>
                  </a:lnTo>
                  <a:lnTo>
                    <a:pt x="516433" y="296492"/>
                  </a:lnTo>
                  <a:lnTo>
                    <a:pt x="513573" y="312712"/>
                  </a:lnTo>
                  <a:lnTo>
                    <a:pt x="509690" y="328718"/>
                  </a:lnTo>
                  <a:lnTo>
                    <a:pt x="504800" y="344445"/>
                  </a:lnTo>
                  <a:lnTo>
                    <a:pt x="498922" y="359831"/>
                  </a:lnTo>
                  <a:lnTo>
                    <a:pt x="492080" y="374813"/>
                  </a:lnTo>
                  <a:lnTo>
                    <a:pt x="484301" y="389331"/>
                  </a:lnTo>
                  <a:lnTo>
                    <a:pt x="475618" y="403326"/>
                  </a:lnTo>
                  <a:lnTo>
                    <a:pt x="466064" y="416742"/>
                  </a:lnTo>
                  <a:lnTo>
                    <a:pt x="455679" y="429525"/>
                  </a:lnTo>
                  <a:lnTo>
                    <a:pt x="444504" y="441624"/>
                  </a:lnTo>
                  <a:lnTo>
                    <a:pt x="432584" y="452990"/>
                  </a:lnTo>
                  <a:lnTo>
                    <a:pt x="419967" y="463577"/>
                  </a:lnTo>
                  <a:lnTo>
                    <a:pt x="406704" y="473342"/>
                  </a:lnTo>
                  <a:lnTo>
                    <a:pt x="392848" y="482247"/>
                  </a:lnTo>
                  <a:lnTo>
                    <a:pt x="378455" y="490254"/>
                  </a:lnTo>
                  <a:lnTo>
                    <a:pt x="363584" y="497333"/>
                  </a:lnTo>
                  <a:lnTo>
                    <a:pt x="348294" y="503455"/>
                  </a:lnTo>
                  <a:lnTo>
                    <a:pt x="332646" y="508594"/>
                  </a:lnTo>
                  <a:lnTo>
                    <a:pt x="316703" y="512730"/>
                  </a:lnTo>
                  <a:lnTo>
                    <a:pt x="300531" y="515847"/>
                  </a:lnTo>
                  <a:lnTo>
                    <a:pt x="284193" y="517932"/>
                  </a:lnTo>
                  <a:lnTo>
                    <a:pt x="267756" y="518977"/>
                  </a:lnTo>
                  <a:lnTo>
                    <a:pt x="251286" y="518977"/>
                  </a:lnTo>
                  <a:lnTo>
                    <a:pt x="234849" y="517932"/>
                  </a:lnTo>
                  <a:lnTo>
                    <a:pt x="218511" y="515847"/>
                  </a:lnTo>
                  <a:lnTo>
                    <a:pt x="202338" y="512730"/>
                  </a:lnTo>
                  <a:lnTo>
                    <a:pt x="186396" y="508594"/>
                  </a:lnTo>
                  <a:lnTo>
                    <a:pt x="170748" y="503455"/>
                  </a:lnTo>
                  <a:lnTo>
                    <a:pt x="155458" y="497333"/>
                  </a:lnTo>
                  <a:lnTo>
                    <a:pt x="140586" y="490254"/>
                  </a:lnTo>
                  <a:lnTo>
                    <a:pt x="126194" y="482247"/>
                  </a:lnTo>
                  <a:lnTo>
                    <a:pt x="112338" y="473342"/>
                  </a:lnTo>
                  <a:lnTo>
                    <a:pt x="99075" y="463577"/>
                  </a:lnTo>
                  <a:lnTo>
                    <a:pt x="86458" y="452990"/>
                  </a:lnTo>
                  <a:lnTo>
                    <a:pt x="74538" y="441624"/>
                  </a:lnTo>
                  <a:lnTo>
                    <a:pt x="63363" y="429525"/>
                  </a:lnTo>
                  <a:lnTo>
                    <a:pt x="52978" y="416742"/>
                  </a:lnTo>
                  <a:lnTo>
                    <a:pt x="43424" y="403326"/>
                  </a:lnTo>
                  <a:lnTo>
                    <a:pt x="34740" y="389331"/>
                  </a:lnTo>
                  <a:lnTo>
                    <a:pt x="26962" y="374813"/>
                  </a:lnTo>
                  <a:lnTo>
                    <a:pt x="20120" y="359831"/>
                  </a:lnTo>
                  <a:lnTo>
                    <a:pt x="14242" y="344445"/>
                  </a:lnTo>
                  <a:lnTo>
                    <a:pt x="9352" y="328718"/>
                  </a:lnTo>
                  <a:lnTo>
                    <a:pt x="5469" y="312712"/>
                  </a:lnTo>
                  <a:lnTo>
                    <a:pt x="2609" y="296492"/>
                  </a:lnTo>
                  <a:lnTo>
                    <a:pt x="783" y="280123"/>
                  </a:lnTo>
                  <a:lnTo>
                    <a:pt x="0" y="263672"/>
                  </a:lnTo>
                  <a:lnTo>
                    <a:pt x="261" y="247204"/>
                  </a:lnTo>
                  <a:lnTo>
                    <a:pt x="1566" y="230785"/>
                  </a:lnTo>
                  <a:lnTo>
                    <a:pt x="3910" y="214483"/>
                  </a:lnTo>
                  <a:lnTo>
                    <a:pt x="7283" y="198361"/>
                  </a:lnTo>
                  <a:lnTo>
                    <a:pt x="11672" y="182487"/>
                  </a:lnTo>
                  <a:lnTo>
                    <a:pt x="17059" y="166922"/>
                  </a:lnTo>
                  <a:lnTo>
                    <a:pt x="23422" y="151731"/>
                  </a:lnTo>
                  <a:lnTo>
                    <a:pt x="30736" y="136974"/>
                  </a:lnTo>
                  <a:lnTo>
                    <a:pt x="38971" y="122710"/>
                  </a:lnTo>
                  <a:lnTo>
                    <a:pt x="48094" y="108997"/>
                  </a:lnTo>
                  <a:lnTo>
                    <a:pt x="58069" y="95891"/>
                  </a:lnTo>
                  <a:lnTo>
                    <a:pt x="68855" y="83444"/>
                  </a:lnTo>
                  <a:lnTo>
                    <a:pt x="80408" y="71705"/>
                  </a:lnTo>
                  <a:lnTo>
                    <a:pt x="92683" y="60724"/>
                  </a:lnTo>
                  <a:lnTo>
                    <a:pt x="105629" y="50542"/>
                  </a:lnTo>
                  <a:lnTo>
                    <a:pt x="119195" y="41203"/>
                  </a:lnTo>
                  <a:lnTo>
                    <a:pt x="133327" y="32742"/>
                  </a:lnTo>
                  <a:lnTo>
                    <a:pt x="147966" y="25195"/>
                  </a:lnTo>
                  <a:lnTo>
                    <a:pt x="163054" y="18592"/>
                  </a:lnTo>
                  <a:lnTo>
                    <a:pt x="178531" y="12959"/>
                  </a:lnTo>
                  <a:lnTo>
                    <a:pt x="194334" y="8319"/>
                  </a:lnTo>
                  <a:lnTo>
                    <a:pt x="210400" y="4690"/>
                  </a:lnTo>
                  <a:lnTo>
                    <a:pt x="226663" y="2088"/>
                  </a:lnTo>
                  <a:lnTo>
                    <a:pt x="243059" y="522"/>
                  </a:lnTo>
                  <a:lnTo>
                    <a:pt x="25952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7574786" y="5497061"/>
              <a:ext cx="1038085" cy="1037955"/>
            </a:xfrm>
            <a:custGeom>
              <a:avLst/>
              <a:pathLst>
                <a:path w="1038085" h="1037955">
                  <a:moveTo>
                    <a:pt x="519042" y="0"/>
                  </a:moveTo>
                  <a:lnTo>
                    <a:pt x="551966" y="1045"/>
                  </a:lnTo>
                  <a:lnTo>
                    <a:pt x="584758" y="4176"/>
                  </a:lnTo>
                  <a:lnTo>
                    <a:pt x="617284" y="9380"/>
                  </a:lnTo>
                  <a:lnTo>
                    <a:pt x="649415" y="16638"/>
                  </a:lnTo>
                  <a:lnTo>
                    <a:pt x="681021" y="25918"/>
                  </a:lnTo>
                  <a:lnTo>
                    <a:pt x="711975" y="37184"/>
                  </a:lnTo>
                  <a:lnTo>
                    <a:pt x="742152" y="50391"/>
                  </a:lnTo>
                  <a:lnTo>
                    <a:pt x="771431" y="65485"/>
                  </a:lnTo>
                  <a:lnTo>
                    <a:pt x="799693" y="82406"/>
                  </a:lnTo>
                  <a:lnTo>
                    <a:pt x="826826" y="101085"/>
                  </a:lnTo>
                  <a:lnTo>
                    <a:pt x="852719" y="121448"/>
                  </a:lnTo>
                  <a:lnTo>
                    <a:pt x="877268" y="143411"/>
                  </a:lnTo>
                  <a:lnTo>
                    <a:pt x="900375" y="166888"/>
                  </a:lnTo>
                  <a:lnTo>
                    <a:pt x="921946" y="191783"/>
                  </a:lnTo>
                  <a:lnTo>
                    <a:pt x="941895" y="217995"/>
                  </a:lnTo>
                  <a:lnTo>
                    <a:pt x="960142" y="245421"/>
                  </a:lnTo>
                  <a:lnTo>
                    <a:pt x="976612" y="273948"/>
                  </a:lnTo>
                  <a:lnTo>
                    <a:pt x="991240" y="303462"/>
                  </a:lnTo>
                  <a:lnTo>
                    <a:pt x="1003966" y="333845"/>
                  </a:lnTo>
                  <a:lnTo>
                    <a:pt x="1014740" y="364974"/>
                  </a:lnTo>
                  <a:lnTo>
                    <a:pt x="1023518" y="396723"/>
                  </a:lnTo>
                  <a:lnTo>
                    <a:pt x="1030264" y="428966"/>
                  </a:lnTo>
                  <a:lnTo>
                    <a:pt x="1034952" y="461571"/>
                  </a:lnTo>
                  <a:lnTo>
                    <a:pt x="1037563" y="494408"/>
                  </a:lnTo>
                  <a:lnTo>
                    <a:pt x="1038085" y="527344"/>
                  </a:lnTo>
                  <a:lnTo>
                    <a:pt x="1036518" y="560247"/>
                  </a:lnTo>
                  <a:lnTo>
                    <a:pt x="1032867" y="592984"/>
                  </a:lnTo>
                  <a:lnTo>
                    <a:pt x="1027147" y="625425"/>
                  </a:lnTo>
                  <a:lnTo>
                    <a:pt x="1019381" y="657436"/>
                  </a:lnTo>
                  <a:lnTo>
                    <a:pt x="1009600" y="688891"/>
                  </a:lnTo>
                  <a:lnTo>
                    <a:pt x="997844" y="719663"/>
                  </a:lnTo>
                  <a:lnTo>
                    <a:pt x="984160" y="749626"/>
                  </a:lnTo>
                  <a:lnTo>
                    <a:pt x="968603" y="778662"/>
                  </a:lnTo>
                  <a:lnTo>
                    <a:pt x="951236" y="806652"/>
                  </a:lnTo>
                  <a:lnTo>
                    <a:pt x="932129" y="833485"/>
                  </a:lnTo>
                  <a:lnTo>
                    <a:pt x="911358" y="859051"/>
                  </a:lnTo>
                  <a:lnTo>
                    <a:pt x="889008" y="883249"/>
                  </a:lnTo>
                  <a:lnTo>
                    <a:pt x="865168" y="905981"/>
                  </a:lnTo>
                  <a:lnTo>
                    <a:pt x="839934" y="927154"/>
                  </a:lnTo>
                  <a:lnTo>
                    <a:pt x="813408" y="946685"/>
                  </a:lnTo>
                  <a:lnTo>
                    <a:pt x="785696" y="964494"/>
                  </a:lnTo>
                  <a:lnTo>
                    <a:pt x="756911" y="980509"/>
                  </a:lnTo>
                  <a:lnTo>
                    <a:pt x="727169" y="994667"/>
                  </a:lnTo>
                  <a:lnTo>
                    <a:pt x="696588" y="1006910"/>
                  </a:lnTo>
                  <a:lnTo>
                    <a:pt x="665292" y="1017188"/>
                  </a:lnTo>
                  <a:lnTo>
                    <a:pt x="633407" y="1025461"/>
                  </a:lnTo>
                  <a:lnTo>
                    <a:pt x="601062" y="1031695"/>
                  </a:lnTo>
                  <a:lnTo>
                    <a:pt x="568387" y="1035865"/>
                  </a:lnTo>
                  <a:lnTo>
                    <a:pt x="535513" y="1037955"/>
                  </a:lnTo>
                  <a:lnTo>
                    <a:pt x="502572" y="1037955"/>
                  </a:lnTo>
                  <a:lnTo>
                    <a:pt x="469698" y="1035865"/>
                  </a:lnTo>
                  <a:lnTo>
                    <a:pt x="437023" y="1031695"/>
                  </a:lnTo>
                  <a:lnTo>
                    <a:pt x="404677" y="1025461"/>
                  </a:lnTo>
                  <a:lnTo>
                    <a:pt x="372793" y="1017188"/>
                  </a:lnTo>
                  <a:lnTo>
                    <a:pt x="341497" y="1006910"/>
                  </a:lnTo>
                  <a:lnTo>
                    <a:pt x="310916" y="994667"/>
                  </a:lnTo>
                  <a:lnTo>
                    <a:pt x="281173" y="980509"/>
                  </a:lnTo>
                  <a:lnTo>
                    <a:pt x="252388" y="964494"/>
                  </a:lnTo>
                  <a:lnTo>
                    <a:pt x="224677" y="946685"/>
                  </a:lnTo>
                  <a:lnTo>
                    <a:pt x="198151" y="927154"/>
                  </a:lnTo>
                  <a:lnTo>
                    <a:pt x="172917" y="905981"/>
                  </a:lnTo>
                  <a:lnTo>
                    <a:pt x="149077" y="883249"/>
                  </a:lnTo>
                  <a:lnTo>
                    <a:pt x="126727" y="859051"/>
                  </a:lnTo>
                  <a:lnTo>
                    <a:pt x="105956" y="833485"/>
                  </a:lnTo>
                  <a:lnTo>
                    <a:pt x="86849" y="806652"/>
                  </a:lnTo>
                  <a:lnTo>
                    <a:pt x="69481" y="778662"/>
                  </a:lnTo>
                  <a:lnTo>
                    <a:pt x="53925" y="749626"/>
                  </a:lnTo>
                  <a:lnTo>
                    <a:pt x="40241" y="719663"/>
                  </a:lnTo>
                  <a:lnTo>
                    <a:pt x="28485" y="688891"/>
                  </a:lnTo>
                  <a:lnTo>
                    <a:pt x="18704" y="657436"/>
                  </a:lnTo>
                  <a:lnTo>
                    <a:pt x="10938" y="625425"/>
                  </a:lnTo>
                  <a:lnTo>
                    <a:pt x="5218" y="592984"/>
                  </a:lnTo>
                  <a:lnTo>
                    <a:pt x="1567" y="560247"/>
                  </a:lnTo>
                  <a:lnTo>
                    <a:pt x="0" y="527344"/>
                  </a:lnTo>
                  <a:lnTo>
                    <a:pt x="522" y="494408"/>
                  </a:lnTo>
                  <a:lnTo>
                    <a:pt x="3133" y="461571"/>
                  </a:lnTo>
                  <a:lnTo>
                    <a:pt x="7821" y="428966"/>
                  </a:lnTo>
                  <a:lnTo>
                    <a:pt x="14567" y="396723"/>
                  </a:lnTo>
                  <a:lnTo>
                    <a:pt x="23345" y="364974"/>
                  </a:lnTo>
                  <a:lnTo>
                    <a:pt x="34119" y="333845"/>
                  </a:lnTo>
                  <a:lnTo>
                    <a:pt x="46845" y="303462"/>
                  </a:lnTo>
                  <a:lnTo>
                    <a:pt x="61473" y="273948"/>
                  </a:lnTo>
                  <a:lnTo>
                    <a:pt x="77943" y="245421"/>
                  </a:lnTo>
                  <a:lnTo>
                    <a:pt x="96189" y="217995"/>
                  </a:lnTo>
                  <a:lnTo>
                    <a:pt x="116138" y="191783"/>
                  </a:lnTo>
                  <a:lnTo>
                    <a:pt x="137710" y="166888"/>
                  </a:lnTo>
                  <a:lnTo>
                    <a:pt x="160817" y="143411"/>
                  </a:lnTo>
                  <a:lnTo>
                    <a:pt x="185366" y="121448"/>
                  </a:lnTo>
                  <a:lnTo>
                    <a:pt x="211259" y="101085"/>
                  </a:lnTo>
                  <a:lnTo>
                    <a:pt x="238391" y="82406"/>
                  </a:lnTo>
                  <a:lnTo>
                    <a:pt x="266654" y="65485"/>
                  </a:lnTo>
                  <a:lnTo>
                    <a:pt x="295932" y="50391"/>
                  </a:lnTo>
                  <a:lnTo>
                    <a:pt x="326109" y="37184"/>
                  </a:lnTo>
                  <a:lnTo>
                    <a:pt x="357063" y="25918"/>
                  </a:lnTo>
                  <a:lnTo>
                    <a:pt x="388669" y="16638"/>
                  </a:lnTo>
                  <a:lnTo>
                    <a:pt x="420800" y="9380"/>
                  </a:lnTo>
                  <a:lnTo>
                    <a:pt x="453327" y="4176"/>
                  </a:lnTo>
                  <a:lnTo>
                    <a:pt x="486118" y="1045"/>
                  </a:lnTo>
                  <a:lnTo>
                    <a:pt x="51904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96" name="pl696"/>
            <p:cNvSpPr/>
            <p:nvPr/>
          </p:nvSpPr>
          <p:spPr>
            <a:xfrm>
              <a:off x="7509905" y="5432172"/>
              <a:ext cx="1167846" cy="1167699"/>
            </a:xfrm>
            <a:custGeom>
              <a:avLst/>
              <a:pathLst>
                <a:path w="1167846" h="1167699">
                  <a:moveTo>
                    <a:pt x="583923" y="0"/>
                  </a:moveTo>
                  <a:lnTo>
                    <a:pt x="620962" y="1175"/>
                  </a:lnTo>
                  <a:lnTo>
                    <a:pt x="657852" y="4698"/>
                  </a:lnTo>
                  <a:lnTo>
                    <a:pt x="694445" y="10553"/>
                  </a:lnTo>
                  <a:lnTo>
                    <a:pt x="730592" y="18717"/>
                  </a:lnTo>
                  <a:lnTo>
                    <a:pt x="766149" y="29158"/>
                  </a:lnTo>
                  <a:lnTo>
                    <a:pt x="800972" y="41832"/>
                  </a:lnTo>
                  <a:lnTo>
                    <a:pt x="834922" y="56690"/>
                  </a:lnTo>
                  <a:lnTo>
                    <a:pt x="867860" y="73671"/>
                  </a:lnTo>
                  <a:lnTo>
                    <a:pt x="899655" y="92707"/>
                  </a:lnTo>
                  <a:lnTo>
                    <a:pt x="930179" y="113721"/>
                  </a:lnTo>
                  <a:lnTo>
                    <a:pt x="959309" y="136629"/>
                  </a:lnTo>
                  <a:lnTo>
                    <a:pt x="986927" y="161338"/>
                  </a:lnTo>
                  <a:lnTo>
                    <a:pt x="1012922" y="187749"/>
                  </a:lnTo>
                  <a:lnTo>
                    <a:pt x="1037190" y="215756"/>
                  </a:lnTo>
                  <a:lnTo>
                    <a:pt x="1059632" y="245245"/>
                  </a:lnTo>
                  <a:lnTo>
                    <a:pt x="1080160" y="276098"/>
                  </a:lnTo>
                  <a:lnTo>
                    <a:pt x="1098689" y="308191"/>
                  </a:lnTo>
                  <a:lnTo>
                    <a:pt x="1115145" y="341395"/>
                  </a:lnTo>
                  <a:lnTo>
                    <a:pt x="1129462" y="375576"/>
                  </a:lnTo>
                  <a:lnTo>
                    <a:pt x="1141582" y="410596"/>
                  </a:lnTo>
                  <a:lnTo>
                    <a:pt x="1151457" y="446314"/>
                  </a:lnTo>
                  <a:lnTo>
                    <a:pt x="1159047" y="482586"/>
                  </a:lnTo>
                  <a:lnTo>
                    <a:pt x="1164321" y="519267"/>
                  </a:lnTo>
                  <a:lnTo>
                    <a:pt x="1167258" y="556209"/>
                  </a:lnTo>
                  <a:lnTo>
                    <a:pt x="1167846" y="593262"/>
                  </a:lnTo>
                  <a:lnTo>
                    <a:pt x="1166083" y="630278"/>
                  </a:lnTo>
                  <a:lnTo>
                    <a:pt x="1161975" y="667108"/>
                  </a:lnTo>
                  <a:lnTo>
                    <a:pt x="1155540" y="703603"/>
                  </a:lnTo>
                  <a:lnTo>
                    <a:pt x="1146803" y="739616"/>
                  </a:lnTo>
                  <a:lnTo>
                    <a:pt x="1135800" y="775003"/>
                  </a:lnTo>
                  <a:lnTo>
                    <a:pt x="1122575" y="809621"/>
                  </a:lnTo>
                  <a:lnTo>
                    <a:pt x="1107180" y="843330"/>
                  </a:lnTo>
                  <a:lnTo>
                    <a:pt x="1089679" y="875995"/>
                  </a:lnTo>
                  <a:lnTo>
                    <a:pt x="1070141" y="907484"/>
                  </a:lnTo>
                  <a:lnTo>
                    <a:pt x="1048645" y="937670"/>
                  </a:lnTo>
                  <a:lnTo>
                    <a:pt x="1025278" y="966433"/>
                  </a:lnTo>
                  <a:lnTo>
                    <a:pt x="1000134" y="993655"/>
                  </a:lnTo>
                  <a:lnTo>
                    <a:pt x="973314" y="1019228"/>
                  </a:lnTo>
                  <a:lnTo>
                    <a:pt x="944926" y="1043049"/>
                  </a:lnTo>
                  <a:lnTo>
                    <a:pt x="915084" y="1065021"/>
                  </a:lnTo>
                  <a:lnTo>
                    <a:pt x="883909" y="1085056"/>
                  </a:lnTo>
                  <a:lnTo>
                    <a:pt x="851525" y="1103073"/>
                  </a:lnTo>
                  <a:lnTo>
                    <a:pt x="818065" y="1119001"/>
                  </a:lnTo>
                  <a:lnTo>
                    <a:pt x="783661" y="1132774"/>
                  </a:lnTo>
                  <a:lnTo>
                    <a:pt x="748454" y="1144337"/>
                  </a:lnTo>
                  <a:lnTo>
                    <a:pt x="712583" y="1153644"/>
                  </a:lnTo>
                  <a:lnTo>
                    <a:pt x="676195" y="1160657"/>
                  </a:lnTo>
                  <a:lnTo>
                    <a:pt x="639435" y="1165349"/>
                  </a:lnTo>
                  <a:lnTo>
                    <a:pt x="602452" y="1167699"/>
                  </a:lnTo>
                  <a:lnTo>
                    <a:pt x="565394" y="1167699"/>
                  </a:lnTo>
                  <a:lnTo>
                    <a:pt x="528410" y="1165349"/>
                  </a:lnTo>
                  <a:lnTo>
                    <a:pt x="491650" y="1160657"/>
                  </a:lnTo>
                  <a:lnTo>
                    <a:pt x="455262" y="1153644"/>
                  </a:lnTo>
                  <a:lnTo>
                    <a:pt x="419392" y="1144337"/>
                  </a:lnTo>
                  <a:lnTo>
                    <a:pt x="384184" y="1132774"/>
                  </a:lnTo>
                  <a:lnTo>
                    <a:pt x="349781" y="1119001"/>
                  </a:lnTo>
                  <a:lnTo>
                    <a:pt x="316320" y="1103073"/>
                  </a:lnTo>
                  <a:lnTo>
                    <a:pt x="283937" y="1085056"/>
                  </a:lnTo>
                  <a:lnTo>
                    <a:pt x="252762" y="1065021"/>
                  </a:lnTo>
                  <a:lnTo>
                    <a:pt x="222920" y="1043049"/>
                  </a:lnTo>
                  <a:lnTo>
                    <a:pt x="194532" y="1019228"/>
                  </a:lnTo>
                  <a:lnTo>
                    <a:pt x="167712" y="993655"/>
                  </a:lnTo>
                  <a:lnTo>
                    <a:pt x="142567" y="966433"/>
                  </a:lnTo>
                  <a:lnTo>
                    <a:pt x="119200" y="937670"/>
                  </a:lnTo>
                  <a:lnTo>
                    <a:pt x="97705" y="907484"/>
                  </a:lnTo>
                  <a:lnTo>
                    <a:pt x="78167" y="875995"/>
                  </a:lnTo>
                  <a:lnTo>
                    <a:pt x="60665" y="843330"/>
                  </a:lnTo>
                  <a:lnTo>
                    <a:pt x="45271" y="809621"/>
                  </a:lnTo>
                  <a:lnTo>
                    <a:pt x="32045" y="775003"/>
                  </a:lnTo>
                  <a:lnTo>
                    <a:pt x="21042" y="739616"/>
                  </a:lnTo>
                  <a:lnTo>
                    <a:pt x="12305" y="703603"/>
                  </a:lnTo>
                  <a:lnTo>
                    <a:pt x="5870" y="667108"/>
                  </a:lnTo>
                  <a:lnTo>
                    <a:pt x="1763" y="630278"/>
                  </a:lnTo>
                  <a:lnTo>
                    <a:pt x="0" y="593262"/>
                  </a:lnTo>
                  <a:lnTo>
                    <a:pt x="587" y="556209"/>
                  </a:lnTo>
                  <a:lnTo>
                    <a:pt x="3524" y="519267"/>
                  </a:lnTo>
                  <a:lnTo>
                    <a:pt x="8798" y="482586"/>
                  </a:lnTo>
                  <a:lnTo>
                    <a:pt x="16388" y="446314"/>
                  </a:lnTo>
                  <a:lnTo>
                    <a:pt x="26263" y="410596"/>
                  </a:lnTo>
                  <a:lnTo>
                    <a:pt x="38383" y="375576"/>
                  </a:lnTo>
                  <a:lnTo>
                    <a:pt x="52701" y="341395"/>
                  </a:lnTo>
                  <a:lnTo>
                    <a:pt x="69157" y="308191"/>
                  </a:lnTo>
                  <a:lnTo>
                    <a:pt x="87686" y="276098"/>
                  </a:lnTo>
                  <a:lnTo>
                    <a:pt x="108213" y="245245"/>
                  </a:lnTo>
                  <a:lnTo>
                    <a:pt x="130656" y="215756"/>
                  </a:lnTo>
                  <a:lnTo>
                    <a:pt x="154924" y="187749"/>
                  </a:lnTo>
                  <a:lnTo>
                    <a:pt x="180919" y="161338"/>
                  </a:lnTo>
                  <a:lnTo>
                    <a:pt x="208537" y="136629"/>
                  </a:lnTo>
                  <a:lnTo>
                    <a:pt x="237666" y="113721"/>
                  </a:lnTo>
                  <a:lnTo>
                    <a:pt x="268190" y="92707"/>
                  </a:lnTo>
                  <a:lnTo>
                    <a:pt x="299985" y="73671"/>
                  </a:lnTo>
                  <a:lnTo>
                    <a:pt x="332924" y="56690"/>
                  </a:lnTo>
                  <a:lnTo>
                    <a:pt x="366873" y="41832"/>
                  </a:lnTo>
                  <a:lnTo>
                    <a:pt x="401696" y="29158"/>
                  </a:lnTo>
                  <a:lnTo>
                    <a:pt x="437253" y="18717"/>
                  </a:lnTo>
                  <a:lnTo>
                    <a:pt x="473401" y="10553"/>
                  </a:lnTo>
                  <a:lnTo>
                    <a:pt x="509993" y="4698"/>
                  </a:lnTo>
                  <a:lnTo>
                    <a:pt x="546883" y="1175"/>
                  </a:lnTo>
                  <a:lnTo>
                    <a:pt x="58392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8044171" y="6016169"/>
              <a:ext cx="416722" cy="377950"/>
            </a:xfrm>
            <a:custGeom>
              <a:avLst/>
              <a:pathLst>
                <a:path w="416722" h="377950">
                  <a:moveTo>
                    <a:pt x="49657" y="0"/>
                  </a:moveTo>
                  <a:lnTo>
                    <a:pt x="65875" y="398"/>
                  </a:lnTo>
                  <a:lnTo>
                    <a:pt x="82063" y="1591"/>
                  </a:lnTo>
                  <a:lnTo>
                    <a:pt x="98192" y="3580"/>
                  </a:lnTo>
                  <a:lnTo>
                    <a:pt x="114233" y="6360"/>
                  </a:lnTo>
                  <a:lnTo>
                    <a:pt x="130158" y="9928"/>
                  </a:lnTo>
                  <a:lnTo>
                    <a:pt x="145937" y="14281"/>
                  </a:lnTo>
                  <a:lnTo>
                    <a:pt x="161541" y="19413"/>
                  </a:lnTo>
                  <a:lnTo>
                    <a:pt x="176941" y="25318"/>
                  </a:lnTo>
                  <a:lnTo>
                    <a:pt x="192109" y="31988"/>
                  </a:lnTo>
                  <a:lnTo>
                    <a:pt x="207017" y="39416"/>
                  </a:lnTo>
                  <a:lnTo>
                    <a:pt x="221637" y="47593"/>
                  </a:lnTo>
                  <a:lnTo>
                    <a:pt x="235941" y="56508"/>
                  </a:lnTo>
                  <a:lnTo>
                    <a:pt x="249901" y="66151"/>
                  </a:lnTo>
                  <a:lnTo>
                    <a:pt x="263491" y="76510"/>
                  </a:lnTo>
                  <a:lnTo>
                    <a:pt x="276684" y="87573"/>
                  </a:lnTo>
                  <a:lnTo>
                    <a:pt x="289454" y="99327"/>
                  </a:lnTo>
                  <a:lnTo>
                    <a:pt x="301775" y="111755"/>
                  </a:lnTo>
                  <a:lnTo>
                    <a:pt x="313621" y="124845"/>
                  </a:lnTo>
                  <a:lnTo>
                    <a:pt x="324967" y="138579"/>
                  </a:lnTo>
                  <a:lnTo>
                    <a:pt x="335790" y="152941"/>
                  </a:lnTo>
                  <a:lnTo>
                    <a:pt x="346065" y="167913"/>
                  </a:lnTo>
                  <a:lnTo>
                    <a:pt x="355769" y="183476"/>
                  </a:lnTo>
                  <a:lnTo>
                    <a:pt x="364880" y="199612"/>
                  </a:lnTo>
                  <a:lnTo>
                    <a:pt x="373374" y="216300"/>
                  </a:lnTo>
                  <a:lnTo>
                    <a:pt x="381232" y="233520"/>
                  </a:lnTo>
                  <a:lnTo>
                    <a:pt x="388431" y="251251"/>
                  </a:lnTo>
                  <a:lnTo>
                    <a:pt x="394951" y="269469"/>
                  </a:lnTo>
                  <a:lnTo>
                    <a:pt x="400774" y="288153"/>
                  </a:lnTo>
                  <a:lnTo>
                    <a:pt x="405880" y="307279"/>
                  </a:lnTo>
                  <a:lnTo>
                    <a:pt x="410252" y="326823"/>
                  </a:lnTo>
                  <a:lnTo>
                    <a:pt x="413871" y="346760"/>
                  </a:lnTo>
                  <a:lnTo>
                    <a:pt x="416722" y="367064"/>
                  </a:lnTo>
                  <a:lnTo>
                    <a:pt x="395348" y="371297"/>
                  </a:lnTo>
                  <a:lnTo>
                    <a:pt x="374149" y="374483"/>
                  </a:lnTo>
                  <a:lnTo>
                    <a:pt x="353173" y="376640"/>
                  </a:lnTo>
                  <a:lnTo>
                    <a:pt x="332466" y="377788"/>
                  </a:lnTo>
                  <a:lnTo>
                    <a:pt x="312073" y="377950"/>
                  </a:lnTo>
                  <a:lnTo>
                    <a:pt x="292038" y="377151"/>
                  </a:lnTo>
                  <a:lnTo>
                    <a:pt x="272402" y="375415"/>
                  </a:lnTo>
                  <a:lnTo>
                    <a:pt x="253206" y="372772"/>
                  </a:lnTo>
                  <a:lnTo>
                    <a:pt x="234491" y="369249"/>
                  </a:lnTo>
                  <a:lnTo>
                    <a:pt x="216292" y="364879"/>
                  </a:lnTo>
                  <a:lnTo>
                    <a:pt x="198648" y="359695"/>
                  </a:lnTo>
                  <a:lnTo>
                    <a:pt x="181592" y="353729"/>
                  </a:lnTo>
                  <a:lnTo>
                    <a:pt x="165156" y="347019"/>
                  </a:lnTo>
                  <a:lnTo>
                    <a:pt x="149373" y="339600"/>
                  </a:lnTo>
                  <a:lnTo>
                    <a:pt x="134271" y="331511"/>
                  </a:lnTo>
                  <a:lnTo>
                    <a:pt x="119877" y="322792"/>
                  </a:lnTo>
                  <a:lnTo>
                    <a:pt x="106216" y="313482"/>
                  </a:lnTo>
                  <a:lnTo>
                    <a:pt x="93312" y="303623"/>
                  </a:lnTo>
                  <a:lnTo>
                    <a:pt x="81186" y="293257"/>
                  </a:lnTo>
                  <a:lnTo>
                    <a:pt x="69857" y="282428"/>
                  </a:lnTo>
                  <a:lnTo>
                    <a:pt x="59343" y="271179"/>
                  </a:lnTo>
                  <a:lnTo>
                    <a:pt x="49657" y="259554"/>
                  </a:lnTo>
                  <a:lnTo>
                    <a:pt x="39496" y="245683"/>
                  </a:lnTo>
                  <a:lnTo>
                    <a:pt x="30480" y="231439"/>
                  </a:lnTo>
                  <a:lnTo>
                    <a:pt x="22622" y="216893"/>
                  </a:lnTo>
                  <a:lnTo>
                    <a:pt x="15930" y="202116"/>
                  </a:lnTo>
                  <a:lnTo>
                    <a:pt x="10410" y="187179"/>
                  </a:lnTo>
                  <a:lnTo>
                    <a:pt x="6062" y="172155"/>
                  </a:lnTo>
                  <a:lnTo>
                    <a:pt x="2883" y="157113"/>
                  </a:lnTo>
                  <a:lnTo>
                    <a:pt x="865" y="142126"/>
                  </a:lnTo>
                  <a:lnTo>
                    <a:pt x="0" y="127262"/>
                  </a:lnTo>
                  <a:lnTo>
                    <a:pt x="270" y="112591"/>
                  </a:lnTo>
                  <a:lnTo>
                    <a:pt x="1659" y="98181"/>
                  </a:lnTo>
                  <a:lnTo>
                    <a:pt x="4145" y="84099"/>
                  </a:lnTo>
                  <a:lnTo>
                    <a:pt x="7701" y="70411"/>
                  </a:lnTo>
                  <a:lnTo>
                    <a:pt x="12299" y="57181"/>
                  </a:lnTo>
                  <a:lnTo>
                    <a:pt x="17906" y="44471"/>
                  </a:lnTo>
                  <a:lnTo>
                    <a:pt x="24486" y="32340"/>
                  </a:lnTo>
                  <a:lnTo>
                    <a:pt x="32000" y="20848"/>
                  </a:lnTo>
                  <a:lnTo>
                    <a:pt x="40405" y="10050"/>
                  </a:lnTo>
                  <a:close/>
                </a:path>
              </a:pathLst>
            </a:custGeom>
            <a:solidFill>
              <a:srgbClr val="E2A9E5">
                <a:alpha val="25882"/>
              </a:srgbClr>
            </a:solidFill>
            <a:ln w="24933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8044171" y="6016169"/>
              <a:ext cx="416722" cy="377950"/>
            </a:xfrm>
            <a:custGeom>
              <a:avLst/>
              <a:pathLst>
                <a:path w="416722" h="377950">
                  <a:moveTo>
                    <a:pt x="49657" y="0"/>
                  </a:moveTo>
                  <a:lnTo>
                    <a:pt x="49657" y="0"/>
                  </a:lnTo>
                  <a:lnTo>
                    <a:pt x="49657" y="0"/>
                  </a:lnTo>
                  <a:lnTo>
                    <a:pt x="65875" y="398"/>
                  </a:lnTo>
                  <a:lnTo>
                    <a:pt x="82063" y="1591"/>
                  </a:lnTo>
                  <a:lnTo>
                    <a:pt x="98192" y="3580"/>
                  </a:lnTo>
                  <a:lnTo>
                    <a:pt x="114233" y="6360"/>
                  </a:lnTo>
                  <a:lnTo>
                    <a:pt x="130158" y="9928"/>
                  </a:lnTo>
                  <a:lnTo>
                    <a:pt x="145937" y="14281"/>
                  </a:lnTo>
                  <a:lnTo>
                    <a:pt x="161541" y="19413"/>
                  </a:lnTo>
                  <a:lnTo>
                    <a:pt x="176941" y="25318"/>
                  </a:lnTo>
                  <a:lnTo>
                    <a:pt x="192109" y="31988"/>
                  </a:lnTo>
                  <a:lnTo>
                    <a:pt x="207017" y="39416"/>
                  </a:lnTo>
                  <a:lnTo>
                    <a:pt x="221637" y="47593"/>
                  </a:lnTo>
                  <a:lnTo>
                    <a:pt x="235941" y="56508"/>
                  </a:lnTo>
                  <a:lnTo>
                    <a:pt x="249901" y="66151"/>
                  </a:lnTo>
                  <a:lnTo>
                    <a:pt x="263491" y="76510"/>
                  </a:lnTo>
                  <a:lnTo>
                    <a:pt x="276684" y="87573"/>
                  </a:lnTo>
                  <a:lnTo>
                    <a:pt x="289454" y="99327"/>
                  </a:lnTo>
                  <a:lnTo>
                    <a:pt x="301775" y="111755"/>
                  </a:lnTo>
                  <a:lnTo>
                    <a:pt x="313621" y="124845"/>
                  </a:lnTo>
                  <a:lnTo>
                    <a:pt x="324967" y="138579"/>
                  </a:lnTo>
                  <a:lnTo>
                    <a:pt x="335790" y="152941"/>
                  </a:lnTo>
                  <a:lnTo>
                    <a:pt x="346065" y="167913"/>
                  </a:lnTo>
                  <a:lnTo>
                    <a:pt x="355769" y="183476"/>
                  </a:lnTo>
                  <a:lnTo>
                    <a:pt x="364880" y="199612"/>
                  </a:lnTo>
                  <a:lnTo>
                    <a:pt x="373374" y="216300"/>
                  </a:lnTo>
                  <a:lnTo>
                    <a:pt x="381232" y="233520"/>
                  </a:lnTo>
                  <a:lnTo>
                    <a:pt x="388431" y="251251"/>
                  </a:lnTo>
                  <a:lnTo>
                    <a:pt x="394951" y="269469"/>
                  </a:lnTo>
                  <a:lnTo>
                    <a:pt x="400774" y="288153"/>
                  </a:lnTo>
                  <a:lnTo>
                    <a:pt x="405880" y="307279"/>
                  </a:lnTo>
                  <a:lnTo>
                    <a:pt x="410252" y="326823"/>
                  </a:lnTo>
                  <a:lnTo>
                    <a:pt x="413871" y="346760"/>
                  </a:lnTo>
                  <a:lnTo>
                    <a:pt x="416722" y="367064"/>
                  </a:lnTo>
                  <a:lnTo>
                    <a:pt x="395348" y="371297"/>
                  </a:lnTo>
                  <a:lnTo>
                    <a:pt x="374149" y="374483"/>
                  </a:lnTo>
                  <a:lnTo>
                    <a:pt x="353173" y="376640"/>
                  </a:lnTo>
                  <a:lnTo>
                    <a:pt x="332466" y="377788"/>
                  </a:lnTo>
                  <a:lnTo>
                    <a:pt x="312073" y="377950"/>
                  </a:lnTo>
                  <a:lnTo>
                    <a:pt x="292038" y="377151"/>
                  </a:lnTo>
                  <a:lnTo>
                    <a:pt x="272402" y="375415"/>
                  </a:lnTo>
                  <a:lnTo>
                    <a:pt x="253206" y="372772"/>
                  </a:lnTo>
                  <a:lnTo>
                    <a:pt x="234491" y="369249"/>
                  </a:lnTo>
                  <a:lnTo>
                    <a:pt x="216292" y="364879"/>
                  </a:lnTo>
                  <a:lnTo>
                    <a:pt x="198648" y="359695"/>
                  </a:lnTo>
                  <a:lnTo>
                    <a:pt x="181592" y="353729"/>
                  </a:lnTo>
                  <a:lnTo>
                    <a:pt x="165156" y="347019"/>
                  </a:lnTo>
                  <a:lnTo>
                    <a:pt x="149373" y="339600"/>
                  </a:lnTo>
                  <a:lnTo>
                    <a:pt x="134271" y="331511"/>
                  </a:lnTo>
                  <a:lnTo>
                    <a:pt x="119877" y="322792"/>
                  </a:lnTo>
                  <a:lnTo>
                    <a:pt x="106216" y="313482"/>
                  </a:lnTo>
                  <a:lnTo>
                    <a:pt x="93312" y="303623"/>
                  </a:lnTo>
                  <a:lnTo>
                    <a:pt x="81186" y="293257"/>
                  </a:lnTo>
                  <a:lnTo>
                    <a:pt x="69857" y="282428"/>
                  </a:lnTo>
                  <a:lnTo>
                    <a:pt x="59343" y="271179"/>
                  </a:lnTo>
                  <a:lnTo>
                    <a:pt x="49657" y="259554"/>
                  </a:lnTo>
                  <a:lnTo>
                    <a:pt x="39496" y="245683"/>
                  </a:lnTo>
                  <a:lnTo>
                    <a:pt x="30480" y="231439"/>
                  </a:lnTo>
                  <a:lnTo>
                    <a:pt x="22622" y="216893"/>
                  </a:lnTo>
                  <a:lnTo>
                    <a:pt x="15930" y="202116"/>
                  </a:lnTo>
                  <a:lnTo>
                    <a:pt x="10410" y="187179"/>
                  </a:lnTo>
                  <a:lnTo>
                    <a:pt x="6062" y="172155"/>
                  </a:lnTo>
                  <a:lnTo>
                    <a:pt x="2883" y="157113"/>
                  </a:lnTo>
                  <a:lnTo>
                    <a:pt x="865" y="142126"/>
                  </a:lnTo>
                  <a:lnTo>
                    <a:pt x="0" y="127262"/>
                  </a:lnTo>
                  <a:lnTo>
                    <a:pt x="270" y="112591"/>
                  </a:lnTo>
                  <a:lnTo>
                    <a:pt x="1659" y="98181"/>
                  </a:lnTo>
                  <a:lnTo>
                    <a:pt x="4145" y="84099"/>
                  </a:lnTo>
                  <a:lnTo>
                    <a:pt x="7701" y="70411"/>
                  </a:lnTo>
                  <a:lnTo>
                    <a:pt x="12299" y="57181"/>
                  </a:lnTo>
                  <a:lnTo>
                    <a:pt x="17906" y="44471"/>
                  </a:lnTo>
                  <a:lnTo>
                    <a:pt x="24486" y="32340"/>
                  </a:lnTo>
                  <a:lnTo>
                    <a:pt x="32000" y="20848"/>
                  </a:lnTo>
                  <a:lnTo>
                    <a:pt x="40405" y="10050"/>
                  </a:lnTo>
                  <a:lnTo>
                    <a:pt x="49657" y="0"/>
                  </a:lnTo>
                  <a:lnTo>
                    <a:pt x="49657" y="0"/>
                  </a:lnTo>
                  <a:lnTo>
                    <a:pt x="49657" y="0"/>
                  </a:lnTo>
                </a:path>
              </a:pathLst>
            </a:custGeom>
            <a:ln w="24933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8062227" y="5984568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8062227" y="5984568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8062227" y="5984568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8429292" y="6351633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8062227" y="6244122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8062227" y="5984568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8062227" y="5984568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8062227" y="5984568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l707"/>
            <p:cNvSpPr/>
            <p:nvPr/>
          </p:nvSpPr>
          <p:spPr>
            <a:xfrm>
              <a:off x="8093828" y="5497061"/>
              <a:ext cx="0" cy="519108"/>
            </a:xfrm>
            <a:custGeom>
              <a:avLst/>
              <a:pathLst>
                <a:path w="0" h="519108">
                  <a:moveTo>
                    <a:pt x="0" y="519108"/>
                  </a:moveTo>
                  <a:lnTo>
                    <a:pt x="0" y="501207"/>
                  </a:lnTo>
                  <a:lnTo>
                    <a:pt x="0" y="483307"/>
                  </a:lnTo>
                  <a:lnTo>
                    <a:pt x="0" y="465407"/>
                  </a:lnTo>
                  <a:lnTo>
                    <a:pt x="0" y="447507"/>
                  </a:lnTo>
                  <a:lnTo>
                    <a:pt x="0" y="429606"/>
                  </a:lnTo>
                  <a:lnTo>
                    <a:pt x="0" y="411706"/>
                  </a:lnTo>
                  <a:lnTo>
                    <a:pt x="0" y="393806"/>
                  </a:lnTo>
                  <a:lnTo>
                    <a:pt x="0" y="375905"/>
                  </a:lnTo>
                  <a:lnTo>
                    <a:pt x="0" y="358005"/>
                  </a:lnTo>
                  <a:lnTo>
                    <a:pt x="0" y="340105"/>
                  </a:lnTo>
                  <a:lnTo>
                    <a:pt x="0" y="322205"/>
                  </a:lnTo>
                  <a:lnTo>
                    <a:pt x="0" y="304304"/>
                  </a:lnTo>
                  <a:lnTo>
                    <a:pt x="0" y="286404"/>
                  </a:lnTo>
                  <a:lnTo>
                    <a:pt x="0" y="268504"/>
                  </a:lnTo>
                  <a:lnTo>
                    <a:pt x="0" y="250603"/>
                  </a:lnTo>
                  <a:lnTo>
                    <a:pt x="0" y="232703"/>
                  </a:lnTo>
                  <a:lnTo>
                    <a:pt x="0" y="214803"/>
                  </a:lnTo>
                  <a:lnTo>
                    <a:pt x="0" y="196903"/>
                  </a:lnTo>
                  <a:lnTo>
                    <a:pt x="0" y="179002"/>
                  </a:lnTo>
                  <a:lnTo>
                    <a:pt x="0" y="161102"/>
                  </a:lnTo>
                  <a:lnTo>
                    <a:pt x="0" y="143202"/>
                  </a:lnTo>
                  <a:lnTo>
                    <a:pt x="0" y="125301"/>
                  </a:lnTo>
                  <a:lnTo>
                    <a:pt x="0" y="107401"/>
                  </a:lnTo>
                  <a:lnTo>
                    <a:pt x="0" y="89501"/>
                  </a:lnTo>
                  <a:lnTo>
                    <a:pt x="0" y="71601"/>
                  </a:lnTo>
                  <a:lnTo>
                    <a:pt x="0" y="53700"/>
                  </a:lnTo>
                  <a:lnTo>
                    <a:pt x="0" y="35800"/>
                  </a:lnTo>
                  <a:lnTo>
                    <a:pt x="0" y="1790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l708"/>
            <p:cNvSpPr/>
            <p:nvPr/>
          </p:nvSpPr>
          <p:spPr>
            <a:xfrm>
              <a:off x="8093828" y="5649104"/>
              <a:ext cx="367064" cy="367064"/>
            </a:xfrm>
            <a:custGeom>
              <a:avLst/>
              <a:pathLst>
                <a:path w="367064" h="367064">
                  <a:moveTo>
                    <a:pt x="0" y="367064"/>
                  </a:moveTo>
                  <a:lnTo>
                    <a:pt x="12657" y="354407"/>
                  </a:lnTo>
                  <a:lnTo>
                    <a:pt x="25314" y="341750"/>
                  </a:lnTo>
                  <a:lnTo>
                    <a:pt x="37972" y="329092"/>
                  </a:lnTo>
                  <a:lnTo>
                    <a:pt x="50629" y="316435"/>
                  </a:lnTo>
                  <a:lnTo>
                    <a:pt x="63287" y="303777"/>
                  </a:lnTo>
                  <a:lnTo>
                    <a:pt x="75944" y="291120"/>
                  </a:lnTo>
                  <a:lnTo>
                    <a:pt x="88601" y="278463"/>
                  </a:lnTo>
                  <a:lnTo>
                    <a:pt x="101259" y="265805"/>
                  </a:lnTo>
                  <a:lnTo>
                    <a:pt x="113916" y="253148"/>
                  </a:lnTo>
                  <a:lnTo>
                    <a:pt x="126574" y="240490"/>
                  </a:lnTo>
                  <a:lnTo>
                    <a:pt x="139231" y="227833"/>
                  </a:lnTo>
                  <a:lnTo>
                    <a:pt x="151888" y="215175"/>
                  </a:lnTo>
                  <a:lnTo>
                    <a:pt x="164546" y="202518"/>
                  </a:lnTo>
                  <a:lnTo>
                    <a:pt x="177203" y="189861"/>
                  </a:lnTo>
                  <a:lnTo>
                    <a:pt x="189861" y="177203"/>
                  </a:lnTo>
                  <a:lnTo>
                    <a:pt x="202518" y="164546"/>
                  </a:lnTo>
                  <a:lnTo>
                    <a:pt x="215175" y="151888"/>
                  </a:lnTo>
                  <a:lnTo>
                    <a:pt x="227833" y="139231"/>
                  </a:lnTo>
                  <a:lnTo>
                    <a:pt x="240490" y="126574"/>
                  </a:lnTo>
                  <a:lnTo>
                    <a:pt x="253148" y="113916"/>
                  </a:lnTo>
                  <a:lnTo>
                    <a:pt x="265805" y="101259"/>
                  </a:lnTo>
                  <a:lnTo>
                    <a:pt x="278463" y="88601"/>
                  </a:lnTo>
                  <a:lnTo>
                    <a:pt x="291120" y="75944"/>
                  </a:lnTo>
                  <a:lnTo>
                    <a:pt x="303777" y="63287"/>
                  </a:lnTo>
                  <a:lnTo>
                    <a:pt x="316435" y="50629"/>
                  </a:lnTo>
                  <a:lnTo>
                    <a:pt x="329092" y="37972"/>
                  </a:lnTo>
                  <a:lnTo>
                    <a:pt x="341750" y="25314"/>
                  </a:lnTo>
                  <a:lnTo>
                    <a:pt x="354407" y="12657"/>
                  </a:lnTo>
                  <a:lnTo>
                    <a:pt x="367064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l709"/>
            <p:cNvSpPr/>
            <p:nvPr/>
          </p:nvSpPr>
          <p:spPr>
            <a:xfrm>
              <a:off x="8093828" y="6016169"/>
              <a:ext cx="519108" cy="0"/>
            </a:xfrm>
            <a:custGeom>
              <a:avLst/>
              <a:pathLst>
                <a:path w="519108" h="0">
                  <a:moveTo>
                    <a:pt x="0" y="0"/>
                  </a:moveTo>
                  <a:lnTo>
                    <a:pt x="17900" y="0"/>
                  </a:lnTo>
                  <a:lnTo>
                    <a:pt x="35800" y="0"/>
                  </a:lnTo>
                  <a:lnTo>
                    <a:pt x="53700" y="0"/>
                  </a:lnTo>
                  <a:lnTo>
                    <a:pt x="71601" y="0"/>
                  </a:lnTo>
                  <a:lnTo>
                    <a:pt x="89501" y="0"/>
                  </a:lnTo>
                  <a:lnTo>
                    <a:pt x="107401" y="0"/>
                  </a:lnTo>
                  <a:lnTo>
                    <a:pt x="125301" y="0"/>
                  </a:lnTo>
                  <a:lnTo>
                    <a:pt x="143202" y="0"/>
                  </a:lnTo>
                  <a:lnTo>
                    <a:pt x="161102" y="0"/>
                  </a:lnTo>
                  <a:lnTo>
                    <a:pt x="179002" y="0"/>
                  </a:lnTo>
                  <a:lnTo>
                    <a:pt x="196903" y="0"/>
                  </a:lnTo>
                  <a:lnTo>
                    <a:pt x="214803" y="0"/>
                  </a:lnTo>
                  <a:lnTo>
                    <a:pt x="232703" y="0"/>
                  </a:lnTo>
                  <a:lnTo>
                    <a:pt x="250603" y="0"/>
                  </a:lnTo>
                  <a:lnTo>
                    <a:pt x="268504" y="0"/>
                  </a:lnTo>
                  <a:lnTo>
                    <a:pt x="286404" y="0"/>
                  </a:lnTo>
                  <a:lnTo>
                    <a:pt x="304304" y="0"/>
                  </a:lnTo>
                  <a:lnTo>
                    <a:pt x="322205" y="0"/>
                  </a:lnTo>
                  <a:lnTo>
                    <a:pt x="340105" y="0"/>
                  </a:lnTo>
                  <a:lnTo>
                    <a:pt x="358005" y="0"/>
                  </a:lnTo>
                  <a:lnTo>
                    <a:pt x="375905" y="0"/>
                  </a:lnTo>
                  <a:lnTo>
                    <a:pt x="393806" y="0"/>
                  </a:lnTo>
                  <a:lnTo>
                    <a:pt x="411706" y="0"/>
                  </a:lnTo>
                  <a:lnTo>
                    <a:pt x="429606" y="0"/>
                  </a:lnTo>
                  <a:lnTo>
                    <a:pt x="447507" y="0"/>
                  </a:lnTo>
                  <a:lnTo>
                    <a:pt x="465407" y="0"/>
                  </a:lnTo>
                  <a:lnTo>
                    <a:pt x="483307" y="0"/>
                  </a:lnTo>
                  <a:lnTo>
                    <a:pt x="501207" y="0"/>
                  </a:lnTo>
                  <a:lnTo>
                    <a:pt x="519108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l710"/>
            <p:cNvSpPr/>
            <p:nvPr/>
          </p:nvSpPr>
          <p:spPr>
            <a:xfrm>
              <a:off x="8093828" y="6016169"/>
              <a:ext cx="367064" cy="367064"/>
            </a:xfrm>
            <a:custGeom>
              <a:avLst/>
              <a:pathLst>
                <a:path w="367064" h="367064">
                  <a:moveTo>
                    <a:pt x="0" y="0"/>
                  </a:moveTo>
                  <a:lnTo>
                    <a:pt x="12657" y="12657"/>
                  </a:lnTo>
                  <a:lnTo>
                    <a:pt x="25314" y="25314"/>
                  </a:lnTo>
                  <a:lnTo>
                    <a:pt x="37972" y="37972"/>
                  </a:lnTo>
                  <a:lnTo>
                    <a:pt x="50629" y="50629"/>
                  </a:lnTo>
                  <a:lnTo>
                    <a:pt x="63287" y="63287"/>
                  </a:lnTo>
                  <a:lnTo>
                    <a:pt x="75944" y="75944"/>
                  </a:lnTo>
                  <a:lnTo>
                    <a:pt x="88601" y="88601"/>
                  </a:lnTo>
                  <a:lnTo>
                    <a:pt x="101259" y="101259"/>
                  </a:lnTo>
                  <a:lnTo>
                    <a:pt x="113916" y="113916"/>
                  </a:lnTo>
                  <a:lnTo>
                    <a:pt x="126574" y="126574"/>
                  </a:lnTo>
                  <a:lnTo>
                    <a:pt x="139231" y="139231"/>
                  </a:lnTo>
                  <a:lnTo>
                    <a:pt x="151888" y="151888"/>
                  </a:lnTo>
                  <a:lnTo>
                    <a:pt x="164546" y="164546"/>
                  </a:lnTo>
                  <a:lnTo>
                    <a:pt x="177203" y="177203"/>
                  </a:lnTo>
                  <a:lnTo>
                    <a:pt x="189861" y="189861"/>
                  </a:lnTo>
                  <a:lnTo>
                    <a:pt x="202518" y="202518"/>
                  </a:lnTo>
                  <a:lnTo>
                    <a:pt x="215175" y="215175"/>
                  </a:lnTo>
                  <a:lnTo>
                    <a:pt x="227833" y="227833"/>
                  </a:lnTo>
                  <a:lnTo>
                    <a:pt x="240490" y="240490"/>
                  </a:lnTo>
                  <a:lnTo>
                    <a:pt x="253148" y="253148"/>
                  </a:lnTo>
                  <a:lnTo>
                    <a:pt x="265805" y="265805"/>
                  </a:lnTo>
                  <a:lnTo>
                    <a:pt x="278463" y="278463"/>
                  </a:lnTo>
                  <a:lnTo>
                    <a:pt x="291120" y="291120"/>
                  </a:lnTo>
                  <a:lnTo>
                    <a:pt x="303777" y="303777"/>
                  </a:lnTo>
                  <a:lnTo>
                    <a:pt x="316435" y="316435"/>
                  </a:lnTo>
                  <a:lnTo>
                    <a:pt x="329092" y="329092"/>
                  </a:lnTo>
                  <a:lnTo>
                    <a:pt x="341750" y="341750"/>
                  </a:lnTo>
                  <a:lnTo>
                    <a:pt x="354407" y="354407"/>
                  </a:lnTo>
                  <a:lnTo>
                    <a:pt x="367064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l711"/>
            <p:cNvSpPr/>
            <p:nvPr/>
          </p:nvSpPr>
          <p:spPr>
            <a:xfrm>
              <a:off x="8093828" y="6016169"/>
              <a:ext cx="0" cy="519108"/>
            </a:xfrm>
            <a:custGeom>
              <a:avLst/>
              <a:pathLst>
                <a:path w="0" h="519108">
                  <a:moveTo>
                    <a:pt x="0" y="0"/>
                  </a:moveTo>
                  <a:lnTo>
                    <a:pt x="0" y="17900"/>
                  </a:lnTo>
                  <a:lnTo>
                    <a:pt x="0" y="35800"/>
                  </a:lnTo>
                  <a:lnTo>
                    <a:pt x="0" y="53700"/>
                  </a:lnTo>
                  <a:lnTo>
                    <a:pt x="0" y="71601"/>
                  </a:lnTo>
                  <a:lnTo>
                    <a:pt x="0" y="89501"/>
                  </a:lnTo>
                  <a:lnTo>
                    <a:pt x="0" y="107401"/>
                  </a:lnTo>
                  <a:lnTo>
                    <a:pt x="0" y="125301"/>
                  </a:lnTo>
                  <a:lnTo>
                    <a:pt x="0" y="143202"/>
                  </a:lnTo>
                  <a:lnTo>
                    <a:pt x="0" y="161102"/>
                  </a:lnTo>
                  <a:lnTo>
                    <a:pt x="0" y="179002"/>
                  </a:lnTo>
                  <a:lnTo>
                    <a:pt x="0" y="196903"/>
                  </a:lnTo>
                  <a:lnTo>
                    <a:pt x="0" y="214803"/>
                  </a:lnTo>
                  <a:lnTo>
                    <a:pt x="0" y="232703"/>
                  </a:lnTo>
                  <a:lnTo>
                    <a:pt x="0" y="250603"/>
                  </a:lnTo>
                  <a:lnTo>
                    <a:pt x="0" y="268504"/>
                  </a:lnTo>
                  <a:lnTo>
                    <a:pt x="0" y="286404"/>
                  </a:lnTo>
                  <a:lnTo>
                    <a:pt x="0" y="304304"/>
                  </a:lnTo>
                  <a:lnTo>
                    <a:pt x="0" y="322205"/>
                  </a:lnTo>
                  <a:lnTo>
                    <a:pt x="0" y="340105"/>
                  </a:lnTo>
                  <a:lnTo>
                    <a:pt x="0" y="358005"/>
                  </a:lnTo>
                  <a:lnTo>
                    <a:pt x="0" y="375905"/>
                  </a:lnTo>
                  <a:lnTo>
                    <a:pt x="0" y="393806"/>
                  </a:lnTo>
                  <a:lnTo>
                    <a:pt x="0" y="411706"/>
                  </a:lnTo>
                  <a:lnTo>
                    <a:pt x="0" y="429606"/>
                  </a:lnTo>
                  <a:lnTo>
                    <a:pt x="0" y="447507"/>
                  </a:lnTo>
                  <a:lnTo>
                    <a:pt x="0" y="465407"/>
                  </a:lnTo>
                  <a:lnTo>
                    <a:pt x="0" y="483307"/>
                  </a:lnTo>
                  <a:lnTo>
                    <a:pt x="0" y="501207"/>
                  </a:lnTo>
                  <a:lnTo>
                    <a:pt x="0" y="519108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l712"/>
            <p:cNvSpPr/>
            <p:nvPr/>
          </p:nvSpPr>
          <p:spPr>
            <a:xfrm>
              <a:off x="7726764" y="6016169"/>
              <a:ext cx="367064" cy="367064"/>
            </a:xfrm>
            <a:custGeom>
              <a:avLst/>
              <a:pathLst>
                <a:path w="367064" h="367064">
                  <a:moveTo>
                    <a:pt x="367064" y="0"/>
                  </a:moveTo>
                  <a:lnTo>
                    <a:pt x="354407" y="12657"/>
                  </a:lnTo>
                  <a:lnTo>
                    <a:pt x="341750" y="25314"/>
                  </a:lnTo>
                  <a:lnTo>
                    <a:pt x="329092" y="37972"/>
                  </a:lnTo>
                  <a:lnTo>
                    <a:pt x="316435" y="50629"/>
                  </a:lnTo>
                  <a:lnTo>
                    <a:pt x="303777" y="63287"/>
                  </a:lnTo>
                  <a:lnTo>
                    <a:pt x="291120" y="75944"/>
                  </a:lnTo>
                  <a:lnTo>
                    <a:pt x="278463" y="88601"/>
                  </a:lnTo>
                  <a:lnTo>
                    <a:pt x="265805" y="101259"/>
                  </a:lnTo>
                  <a:lnTo>
                    <a:pt x="253148" y="113916"/>
                  </a:lnTo>
                  <a:lnTo>
                    <a:pt x="240490" y="126574"/>
                  </a:lnTo>
                  <a:lnTo>
                    <a:pt x="227833" y="139231"/>
                  </a:lnTo>
                  <a:lnTo>
                    <a:pt x="215175" y="151888"/>
                  </a:lnTo>
                  <a:lnTo>
                    <a:pt x="202518" y="164546"/>
                  </a:lnTo>
                  <a:lnTo>
                    <a:pt x="189861" y="177203"/>
                  </a:lnTo>
                  <a:lnTo>
                    <a:pt x="177203" y="189861"/>
                  </a:lnTo>
                  <a:lnTo>
                    <a:pt x="164546" y="202518"/>
                  </a:lnTo>
                  <a:lnTo>
                    <a:pt x="151888" y="215175"/>
                  </a:lnTo>
                  <a:lnTo>
                    <a:pt x="139231" y="227833"/>
                  </a:lnTo>
                  <a:lnTo>
                    <a:pt x="126574" y="240490"/>
                  </a:lnTo>
                  <a:lnTo>
                    <a:pt x="113916" y="253148"/>
                  </a:lnTo>
                  <a:lnTo>
                    <a:pt x="101259" y="265805"/>
                  </a:lnTo>
                  <a:lnTo>
                    <a:pt x="88601" y="278463"/>
                  </a:lnTo>
                  <a:lnTo>
                    <a:pt x="75944" y="291120"/>
                  </a:lnTo>
                  <a:lnTo>
                    <a:pt x="63287" y="303777"/>
                  </a:lnTo>
                  <a:lnTo>
                    <a:pt x="50629" y="316435"/>
                  </a:lnTo>
                  <a:lnTo>
                    <a:pt x="37972" y="329092"/>
                  </a:lnTo>
                  <a:lnTo>
                    <a:pt x="25314" y="341750"/>
                  </a:lnTo>
                  <a:lnTo>
                    <a:pt x="12657" y="354407"/>
                  </a:lnTo>
                  <a:lnTo>
                    <a:pt x="0" y="36706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l713"/>
            <p:cNvSpPr/>
            <p:nvPr/>
          </p:nvSpPr>
          <p:spPr>
            <a:xfrm>
              <a:off x="7574720" y="6016169"/>
              <a:ext cx="519108" cy="0"/>
            </a:xfrm>
            <a:custGeom>
              <a:avLst/>
              <a:pathLst>
                <a:path w="519108" h="0">
                  <a:moveTo>
                    <a:pt x="519108" y="0"/>
                  </a:moveTo>
                  <a:lnTo>
                    <a:pt x="501207" y="0"/>
                  </a:lnTo>
                  <a:lnTo>
                    <a:pt x="483307" y="0"/>
                  </a:lnTo>
                  <a:lnTo>
                    <a:pt x="465407" y="0"/>
                  </a:lnTo>
                  <a:lnTo>
                    <a:pt x="447507" y="0"/>
                  </a:lnTo>
                  <a:lnTo>
                    <a:pt x="429606" y="0"/>
                  </a:lnTo>
                  <a:lnTo>
                    <a:pt x="411706" y="0"/>
                  </a:lnTo>
                  <a:lnTo>
                    <a:pt x="393806" y="0"/>
                  </a:lnTo>
                  <a:lnTo>
                    <a:pt x="375905" y="0"/>
                  </a:lnTo>
                  <a:lnTo>
                    <a:pt x="358005" y="0"/>
                  </a:lnTo>
                  <a:lnTo>
                    <a:pt x="340105" y="0"/>
                  </a:lnTo>
                  <a:lnTo>
                    <a:pt x="322205" y="0"/>
                  </a:lnTo>
                  <a:lnTo>
                    <a:pt x="304304" y="0"/>
                  </a:lnTo>
                  <a:lnTo>
                    <a:pt x="286404" y="0"/>
                  </a:lnTo>
                  <a:lnTo>
                    <a:pt x="268504" y="0"/>
                  </a:lnTo>
                  <a:lnTo>
                    <a:pt x="250603" y="0"/>
                  </a:lnTo>
                  <a:lnTo>
                    <a:pt x="232703" y="0"/>
                  </a:lnTo>
                  <a:lnTo>
                    <a:pt x="214803" y="0"/>
                  </a:lnTo>
                  <a:lnTo>
                    <a:pt x="196903" y="0"/>
                  </a:lnTo>
                  <a:lnTo>
                    <a:pt x="179002" y="0"/>
                  </a:lnTo>
                  <a:lnTo>
                    <a:pt x="161102" y="0"/>
                  </a:lnTo>
                  <a:lnTo>
                    <a:pt x="143202" y="0"/>
                  </a:lnTo>
                  <a:lnTo>
                    <a:pt x="125301" y="0"/>
                  </a:lnTo>
                  <a:lnTo>
                    <a:pt x="107401" y="0"/>
                  </a:lnTo>
                  <a:lnTo>
                    <a:pt x="89501" y="0"/>
                  </a:lnTo>
                  <a:lnTo>
                    <a:pt x="71601" y="0"/>
                  </a:lnTo>
                  <a:lnTo>
                    <a:pt x="53700" y="0"/>
                  </a:lnTo>
                  <a:lnTo>
                    <a:pt x="35800" y="0"/>
                  </a:lnTo>
                  <a:lnTo>
                    <a:pt x="17900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l714"/>
            <p:cNvSpPr/>
            <p:nvPr/>
          </p:nvSpPr>
          <p:spPr>
            <a:xfrm>
              <a:off x="7726764" y="5649104"/>
              <a:ext cx="367064" cy="367064"/>
            </a:xfrm>
            <a:custGeom>
              <a:avLst/>
              <a:pathLst>
                <a:path w="367064" h="367064">
                  <a:moveTo>
                    <a:pt x="367064" y="367064"/>
                  </a:moveTo>
                  <a:lnTo>
                    <a:pt x="354407" y="354407"/>
                  </a:lnTo>
                  <a:lnTo>
                    <a:pt x="341750" y="341750"/>
                  </a:lnTo>
                  <a:lnTo>
                    <a:pt x="329092" y="329092"/>
                  </a:lnTo>
                  <a:lnTo>
                    <a:pt x="316435" y="316435"/>
                  </a:lnTo>
                  <a:lnTo>
                    <a:pt x="303777" y="303777"/>
                  </a:lnTo>
                  <a:lnTo>
                    <a:pt x="291120" y="291120"/>
                  </a:lnTo>
                  <a:lnTo>
                    <a:pt x="278463" y="278463"/>
                  </a:lnTo>
                  <a:lnTo>
                    <a:pt x="265805" y="265805"/>
                  </a:lnTo>
                  <a:lnTo>
                    <a:pt x="253148" y="253148"/>
                  </a:lnTo>
                  <a:lnTo>
                    <a:pt x="240490" y="240490"/>
                  </a:lnTo>
                  <a:lnTo>
                    <a:pt x="227833" y="227833"/>
                  </a:lnTo>
                  <a:lnTo>
                    <a:pt x="215175" y="215175"/>
                  </a:lnTo>
                  <a:lnTo>
                    <a:pt x="202518" y="202518"/>
                  </a:lnTo>
                  <a:lnTo>
                    <a:pt x="189861" y="189861"/>
                  </a:lnTo>
                  <a:lnTo>
                    <a:pt x="177203" y="177203"/>
                  </a:lnTo>
                  <a:lnTo>
                    <a:pt x="164546" y="164546"/>
                  </a:lnTo>
                  <a:lnTo>
                    <a:pt x="151888" y="151888"/>
                  </a:lnTo>
                  <a:lnTo>
                    <a:pt x="139231" y="139231"/>
                  </a:lnTo>
                  <a:lnTo>
                    <a:pt x="126574" y="126574"/>
                  </a:lnTo>
                  <a:lnTo>
                    <a:pt x="113916" y="113916"/>
                  </a:lnTo>
                  <a:lnTo>
                    <a:pt x="101259" y="101259"/>
                  </a:lnTo>
                  <a:lnTo>
                    <a:pt x="88601" y="88601"/>
                  </a:lnTo>
                  <a:lnTo>
                    <a:pt x="75944" y="75944"/>
                  </a:lnTo>
                  <a:lnTo>
                    <a:pt x="63287" y="63287"/>
                  </a:lnTo>
                  <a:lnTo>
                    <a:pt x="50629" y="50629"/>
                  </a:lnTo>
                  <a:lnTo>
                    <a:pt x="37972" y="37972"/>
                  </a:lnTo>
                  <a:lnTo>
                    <a:pt x="25314" y="25314"/>
                  </a:lnTo>
                  <a:lnTo>
                    <a:pt x="12657" y="1265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tx715"/>
            <p:cNvSpPr/>
            <p:nvPr/>
          </p:nvSpPr>
          <p:spPr>
            <a:xfrm>
              <a:off x="7961789" y="539349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716" name="tx716"/>
            <p:cNvSpPr/>
            <p:nvPr/>
          </p:nvSpPr>
          <p:spPr>
            <a:xfrm>
              <a:off x="8272644" y="556454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717" name="tx717"/>
            <p:cNvSpPr/>
            <p:nvPr/>
          </p:nvSpPr>
          <p:spPr>
            <a:xfrm>
              <a:off x="8569743" y="5977490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718" name="tx718"/>
            <p:cNvSpPr/>
            <p:nvPr/>
          </p:nvSpPr>
          <p:spPr>
            <a:xfrm>
              <a:off x="8263546" y="639043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719" name="tx719"/>
            <p:cNvSpPr/>
            <p:nvPr/>
          </p:nvSpPr>
          <p:spPr>
            <a:xfrm>
              <a:off x="7952691" y="656148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720" name="tx720"/>
            <p:cNvSpPr/>
            <p:nvPr/>
          </p:nvSpPr>
          <p:spPr>
            <a:xfrm>
              <a:off x="7428689" y="639043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721" name="tx721"/>
            <p:cNvSpPr/>
            <p:nvPr/>
          </p:nvSpPr>
          <p:spPr>
            <a:xfrm>
              <a:off x="7387759" y="5977490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722" name="tx722"/>
            <p:cNvSpPr/>
            <p:nvPr/>
          </p:nvSpPr>
          <p:spPr>
            <a:xfrm>
              <a:off x="7437787" y="556454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723" name="tx723"/>
            <p:cNvSpPr/>
            <p:nvPr/>
          </p:nvSpPr>
          <p:spPr>
            <a:xfrm>
              <a:off x="7204371" y="5724794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724" name="tx724"/>
            <p:cNvSpPr/>
            <p:nvPr/>
          </p:nvSpPr>
          <p:spPr>
            <a:xfrm>
              <a:off x="7154902" y="5465240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2026-09-24T14:02:00Z</dcterms:modified>
  <cp:category/>
</cp:coreProperties>
</file>