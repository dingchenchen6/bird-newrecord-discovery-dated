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578600" cy="69469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28680" y="262800"/>
            <a:ext cx="5919840" cy="109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28680" y="1541160"/>
            <a:ext cx="5919840" cy="381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6578640" cy="6946920"/>
          </a:xfrm>
          <a:custGeom>
            <a:avLst/>
            <a:gdLst/>
            <a:ahLst/>
            <a:rect l="0" t="0" r="r" b="b"/>
            <a:pathLst>
              <a:path w="18274" h="19297">
                <a:moveTo>
                  <a:pt x="0" y="0"/>
                </a:moveTo>
                <a:lnTo>
                  <a:pt x="18274" y="0"/>
                </a:lnTo>
                <a:lnTo>
                  <a:pt x="18274" y="19297"/>
                </a:lnTo>
                <a:lnTo>
                  <a:pt x="0" y="19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6578640" cy="6946920"/>
          </a:xfrm>
          <a:custGeom>
            <a:avLst/>
            <a:gdLst/>
            <a:ahLst/>
            <a:rect l="0" t="0" r="r" b="b"/>
            <a:pathLst>
              <a:path w="18274" h="19297">
                <a:moveTo>
                  <a:pt x="0" y="0"/>
                </a:moveTo>
                <a:lnTo>
                  <a:pt x="18274" y="0"/>
                </a:lnTo>
                <a:lnTo>
                  <a:pt x="18274" y="19297"/>
                </a:lnTo>
                <a:lnTo>
                  <a:pt x="0" y="19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3960000"/>
            <a:ext cx="6439680" cy="2917440"/>
          </a:xfrm>
          <a:custGeom>
            <a:avLst/>
            <a:gdLst/>
            <a:ahLst/>
            <a:rect l="0" t="0" r="r" b="b"/>
            <a:pathLst>
              <a:path w="17888" h="8104">
                <a:moveTo>
                  <a:pt x="0" y="0"/>
                </a:moveTo>
                <a:lnTo>
                  <a:pt x="17888" y="0"/>
                </a:lnTo>
                <a:lnTo>
                  <a:pt x="17888" y="8104"/>
                </a:lnTo>
                <a:lnTo>
                  <a:pt x="0" y="81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69480" y="69480"/>
            <a:ext cx="2227320" cy="3890880"/>
          </a:xfrm>
          <a:custGeom>
            <a:avLst/>
            <a:gdLst/>
            <a:ahLst/>
            <a:rect l="0" t="0" r="r" b="b"/>
            <a:pathLst>
              <a:path w="6187" h="10808">
                <a:moveTo>
                  <a:pt x="0" y="0"/>
                </a:moveTo>
                <a:lnTo>
                  <a:pt x="6187" y="0"/>
                </a:lnTo>
                <a:lnTo>
                  <a:pt x="6187" y="10808"/>
                </a:lnTo>
                <a:lnTo>
                  <a:pt x="0" y="108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2296440" y="69480"/>
            <a:ext cx="4212720" cy="3890880"/>
          </a:xfrm>
          <a:custGeom>
            <a:avLst/>
            <a:gdLst/>
            <a:ahLst/>
            <a:rect l="0" t="0" r="r" b="b"/>
            <a:pathLst>
              <a:path w="11702" h="10808">
                <a:moveTo>
                  <a:pt x="0" y="0"/>
                </a:moveTo>
                <a:lnTo>
                  <a:pt x="11702" y="0"/>
                </a:lnTo>
                <a:lnTo>
                  <a:pt x="11702" y="10808"/>
                </a:lnTo>
                <a:lnTo>
                  <a:pt x="0" y="108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9720">
            <a:solidFill>
              <a:srgbClr val="FFFFFF"/>
            </a:solidFill>
            <a:round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1220760" y="1396080"/>
            <a:ext cx="241200" cy="240840"/>
          </a:xfrm>
          <a:custGeom>
            <a:avLst/>
            <a:gdLst/>
            <a:ahLst/>
            <a:rect l="0" t="0" r="r" b="b"/>
            <a:pathLst>
              <a:path fill="none" w="670" h="669">
                <a:moveTo>
                  <a:pt x="335" y="0"/>
                </a:moveTo>
                <a:lnTo>
                  <a:pt x="357" y="0"/>
                </a:lnTo>
                <a:lnTo>
                  <a:pt x="378" y="2"/>
                </a:lnTo>
                <a:lnTo>
                  <a:pt x="399" y="6"/>
                </a:lnTo>
                <a:lnTo>
                  <a:pt x="419" y="10"/>
                </a:lnTo>
                <a:lnTo>
                  <a:pt x="440" y="16"/>
                </a:lnTo>
                <a:lnTo>
                  <a:pt x="460" y="24"/>
                </a:lnTo>
                <a:lnTo>
                  <a:pt x="479" y="32"/>
                </a:lnTo>
                <a:lnTo>
                  <a:pt x="498" y="42"/>
                </a:lnTo>
                <a:lnTo>
                  <a:pt x="516" y="53"/>
                </a:lnTo>
                <a:lnTo>
                  <a:pt x="534" y="65"/>
                </a:lnTo>
                <a:lnTo>
                  <a:pt x="551" y="78"/>
                </a:lnTo>
                <a:lnTo>
                  <a:pt x="566" y="92"/>
                </a:lnTo>
                <a:lnTo>
                  <a:pt x="581" y="107"/>
                </a:lnTo>
                <a:lnTo>
                  <a:pt x="595" y="123"/>
                </a:lnTo>
                <a:lnTo>
                  <a:pt x="608" y="140"/>
                </a:lnTo>
                <a:lnTo>
                  <a:pt x="620" y="158"/>
                </a:lnTo>
                <a:lnTo>
                  <a:pt x="630" y="176"/>
                </a:lnTo>
                <a:lnTo>
                  <a:pt x="640" y="195"/>
                </a:lnTo>
                <a:lnTo>
                  <a:pt x="648" y="215"/>
                </a:lnTo>
                <a:lnTo>
                  <a:pt x="655" y="235"/>
                </a:lnTo>
                <a:lnTo>
                  <a:pt x="661" y="255"/>
                </a:lnTo>
                <a:lnTo>
                  <a:pt x="665" y="276"/>
                </a:lnTo>
                <a:lnTo>
                  <a:pt x="668" y="297"/>
                </a:lnTo>
                <a:lnTo>
                  <a:pt x="670" y="318"/>
                </a:lnTo>
                <a:lnTo>
                  <a:pt x="670" y="339"/>
                </a:lnTo>
                <a:lnTo>
                  <a:pt x="669" y="361"/>
                </a:lnTo>
                <a:lnTo>
                  <a:pt x="667" y="382"/>
                </a:lnTo>
                <a:lnTo>
                  <a:pt x="663" y="403"/>
                </a:lnTo>
                <a:lnTo>
                  <a:pt x="658" y="423"/>
                </a:lnTo>
                <a:lnTo>
                  <a:pt x="652" y="444"/>
                </a:lnTo>
                <a:lnTo>
                  <a:pt x="644" y="463"/>
                </a:lnTo>
                <a:lnTo>
                  <a:pt x="635" y="484"/>
                </a:lnTo>
                <a:lnTo>
                  <a:pt x="625" y="502"/>
                </a:lnTo>
                <a:lnTo>
                  <a:pt x="614" y="520"/>
                </a:lnTo>
                <a:lnTo>
                  <a:pt x="602" y="538"/>
                </a:lnTo>
                <a:lnTo>
                  <a:pt x="588" y="554"/>
                </a:lnTo>
                <a:lnTo>
                  <a:pt x="574" y="570"/>
                </a:lnTo>
                <a:lnTo>
                  <a:pt x="559" y="584"/>
                </a:lnTo>
                <a:lnTo>
                  <a:pt x="542" y="598"/>
                </a:lnTo>
                <a:lnTo>
                  <a:pt x="525" y="611"/>
                </a:lnTo>
                <a:lnTo>
                  <a:pt x="507" y="622"/>
                </a:lnTo>
                <a:lnTo>
                  <a:pt x="489" y="632"/>
                </a:lnTo>
                <a:lnTo>
                  <a:pt x="470" y="642"/>
                </a:lnTo>
                <a:lnTo>
                  <a:pt x="450" y="649"/>
                </a:lnTo>
                <a:lnTo>
                  <a:pt x="430" y="656"/>
                </a:lnTo>
                <a:lnTo>
                  <a:pt x="409" y="661"/>
                </a:lnTo>
                <a:lnTo>
                  <a:pt x="388" y="665"/>
                </a:lnTo>
                <a:lnTo>
                  <a:pt x="367" y="668"/>
                </a:lnTo>
                <a:lnTo>
                  <a:pt x="346" y="669"/>
                </a:lnTo>
                <a:lnTo>
                  <a:pt x="325" y="669"/>
                </a:lnTo>
                <a:lnTo>
                  <a:pt x="304" y="668"/>
                </a:lnTo>
                <a:lnTo>
                  <a:pt x="282" y="665"/>
                </a:lnTo>
                <a:lnTo>
                  <a:pt x="261" y="661"/>
                </a:lnTo>
                <a:lnTo>
                  <a:pt x="240" y="656"/>
                </a:lnTo>
                <a:lnTo>
                  <a:pt x="220" y="649"/>
                </a:lnTo>
                <a:lnTo>
                  <a:pt x="200" y="642"/>
                </a:lnTo>
                <a:lnTo>
                  <a:pt x="181" y="632"/>
                </a:lnTo>
                <a:lnTo>
                  <a:pt x="163" y="622"/>
                </a:lnTo>
                <a:lnTo>
                  <a:pt x="145" y="611"/>
                </a:lnTo>
                <a:lnTo>
                  <a:pt x="128" y="598"/>
                </a:lnTo>
                <a:lnTo>
                  <a:pt x="111" y="584"/>
                </a:lnTo>
                <a:lnTo>
                  <a:pt x="96" y="570"/>
                </a:lnTo>
                <a:lnTo>
                  <a:pt x="82" y="554"/>
                </a:lnTo>
                <a:lnTo>
                  <a:pt x="68" y="538"/>
                </a:lnTo>
                <a:lnTo>
                  <a:pt x="56" y="520"/>
                </a:lnTo>
                <a:lnTo>
                  <a:pt x="45" y="502"/>
                </a:lnTo>
                <a:lnTo>
                  <a:pt x="35" y="484"/>
                </a:lnTo>
                <a:lnTo>
                  <a:pt x="26" y="463"/>
                </a:lnTo>
                <a:lnTo>
                  <a:pt x="18" y="444"/>
                </a:lnTo>
                <a:lnTo>
                  <a:pt x="12" y="423"/>
                </a:lnTo>
                <a:lnTo>
                  <a:pt x="7" y="403"/>
                </a:lnTo>
                <a:lnTo>
                  <a:pt x="3" y="382"/>
                </a:lnTo>
                <a:lnTo>
                  <a:pt x="1" y="361"/>
                </a:lnTo>
                <a:lnTo>
                  <a:pt x="0" y="339"/>
                </a:lnTo>
                <a:lnTo>
                  <a:pt x="0" y="318"/>
                </a:lnTo>
                <a:lnTo>
                  <a:pt x="2" y="297"/>
                </a:lnTo>
                <a:lnTo>
                  <a:pt x="5" y="276"/>
                </a:lnTo>
                <a:lnTo>
                  <a:pt x="9" y="255"/>
                </a:lnTo>
                <a:lnTo>
                  <a:pt x="15" y="235"/>
                </a:lnTo>
                <a:lnTo>
                  <a:pt x="22" y="215"/>
                </a:lnTo>
                <a:lnTo>
                  <a:pt x="30" y="195"/>
                </a:lnTo>
                <a:lnTo>
                  <a:pt x="40" y="176"/>
                </a:lnTo>
                <a:lnTo>
                  <a:pt x="50" y="158"/>
                </a:lnTo>
                <a:lnTo>
                  <a:pt x="62" y="140"/>
                </a:lnTo>
                <a:lnTo>
                  <a:pt x="75" y="123"/>
                </a:lnTo>
                <a:lnTo>
                  <a:pt x="89" y="107"/>
                </a:lnTo>
                <a:lnTo>
                  <a:pt x="104" y="92"/>
                </a:lnTo>
                <a:lnTo>
                  <a:pt x="119" y="78"/>
                </a:lnTo>
                <a:lnTo>
                  <a:pt x="136" y="65"/>
                </a:lnTo>
                <a:lnTo>
                  <a:pt x="154" y="53"/>
                </a:lnTo>
                <a:lnTo>
                  <a:pt x="172" y="42"/>
                </a:lnTo>
                <a:lnTo>
                  <a:pt x="191" y="32"/>
                </a:lnTo>
                <a:lnTo>
                  <a:pt x="210" y="24"/>
                </a:lnTo>
                <a:lnTo>
                  <a:pt x="230" y="16"/>
                </a:lnTo>
                <a:lnTo>
                  <a:pt x="251" y="10"/>
                </a:lnTo>
                <a:lnTo>
                  <a:pt x="271" y="6"/>
                </a:lnTo>
                <a:lnTo>
                  <a:pt x="293" y="2"/>
                </a:lnTo>
                <a:lnTo>
                  <a:pt x="314" y="0"/>
                </a:lnTo>
                <a:lnTo>
                  <a:pt x="335" y="0"/>
                </a:lnTo>
              </a:path>
            </a:pathLst>
          </a:custGeom>
          <a:ln w="7920">
            <a:solidFill>
              <a:srgbClr val="D1D1D1"/>
            </a:solidFill>
            <a:custDash>
              <a:ds d="236364" sp="236364"/>
            </a:custDash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1100520" y="1275480"/>
            <a:ext cx="481680" cy="482040"/>
          </a:xfrm>
          <a:custGeom>
            <a:avLst/>
            <a:gdLst/>
            <a:ahLst/>
            <a:rect l="0" t="0" r="r" b="b"/>
            <a:pathLst>
              <a:path fill="none" w="1338" h="1339">
                <a:moveTo>
                  <a:pt x="669" y="0"/>
                </a:moveTo>
                <a:lnTo>
                  <a:pt x="712" y="1"/>
                </a:lnTo>
                <a:lnTo>
                  <a:pt x="754" y="6"/>
                </a:lnTo>
                <a:lnTo>
                  <a:pt x="796" y="12"/>
                </a:lnTo>
                <a:lnTo>
                  <a:pt x="838" y="21"/>
                </a:lnTo>
                <a:lnTo>
                  <a:pt x="878" y="33"/>
                </a:lnTo>
                <a:lnTo>
                  <a:pt x="918" y="48"/>
                </a:lnTo>
                <a:lnTo>
                  <a:pt x="957" y="65"/>
                </a:lnTo>
                <a:lnTo>
                  <a:pt x="995" y="84"/>
                </a:lnTo>
                <a:lnTo>
                  <a:pt x="1031" y="106"/>
                </a:lnTo>
                <a:lnTo>
                  <a:pt x="1066" y="130"/>
                </a:lnTo>
                <a:lnTo>
                  <a:pt x="1100" y="157"/>
                </a:lnTo>
                <a:lnTo>
                  <a:pt x="1131" y="185"/>
                </a:lnTo>
                <a:lnTo>
                  <a:pt x="1161" y="215"/>
                </a:lnTo>
                <a:lnTo>
                  <a:pt x="1189" y="247"/>
                </a:lnTo>
                <a:lnTo>
                  <a:pt x="1214" y="281"/>
                </a:lnTo>
                <a:lnTo>
                  <a:pt x="1238" y="316"/>
                </a:lnTo>
                <a:lnTo>
                  <a:pt x="1259" y="353"/>
                </a:lnTo>
                <a:lnTo>
                  <a:pt x="1278" y="391"/>
                </a:lnTo>
                <a:lnTo>
                  <a:pt x="1295" y="430"/>
                </a:lnTo>
                <a:lnTo>
                  <a:pt x="1308" y="470"/>
                </a:lnTo>
                <a:lnTo>
                  <a:pt x="1320" y="511"/>
                </a:lnTo>
                <a:lnTo>
                  <a:pt x="1328" y="553"/>
                </a:lnTo>
                <a:lnTo>
                  <a:pt x="1334" y="595"/>
                </a:lnTo>
                <a:lnTo>
                  <a:pt x="1338" y="637"/>
                </a:lnTo>
                <a:lnTo>
                  <a:pt x="1338" y="680"/>
                </a:lnTo>
                <a:lnTo>
                  <a:pt x="1336" y="722"/>
                </a:lnTo>
                <a:lnTo>
                  <a:pt x="1332" y="764"/>
                </a:lnTo>
                <a:lnTo>
                  <a:pt x="1324" y="806"/>
                </a:lnTo>
                <a:lnTo>
                  <a:pt x="1314" y="847"/>
                </a:lnTo>
                <a:lnTo>
                  <a:pt x="1302" y="888"/>
                </a:lnTo>
                <a:lnTo>
                  <a:pt x="1287" y="928"/>
                </a:lnTo>
                <a:lnTo>
                  <a:pt x="1269" y="966"/>
                </a:lnTo>
                <a:lnTo>
                  <a:pt x="1249" y="1004"/>
                </a:lnTo>
                <a:lnTo>
                  <a:pt x="1227" y="1040"/>
                </a:lnTo>
                <a:lnTo>
                  <a:pt x="1202" y="1074"/>
                </a:lnTo>
                <a:lnTo>
                  <a:pt x="1175" y="1107"/>
                </a:lnTo>
                <a:lnTo>
                  <a:pt x="1146" y="1140"/>
                </a:lnTo>
                <a:lnTo>
                  <a:pt x="1116" y="1169"/>
                </a:lnTo>
                <a:lnTo>
                  <a:pt x="1083" y="1196"/>
                </a:lnTo>
                <a:lnTo>
                  <a:pt x="1049" y="1221"/>
                </a:lnTo>
                <a:lnTo>
                  <a:pt x="1013" y="1244"/>
                </a:lnTo>
                <a:lnTo>
                  <a:pt x="976" y="1265"/>
                </a:lnTo>
                <a:lnTo>
                  <a:pt x="938" y="1283"/>
                </a:lnTo>
                <a:lnTo>
                  <a:pt x="898" y="1299"/>
                </a:lnTo>
                <a:lnTo>
                  <a:pt x="858" y="1312"/>
                </a:lnTo>
                <a:lnTo>
                  <a:pt x="817" y="1323"/>
                </a:lnTo>
                <a:lnTo>
                  <a:pt x="775" y="1331"/>
                </a:lnTo>
                <a:lnTo>
                  <a:pt x="733" y="1336"/>
                </a:lnTo>
                <a:lnTo>
                  <a:pt x="691" y="1339"/>
                </a:lnTo>
                <a:lnTo>
                  <a:pt x="648" y="1339"/>
                </a:lnTo>
                <a:lnTo>
                  <a:pt x="606" y="1336"/>
                </a:lnTo>
                <a:lnTo>
                  <a:pt x="564" y="1331"/>
                </a:lnTo>
                <a:lnTo>
                  <a:pt x="522" y="1323"/>
                </a:lnTo>
                <a:lnTo>
                  <a:pt x="481" y="1312"/>
                </a:lnTo>
                <a:lnTo>
                  <a:pt x="441" y="1299"/>
                </a:lnTo>
                <a:lnTo>
                  <a:pt x="401" y="1283"/>
                </a:lnTo>
                <a:lnTo>
                  <a:pt x="363" y="1265"/>
                </a:lnTo>
                <a:lnTo>
                  <a:pt x="326" y="1244"/>
                </a:lnTo>
                <a:lnTo>
                  <a:pt x="290" y="1221"/>
                </a:lnTo>
                <a:lnTo>
                  <a:pt x="255" y="1196"/>
                </a:lnTo>
                <a:lnTo>
                  <a:pt x="222" y="1169"/>
                </a:lnTo>
                <a:lnTo>
                  <a:pt x="192" y="1140"/>
                </a:lnTo>
                <a:lnTo>
                  <a:pt x="163" y="1107"/>
                </a:lnTo>
                <a:lnTo>
                  <a:pt x="136" y="1074"/>
                </a:lnTo>
                <a:lnTo>
                  <a:pt x="111" y="1040"/>
                </a:lnTo>
                <a:lnTo>
                  <a:pt x="89" y="1004"/>
                </a:lnTo>
                <a:lnTo>
                  <a:pt x="69" y="966"/>
                </a:lnTo>
                <a:lnTo>
                  <a:pt x="51" y="928"/>
                </a:lnTo>
                <a:lnTo>
                  <a:pt x="36" y="888"/>
                </a:lnTo>
                <a:lnTo>
                  <a:pt x="24" y="847"/>
                </a:lnTo>
                <a:lnTo>
                  <a:pt x="14" y="806"/>
                </a:lnTo>
                <a:lnTo>
                  <a:pt x="6" y="764"/>
                </a:lnTo>
                <a:lnTo>
                  <a:pt x="1" y="722"/>
                </a:lnTo>
                <a:lnTo>
                  <a:pt x="0" y="680"/>
                </a:lnTo>
                <a:lnTo>
                  <a:pt x="0" y="637"/>
                </a:lnTo>
                <a:lnTo>
                  <a:pt x="4" y="595"/>
                </a:lnTo>
                <a:lnTo>
                  <a:pt x="10" y="553"/>
                </a:lnTo>
                <a:lnTo>
                  <a:pt x="18" y="511"/>
                </a:lnTo>
                <a:lnTo>
                  <a:pt x="30" y="470"/>
                </a:lnTo>
                <a:lnTo>
                  <a:pt x="43" y="430"/>
                </a:lnTo>
                <a:lnTo>
                  <a:pt x="60" y="391"/>
                </a:lnTo>
                <a:lnTo>
                  <a:pt x="79" y="353"/>
                </a:lnTo>
                <a:lnTo>
                  <a:pt x="100" y="316"/>
                </a:lnTo>
                <a:lnTo>
                  <a:pt x="123" y="281"/>
                </a:lnTo>
                <a:lnTo>
                  <a:pt x="149" y="247"/>
                </a:lnTo>
                <a:lnTo>
                  <a:pt x="177" y="215"/>
                </a:lnTo>
                <a:lnTo>
                  <a:pt x="207" y="185"/>
                </a:lnTo>
                <a:lnTo>
                  <a:pt x="238" y="157"/>
                </a:lnTo>
                <a:lnTo>
                  <a:pt x="272" y="130"/>
                </a:lnTo>
                <a:lnTo>
                  <a:pt x="308" y="106"/>
                </a:lnTo>
                <a:lnTo>
                  <a:pt x="344" y="84"/>
                </a:lnTo>
                <a:lnTo>
                  <a:pt x="382" y="65"/>
                </a:lnTo>
                <a:lnTo>
                  <a:pt x="421" y="48"/>
                </a:lnTo>
                <a:lnTo>
                  <a:pt x="461" y="33"/>
                </a:lnTo>
                <a:lnTo>
                  <a:pt x="501" y="21"/>
                </a:lnTo>
                <a:lnTo>
                  <a:pt x="543" y="12"/>
                </a:lnTo>
                <a:lnTo>
                  <a:pt x="585" y="6"/>
                </a:lnTo>
                <a:lnTo>
                  <a:pt x="627" y="1"/>
                </a:lnTo>
                <a:lnTo>
                  <a:pt x="669" y="0"/>
                </a:lnTo>
              </a:path>
            </a:pathLst>
          </a:custGeom>
          <a:ln w="7920">
            <a:solidFill>
              <a:srgbClr val="D1D1D1"/>
            </a:solidFill>
            <a:custDash>
              <a:ds d="236364" sp="236364"/>
            </a:custDash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979920" y="1155240"/>
            <a:ext cx="722880" cy="722520"/>
          </a:xfrm>
          <a:custGeom>
            <a:avLst/>
            <a:gdLst/>
            <a:ahLst/>
            <a:rect l="0" t="0" r="r" b="b"/>
            <a:pathLst>
              <a:path fill="none" w="2008" h="2007">
                <a:moveTo>
                  <a:pt x="1004" y="0"/>
                </a:moveTo>
                <a:lnTo>
                  <a:pt x="1068" y="2"/>
                </a:lnTo>
                <a:lnTo>
                  <a:pt x="1132" y="8"/>
                </a:lnTo>
                <a:lnTo>
                  <a:pt x="1194" y="18"/>
                </a:lnTo>
                <a:lnTo>
                  <a:pt x="1256" y="32"/>
                </a:lnTo>
                <a:lnTo>
                  <a:pt x="1318" y="50"/>
                </a:lnTo>
                <a:lnTo>
                  <a:pt x="1377" y="71"/>
                </a:lnTo>
                <a:lnTo>
                  <a:pt x="1436" y="97"/>
                </a:lnTo>
                <a:lnTo>
                  <a:pt x="1492" y="126"/>
                </a:lnTo>
                <a:lnTo>
                  <a:pt x="1547" y="159"/>
                </a:lnTo>
                <a:lnTo>
                  <a:pt x="1599" y="195"/>
                </a:lnTo>
                <a:lnTo>
                  <a:pt x="1650" y="234"/>
                </a:lnTo>
                <a:lnTo>
                  <a:pt x="1697" y="277"/>
                </a:lnTo>
                <a:lnTo>
                  <a:pt x="1742" y="322"/>
                </a:lnTo>
                <a:lnTo>
                  <a:pt x="1783" y="370"/>
                </a:lnTo>
                <a:lnTo>
                  <a:pt x="1822" y="421"/>
                </a:lnTo>
                <a:lnTo>
                  <a:pt x="1857" y="474"/>
                </a:lnTo>
                <a:lnTo>
                  <a:pt x="1889" y="529"/>
                </a:lnTo>
                <a:lnTo>
                  <a:pt x="1917" y="586"/>
                </a:lnTo>
                <a:lnTo>
                  <a:pt x="1942" y="645"/>
                </a:lnTo>
                <a:lnTo>
                  <a:pt x="1963" y="705"/>
                </a:lnTo>
                <a:lnTo>
                  <a:pt x="1980" y="767"/>
                </a:lnTo>
                <a:lnTo>
                  <a:pt x="1993" y="829"/>
                </a:lnTo>
                <a:lnTo>
                  <a:pt x="2002" y="892"/>
                </a:lnTo>
                <a:lnTo>
                  <a:pt x="2007" y="955"/>
                </a:lnTo>
                <a:lnTo>
                  <a:pt x="2008" y="1019"/>
                </a:lnTo>
                <a:lnTo>
                  <a:pt x="2005" y="1083"/>
                </a:lnTo>
                <a:lnTo>
                  <a:pt x="1998" y="1146"/>
                </a:lnTo>
                <a:lnTo>
                  <a:pt x="1987" y="1209"/>
                </a:lnTo>
                <a:lnTo>
                  <a:pt x="1972" y="1270"/>
                </a:lnTo>
                <a:lnTo>
                  <a:pt x="1953" y="1331"/>
                </a:lnTo>
                <a:lnTo>
                  <a:pt x="1930" y="1391"/>
                </a:lnTo>
                <a:lnTo>
                  <a:pt x="1904" y="1449"/>
                </a:lnTo>
                <a:lnTo>
                  <a:pt x="1874" y="1505"/>
                </a:lnTo>
                <a:lnTo>
                  <a:pt x="1840" y="1559"/>
                </a:lnTo>
                <a:lnTo>
                  <a:pt x="1803" y="1611"/>
                </a:lnTo>
                <a:lnTo>
                  <a:pt x="1763" y="1660"/>
                </a:lnTo>
                <a:lnTo>
                  <a:pt x="1720" y="1707"/>
                </a:lnTo>
                <a:lnTo>
                  <a:pt x="1674" y="1751"/>
                </a:lnTo>
                <a:lnTo>
                  <a:pt x="1625" y="1792"/>
                </a:lnTo>
                <a:lnTo>
                  <a:pt x="1574" y="1831"/>
                </a:lnTo>
                <a:lnTo>
                  <a:pt x="1520" y="1865"/>
                </a:lnTo>
                <a:lnTo>
                  <a:pt x="1464" y="1896"/>
                </a:lnTo>
                <a:lnTo>
                  <a:pt x="1407" y="1924"/>
                </a:lnTo>
                <a:lnTo>
                  <a:pt x="1348" y="1947"/>
                </a:lnTo>
                <a:lnTo>
                  <a:pt x="1287" y="1967"/>
                </a:lnTo>
                <a:lnTo>
                  <a:pt x="1226" y="1983"/>
                </a:lnTo>
                <a:lnTo>
                  <a:pt x="1163" y="1995"/>
                </a:lnTo>
                <a:lnTo>
                  <a:pt x="1100" y="2003"/>
                </a:lnTo>
                <a:lnTo>
                  <a:pt x="1036" y="2007"/>
                </a:lnTo>
                <a:lnTo>
                  <a:pt x="973" y="2007"/>
                </a:lnTo>
                <a:lnTo>
                  <a:pt x="909" y="2003"/>
                </a:lnTo>
                <a:lnTo>
                  <a:pt x="846" y="1995"/>
                </a:lnTo>
                <a:lnTo>
                  <a:pt x="783" y="1983"/>
                </a:lnTo>
                <a:lnTo>
                  <a:pt x="722" y="1967"/>
                </a:lnTo>
                <a:lnTo>
                  <a:pt x="661" y="1947"/>
                </a:lnTo>
                <a:lnTo>
                  <a:pt x="602" y="1924"/>
                </a:lnTo>
                <a:lnTo>
                  <a:pt x="545" y="1896"/>
                </a:lnTo>
                <a:lnTo>
                  <a:pt x="489" y="1865"/>
                </a:lnTo>
                <a:lnTo>
                  <a:pt x="435" y="1831"/>
                </a:lnTo>
                <a:lnTo>
                  <a:pt x="384" y="1792"/>
                </a:lnTo>
                <a:lnTo>
                  <a:pt x="335" y="1751"/>
                </a:lnTo>
                <a:lnTo>
                  <a:pt x="289" y="1707"/>
                </a:lnTo>
                <a:lnTo>
                  <a:pt x="245" y="1660"/>
                </a:lnTo>
                <a:lnTo>
                  <a:pt x="205" y="1611"/>
                </a:lnTo>
                <a:lnTo>
                  <a:pt x="168" y="1559"/>
                </a:lnTo>
                <a:lnTo>
                  <a:pt x="134" y="1505"/>
                </a:lnTo>
                <a:lnTo>
                  <a:pt x="104" y="1449"/>
                </a:lnTo>
                <a:lnTo>
                  <a:pt x="78" y="1391"/>
                </a:lnTo>
                <a:lnTo>
                  <a:pt x="55" y="1331"/>
                </a:lnTo>
                <a:lnTo>
                  <a:pt x="36" y="1270"/>
                </a:lnTo>
                <a:lnTo>
                  <a:pt x="21" y="1209"/>
                </a:lnTo>
                <a:lnTo>
                  <a:pt x="10" y="1146"/>
                </a:lnTo>
                <a:lnTo>
                  <a:pt x="3" y="1083"/>
                </a:lnTo>
                <a:lnTo>
                  <a:pt x="0" y="1019"/>
                </a:lnTo>
                <a:lnTo>
                  <a:pt x="1" y="955"/>
                </a:lnTo>
                <a:lnTo>
                  <a:pt x="6" y="892"/>
                </a:lnTo>
                <a:lnTo>
                  <a:pt x="15" y="829"/>
                </a:lnTo>
                <a:lnTo>
                  <a:pt x="28" y="767"/>
                </a:lnTo>
                <a:lnTo>
                  <a:pt x="45" y="705"/>
                </a:lnTo>
                <a:lnTo>
                  <a:pt x="66" y="645"/>
                </a:lnTo>
                <a:lnTo>
                  <a:pt x="91" y="586"/>
                </a:lnTo>
                <a:lnTo>
                  <a:pt x="119" y="529"/>
                </a:lnTo>
                <a:lnTo>
                  <a:pt x="151" y="474"/>
                </a:lnTo>
                <a:lnTo>
                  <a:pt x="186" y="421"/>
                </a:lnTo>
                <a:lnTo>
                  <a:pt x="225" y="370"/>
                </a:lnTo>
                <a:lnTo>
                  <a:pt x="266" y="322"/>
                </a:lnTo>
                <a:lnTo>
                  <a:pt x="312" y="277"/>
                </a:lnTo>
                <a:lnTo>
                  <a:pt x="359" y="234"/>
                </a:lnTo>
                <a:lnTo>
                  <a:pt x="409" y="195"/>
                </a:lnTo>
                <a:lnTo>
                  <a:pt x="462" y="159"/>
                </a:lnTo>
                <a:lnTo>
                  <a:pt x="516" y="126"/>
                </a:lnTo>
                <a:lnTo>
                  <a:pt x="573" y="97"/>
                </a:lnTo>
                <a:lnTo>
                  <a:pt x="632" y="71"/>
                </a:lnTo>
                <a:lnTo>
                  <a:pt x="691" y="50"/>
                </a:lnTo>
                <a:lnTo>
                  <a:pt x="752" y="32"/>
                </a:lnTo>
                <a:lnTo>
                  <a:pt x="815" y="18"/>
                </a:lnTo>
                <a:lnTo>
                  <a:pt x="877" y="8"/>
                </a:lnTo>
                <a:lnTo>
                  <a:pt x="941" y="2"/>
                </a:lnTo>
                <a:lnTo>
                  <a:pt x="1004" y="0"/>
                </a:lnTo>
              </a:path>
            </a:pathLst>
          </a:custGeom>
          <a:ln w="7920">
            <a:solidFill>
              <a:srgbClr val="D1D1D1"/>
            </a:solidFill>
            <a:custDash>
              <a:ds d="236364" sp="236364"/>
            </a:custDash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859320" y="1034640"/>
            <a:ext cx="963720" cy="963720"/>
          </a:xfrm>
          <a:custGeom>
            <a:avLst/>
            <a:gdLst/>
            <a:ahLst/>
            <a:rect l="0" t="0" r="r" b="b"/>
            <a:pathLst>
              <a:path fill="none" w="2677" h="2677">
                <a:moveTo>
                  <a:pt x="1338" y="0"/>
                </a:moveTo>
                <a:lnTo>
                  <a:pt x="1423" y="3"/>
                </a:lnTo>
                <a:lnTo>
                  <a:pt x="1508" y="11"/>
                </a:lnTo>
                <a:lnTo>
                  <a:pt x="1592" y="24"/>
                </a:lnTo>
                <a:lnTo>
                  <a:pt x="1676" y="43"/>
                </a:lnTo>
                <a:lnTo>
                  <a:pt x="1757" y="67"/>
                </a:lnTo>
                <a:lnTo>
                  <a:pt x="1837" y="96"/>
                </a:lnTo>
                <a:lnTo>
                  <a:pt x="1915" y="130"/>
                </a:lnTo>
                <a:lnTo>
                  <a:pt x="1990" y="169"/>
                </a:lnTo>
                <a:lnTo>
                  <a:pt x="2063" y="212"/>
                </a:lnTo>
                <a:lnTo>
                  <a:pt x="2133" y="261"/>
                </a:lnTo>
                <a:lnTo>
                  <a:pt x="2200" y="313"/>
                </a:lnTo>
                <a:lnTo>
                  <a:pt x="2263" y="370"/>
                </a:lnTo>
                <a:lnTo>
                  <a:pt x="2322" y="430"/>
                </a:lnTo>
                <a:lnTo>
                  <a:pt x="2378" y="494"/>
                </a:lnTo>
                <a:lnTo>
                  <a:pt x="2429" y="562"/>
                </a:lnTo>
                <a:lnTo>
                  <a:pt x="2476" y="633"/>
                </a:lnTo>
                <a:lnTo>
                  <a:pt x="2519" y="706"/>
                </a:lnTo>
                <a:lnTo>
                  <a:pt x="2557" y="782"/>
                </a:lnTo>
                <a:lnTo>
                  <a:pt x="2589" y="861"/>
                </a:lnTo>
                <a:lnTo>
                  <a:pt x="2617" y="941"/>
                </a:lnTo>
                <a:lnTo>
                  <a:pt x="2640" y="1023"/>
                </a:lnTo>
                <a:lnTo>
                  <a:pt x="2657" y="1106"/>
                </a:lnTo>
                <a:lnTo>
                  <a:pt x="2669" y="1191"/>
                </a:lnTo>
                <a:lnTo>
                  <a:pt x="2676" y="1275"/>
                </a:lnTo>
                <a:lnTo>
                  <a:pt x="2677" y="1360"/>
                </a:lnTo>
                <a:lnTo>
                  <a:pt x="2673" y="1445"/>
                </a:lnTo>
                <a:lnTo>
                  <a:pt x="2664" y="1530"/>
                </a:lnTo>
                <a:lnTo>
                  <a:pt x="2649" y="1613"/>
                </a:lnTo>
                <a:lnTo>
                  <a:pt x="2629" y="1696"/>
                </a:lnTo>
                <a:lnTo>
                  <a:pt x="2604" y="1777"/>
                </a:lnTo>
                <a:lnTo>
                  <a:pt x="2574" y="1856"/>
                </a:lnTo>
                <a:lnTo>
                  <a:pt x="2538" y="1933"/>
                </a:lnTo>
                <a:lnTo>
                  <a:pt x="2498" y="2008"/>
                </a:lnTo>
                <a:lnTo>
                  <a:pt x="2454" y="2080"/>
                </a:lnTo>
                <a:lnTo>
                  <a:pt x="2404" y="2149"/>
                </a:lnTo>
                <a:lnTo>
                  <a:pt x="2351" y="2215"/>
                </a:lnTo>
                <a:lnTo>
                  <a:pt x="2293" y="2278"/>
                </a:lnTo>
                <a:lnTo>
                  <a:pt x="2232" y="2336"/>
                </a:lnTo>
                <a:lnTo>
                  <a:pt x="2167" y="2391"/>
                </a:lnTo>
                <a:lnTo>
                  <a:pt x="2098" y="2441"/>
                </a:lnTo>
                <a:lnTo>
                  <a:pt x="2027" y="2487"/>
                </a:lnTo>
                <a:lnTo>
                  <a:pt x="1953" y="2529"/>
                </a:lnTo>
                <a:lnTo>
                  <a:pt x="1876" y="2565"/>
                </a:lnTo>
                <a:lnTo>
                  <a:pt x="1797" y="2596"/>
                </a:lnTo>
                <a:lnTo>
                  <a:pt x="1716" y="2623"/>
                </a:lnTo>
                <a:lnTo>
                  <a:pt x="1634" y="2644"/>
                </a:lnTo>
                <a:lnTo>
                  <a:pt x="1550" y="2660"/>
                </a:lnTo>
                <a:lnTo>
                  <a:pt x="1466" y="2671"/>
                </a:lnTo>
                <a:lnTo>
                  <a:pt x="1381" y="2677"/>
                </a:lnTo>
                <a:lnTo>
                  <a:pt x="1296" y="2677"/>
                </a:lnTo>
                <a:lnTo>
                  <a:pt x="1211" y="2671"/>
                </a:lnTo>
                <a:lnTo>
                  <a:pt x="1127" y="2660"/>
                </a:lnTo>
                <a:lnTo>
                  <a:pt x="1044" y="2644"/>
                </a:lnTo>
                <a:lnTo>
                  <a:pt x="962" y="2623"/>
                </a:lnTo>
                <a:lnTo>
                  <a:pt x="881" y="2596"/>
                </a:lnTo>
                <a:lnTo>
                  <a:pt x="802" y="2565"/>
                </a:lnTo>
                <a:lnTo>
                  <a:pt x="725" y="2529"/>
                </a:lnTo>
                <a:lnTo>
                  <a:pt x="651" y="2487"/>
                </a:lnTo>
                <a:lnTo>
                  <a:pt x="580" y="2441"/>
                </a:lnTo>
                <a:lnTo>
                  <a:pt x="511" y="2391"/>
                </a:lnTo>
                <a:lnTo>
                  <a:pt x="446" y="2336"/>
                </a:lnTo>
                <a:lnTo>
                  <a:pt x="385" y="2278"/>
                </a:lnTo>
                <a:lnTo>
                  <a:pt x="327" y="2215"/>
                </a:lnTo>
                <a:lnTo>
                  <a:pt x="274" y="2149"/>
                </a:lnTo>
                <a:lnTo>
                  <a:pt x="224" y="2080"/>
                </a:lnTo>
                <a:lnTo>
                  <a:pt x="180" y="2008"/>
                </a:lnTo>
                <a:lnTo>
                  <a:pt x="140" y="1933"/>
                </a:lnTo>
                <a:lnTo>
                  <a:pt x="104" y="1856"/>
                </a:lnTo>
                <a:lnTo>
                  <a:pt x="74" y="1777"/>
                </a:lnTo>
                <a:lnTo>
                  <a:pt x="49" y="1696"/>
                </a:lnTo>
                <a:lnTo>
                  <a:pt x="29" y="1613"/>
                </a:lnTo>
                <a:lnTo>
                  <a:pt x="14" y="1530"/>
                </a:lnTo>
                <a:lnTo>
                  <a:pt x="5" y="1445"/>
                </a:lnTo>
                <a:lnTo>
                  <a:pt x="0" y="1360"/>
                </a:lnTo>
                <a:lnTo>
                  <a:pt x="2" y="1275"/>
                </a:lnTo>
                <a:lnTo>
                  <a:pt x="9" y="1191"/>
                </a:lnTo>
                <a:lnTo>
                  <a:pt x="21" y="1106"/>
                </a:lnTo>
                <a:lnTo>
                  <a:pt x="38" y="1023"/>
                </a:lnTo>
                <a:lnTo>
                  <a:pt x="61" y="941"/>
                </a:lnTo>
                <a:lnTo>
                  <a:pt x="88" y="861"/>
                </a:lnTo>
                <a:lnTo>
                  <a:pt x="121" y="782"/>
                </a:lnTo>
                <a:lnTo>
                  <a:pt x="159" y="706"/>
                </a:lnTo>
                <a:lnTo>
                  <a:pt x="201" y="633"/>
                </a:lnTo>
                <a:lnTo>
                  <a:pt x="248" y="562"/>
                </a:lnTo>
                <a:lnTo>
                  <a:pt x="300" y="494"/>
                </a:lnTo>
                <a:lnTo>
                  <a:pt x="355" y="430"/>
                </a:lnTo>
                <a:lnTo>
                  <a:pt x="415" y="370"/>
                </a:lnTo>
                <a:lnTo>
                  <a:pt x="478" y="313"/>
                </a:lnTo>
                <a:lnTo>
                  <a:pt x="545" y="261"/>
                </a:lnTo>
                <a:lnTo>
                  <a:pt x="615" y="212"/>
                </a:lnTo>
                <a:lnTo>
                  <a:pt x="688" y="169"/>
                </a:lnTo>
                <a:lnTo>
                  <a:pt x="763" y="130"/>
                </a:lnTo>
                <a:lnTo>
                  <a:pt x="841" y="96"/>
                </a:lnTo>
                <a:lnTo>
                  <a:pt x="921" y="67"/>
                </a:lnTo>
                <a:lnTo>
                  <a:pt x="1002" y="43"/>
                </a:lnTo>
                <a:lnTo>
                  <a:pt x="1085" y="24"/>
                </a:lnTo>
                <a:lnTo>
                  <a:pt x="1169" y="11"/>
                </a:lnTo>
                <a:lnTo>
                  <a:pt x="1254" y="3"/>
                </a:lnTo>
                <a:lnTo>
                  <a:pt x="1338" y="0"/>
                </a:lnTo>
              </a:path>
            </a:pathLst>
          </a:custGeom>
          <a:ln w="7920">
            <a:solidFill>
              <a:srgbClr val="D1D1D1"/>
            </a:solidFill>
            <a:custDash>
              <a:ds d="236364" sp="236364"/>
            </a:custDash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739080" y="914400"/>
            <a:ext cx="1204560" cy="1204560"/>
          </a:xfrm>
          <a:custGeom>
            <a:avLst/>
            <a:gdLst/>
            <a:ahLst/>
            <a:rect l="0" t="0" r="r" b="b"/>
            <a:pathLst>
              <a:path fill="none" w="3346" h="3346">
                <a:moveTo>
                  <a:pt x="1672" y="0"/>
                </a:moveTo>
                <a:lnTo>
                  <a:pt x="1779" y="4"/>
                </a:lnTo>
                <a:lnTo>
                  <a:pt x="1884" y="14"/>
                </a:lnTo>
                <a:lnTo>
                  <a:pt x="1989" y="31"/>
                </a:lnTo>
                <a:lnTo>
                  <a:pt x="2093" y="54"/>
                </a:lnTo>
                <a:lnTo>
                  <a:pt x="2194" y="84"/>
                </a:lnTo>
                <a:lnTo>
                  <a:pt x="2294" y="120"/>
                </a:lnTo>
                <a:lnTo>
                  <a:pt x="2391" y="163"/>
                </a:lnTo>
                <a:lnTo>
                  <a:pt x="2486" y="211"/>
                </a:lnTo>
                <a:lnTo>
                  <a:pt x="2577" y="266"/>
                </a:lnTo>
                <a:lnTo>
                  <a:pt x="2664" y="326"/>
                </a:lnTo>
                <a:lnTo>
                  <a:pt x="2748" y="392"/>
                </a:lnTo>
                <a:lnTo>
                  <a:pt x="2827" y="463"/>
                </a:lnTo>
                <a:lnTo>
                  <a:pt x="2901" y="538"/>
                </a:lnTo>
                <a:lnTo>
                  <a:pt x="2972" y="618"/>
                </a:lnTo>
                <a:lnTo>
                  <a:pt x="3036" y="703"/>
                </a:lnTo>
                <a:lnTo>
                  <a:pt x="3095" y="791"/>
                </a:lnTo>
                <a:lnTo>
                  <a:pt x="3148" y="883"/>
                </a:lnTo>
                <a:lnTo>
                  <a:pt x="3195" y="978"/>
                </a:lnTo>
                <a:lnTo>
                  <a:pt x="3236" y="1076"/>
                </a:lnTo>
                <a:lnTo>
                  <a:pt x="3271" y="1177"/>
                </a:lnTo>
                <a:lnTo>
                  <a:pt x="3299" y="1279"/>
                </a:lnTo>
                <a:lnTo>
                  <a:pt x="3321" y="1383"/>
                </a:lnTo>
                <a:lnTo>
                  <a:pt x="3336" y="1488"/>
                </a:lnTo>
                <a:lnTo>
                  <a:pt x="3344" y="1594"/>
                </a:lnTo>
                <a:lnTo>
                  <a:pt x="3346" y="1700"/>
                </a:lnTo>
                <a:lnTo>
                  <a:pt x="3341" y="1806"/>
                </a:lnTo>
                <a:lnTo>
                  <a:pt x="3329" y="1911"/>
                </a:lnTo>
                <a:lnTo>
                  <a:pt x="3311" y="2016"/>
                </a:lnTo>
                <a:lnTo>
                  <a:pt x="3286" y="2119"/>
                </a:lnTo>
                <a:lnTo>
                  <a:pt x="3254" y="2220"/>
                </a:lnTo>
                <a:lnTo>
                  <a:pt x="3216" y="2319"/>
                </a:lnTo>
                <a:lnTo>
                  <a:pt x="3172" y="2416"/>
                </a:lnTo>
                <a:lnTo>
                  <a:pt x="3122" y="2510"/>
                </a:lnTo>
                <a:lnTo>
                  <a:pt x="3066" y="2601"/>
                </a:lnTo>
                <a:lnTo>
                  <a:pt x="3004" y="2687"/>
                </a:lnTo>
                <a:lnTo>
                  <a:pt x="2937" y="2769"/>
                </a:lnTo>
                <a:lnTo>
                  <a:pt x="2865" y="2847"/>
                </a:lnTo>
                <a:lnTo>
                  <a:pt x="2788" y="2921"/>
                </a:lnTo>
                <a:lnTo>
                  <a:pt x="2706" y="2989"/>
                </a:lnTo>
                <a:lnTo>
                  <a:pt x="2621" y="3052"/>
                </a:lnTo>
                <a:lnTo>
                  <a:pt x="2532" y="3109"/>
                </a:lnTo>
                <a:lnTo>
                  <a:pt x="2439" y="3161"/>
                </a:lnTo>
                <a:lnTo>
                  <a:pt x="2343" y="3206"/>
                </a:lnTo>
                <a:lnTo>
                  <a:pt x="2245" y="3246"/>
                </a:lnTo>
                <a:lnTo>
                  <a:pt x="2144" y="3279"/>
                </a:lnTo>
                <a:lnTo>
                  <a:pt x="2041" y="3306"/>
                </a:lnTo>
                <a:lnTo>
                  <a:pt x="1937" y="3326"/>
                </a:lnTo>
                <a:lnTo>
                  <a:pt x="1831" y="3339"/>
                </a:lnTo>
                <a:lnTo>
                  <a:pt x="1725" y="3346"/>
                </a:lnTo>
                <a:lnTo>
                  <a:pt x="1619" y="3346"/>
                </a:lnTo>
                <a:lnTo>
                  <a:pt x="1514" y="3339"/>
                </a:lnTo>
                <a:lnTo>
                  <a:pt x="1408" y="3326"/>
                </a:lnTo>
                <a:lnTo>
                  <a:pt x="1304" y="3306"/>
                </a:lnTo>
                <a:lnTo>
                  <a:pt x="1201" y="3279"/>
                </a:lnTo>
                <a:lnTo>
                  <a:pt x="1100" y="3246"/>
                </a:lnTo>
                <a:lnTo>
                  <a:pt x="1002" y="3206"/>
                </a:lnTo>
                <a:lnTo>
                  <a:pt x="906" y="3161"/>
                </a:lnTo>
                <a:lnTo>
                  <a:pt x="813" y="3109"/>
                </a:lnTo>
                <a:lnTo>
                  <a:pt x="724" y="3052"/>
                </a:lnTo>
                <a:lnTo>
                  <a:pt x="639" y="2989"/>
                </a:lnTo>
                <a:lnTo>
                  <a:pt x="557" y="2921"/>
                </a:lnTo>
                <a:lnTo>
                  <a:pt x="480" y="2847"/>
                </a:lnTo>
                <a:lnTo>
                  <a:pt x="408" y="2769"/>
                </a:lnTo>
                <a:lnTo>
                  <a:pt x="341" y="2687"/>
                </a:lnTo>
                <a:lnTo>
                  <a:pt x="280" y="2601"/>
                </a:lnTo>
                <a:lnTo>
                  <a:pt x="224" y="2510"/>
                </a:lnTo>
                <a:lnTo>
                  <a:pt x="174" y="2416"/>
                </a:lnTo>
                <a:lnTo>
                  <a:pt x="130" y="2319"/>
                </a:lnTo>
                <a:lnTo>
                  <a:pt x="92" y="2220"/>
                </a:lnTo>
                <a:lnTo>
                  <a:pt x="60" y="2119"/>
                </a:lnTo>
                <a:lnTo>
                  <a:pt x="35" y="2016"/>
                </a:lnTo>
                <a:lnTo>
                  <a:pt x="17" y="1911"/>
                </a:lnTo>
                <a:lnTo>
                  <a:pt x="5" y="1806"/>
                </a:lnTo>
                <a:lnTo>
                  <a:pt x="0" y="1700"/>
                </a:lnTo>
                <a:lnTo>
                  <a:pt x="2" y="1594"/>
                </a:lnTo>
                <a:lnTo>
                  <a:pt x="10" y="1488"/>
                </a:lnTo>
                <a:lnTo>
                  <a:pt x="25" y="1383"/>
                </a:lnTo>
                <a:lnTo>
                  <a:pt x="47" y="1279"/>
                </a:lnTo>
                <a:lnTo>
                  <a:pt x="75" y="1177"/>
                </a:lnTo>
                <a:lnTo>
                  <a:pt x="110" y="1076"/>
                </a:lnTo>
                <a:lnTo>
                  <a:pt x="151" y="978"/>
                </a:lnTo>
                <a:lnTo>
                  <a:pt x="198" y="883"/>
                </a:lnTo>
                <a:lnTo>
                  <a:pt x="251" y="791"/>
                </a:lnTo>
                <a:lnTo>
                  <a:pt x="310" y="703"/>
                </a:lnTo>
                <a:lnTo>
                  <a:pt x="374" y="618"/>
                </a:lnTo>
                <a:lnTo>
                  <a:pt x="444" y="538"/>
                </a:lnTo>
                <a:lnTo>
                  <a:pt x="518" y="463"/>
                </a:lnTo>
                <a:lnTo>
                  <a:pt x="597" y="392"/>
                </a:lnTo>
                <a:lnTo>
                  <a:pt x="681" y="326"/>
                </a:lnTo>
                <a:lnTo>
                  <a:pt x="768" y="266"/>
                </a:lnTo>
                <a:lnTo>
                  <a:pt x="859" y="211"/>
                </a:lnTo>
                <a:lnTo>
                  <a:pt x="954" y="163"/>
                </a:lnTo>
                <a:lnTo>
                  <a:pt x="1051" y="120"/>
                </a:lnTo>
                <a:lnTo>
                  <a:pt x="1151" y="84"/>
                </a:lnTo>
                <a:lnTo>
                  <a:pt x="1252" y="54"/>
                </a:lnTo>
                <a:lnTo>
                  <a:pt x="1356" y="31"/>
                </a:lnTo>
                <a:lnTo>
                  <a:pt x="1461" y="14"/>
                </a:lnTo>
                <a:lnTo>
                  <a:pt x="1566" y="4"/>
                </a:lnTo>
                <a:lnTo>
                  <a:pt x="1672" y="0"/>
                </a:lnTo>
              </a:path>
            </a:pathLst>
          </a:custGeom>
          <a:ln w="7920">
            <a:solidFill>
              <a:srgbClr val="D1D1D1"/>
            </a:solidFill>
            <a:custDash>
              <a:ds d="236364" sp="236364"/>
            </a:custDash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663840" y="838800"/>
            <a:ext cx="1355040" cy="1355040"/>
          </a:xfrm>
          <a:custGeom>
            <a:avLst/>
            <a:gdLst/>
            <a:ahLst/>
            <a:rect l="0" t="0" r="r" b="b"/>
            <a:pathLst>
              <a:path fill="none" w="3764" h="3764">
                <a:moveTo>
                  <a:pt x="1882" y="0"/>
                </a:moveTo>
                <a:lnTo>
                  <a:pt x="2002" y="4"/>
                </a:lnTo>
                <a:lnTo>
                  <a:pt x="2121" y="15"/>
                </a:lnTo>
                <a:lnTo>
                  <a:pt x="2239" y="34"/>
                </a:lnTo>
                <a:lnTo>
                  <a:pt x="2355" y="61"/>
                </a:lnTo>
                <a:lnTo>
                  <a:pt x="2470" y="94"/>
                </a:lnTo>
                <a:lnTo>
                  <a:pt x="2582" y="135"/>
                </a:lnTo>
                <a:lnTo>
                  <a:pt x="2691" y="183"/>
                </a:lnTo>
                <a:lnTo>
                  <a:pt x="2797" y="238"/>
                </a:lnTo>
                <a:lnTo>
                  <a:pt x="2900" y="299"/>
                </a:lnTo>
                <a:lnTo>
                  <a:pt x="2998" y="367"/>
                </a:lnTo>
                <a:lnTo>
                  <a:pt x="3092" y="441"/>
                </a:lnTo>
                <a:lnTo>
                  <a:pt x="3181" y="520"/>
                </a:lnTo>
                <a:lnTo>
                  <a:pt x="3265" y="605"/>
                </a:lnTo>
                <a:lnTo>
                  <a:pt x="3343" y="696"/>
                </a:lnTo>
                <a:lnTo>
                  <a:pt x="3415" y="791"/>
                </a:lnTo>
                <a:lnTo>
                  <a:pt x="3481" y="890"/>
                </a:lnTo>
                <a:lnTo>
                  <a:pt x="3541" y="993"/>
                </a:lnTo>
                <a:lnTo>
                  <a:pt x="3594" y="1100"/>
                </a:lnTo>
                <a:lnTo>
                  <a:pt x="3640" y="1211"/>
                </a:lnTo>
                <a:lnTo>
                  <a:pt x="3679" y="1323"/>
                </a:lnTo>
                <a:lnTo>
                  <a:pt x="3711" y="1438"/>
                </a:lnTo>
                <a:lnTo>
                  <a:pt x="3736" y="1555"/>
                </a:lnTo>
                <a:lnTo>
                  <a:pt x="3753" y="1674"/>
                </a:lnTo>
                <a:lnTo>
                  <a:pt x="3762" y="1793"/>
                </a:lnTo>
                <a:lnTo>
                  <a:pt x="3764" y="1912"/>
                </a:lnTo>
                <a:lnTo>
                  <a:pt x="3758" y="2031"/>
                </a:lnTo>
                <a:lnTo>
                  <a:pt x="3745" y="2150"/>
                </a:lnTo>
                <a:lnTo>
                  <a:pt x="3724" y="2267"/>
                </a:lnTo>
                <a:lnTo>
                  <a:pt x="3696" y="2384"/>
                </a:lnTo>
                <a:lnTo>
                  <a:pt x="3661" y="2498"/>
                </a:lnTo>
                <a:lnTo>
                  <a:pt x="3618" y="2609"/>
                </a:lnTo>
                <a:lnTo>
                  <a:pt x="3568" y="2718"/>
                </a:lnTo>
                <a:lnTo>
                  <a:pt x="3512" y="2823"/>
                </a:lnTo>
                <a:lnTo>
                  <a:pt x="3449" y="2925"/>
                </a:lnTo>
                <a:lnTo>
                  <a:pt x="3380" y="3022"/>
                </a:lnTo>
                <a:lnTo>
                  <a:pt x="3305" y="3114"/>
                </a:lnTo>
                <a:lnTo>
                  <a:pt x="3224" y="3202"/>
                </a:lnTo>
                <a:lnTo>
                  <a:pt x="3137" y="3284"/>
                </a:lnTo>
                <a:lnTo>
                  <a:pt x="3046" y="3362"/>
                </a:lnTo>
                <a:lnTo>
                  <a:pt x="2950" y="3433"/>
                </a:lnTo>
                <a:lnTo>
                  <a:pt x="2849" y="3498"/>
                </a:lnTo>
                <a:lnTo>
                  <a:pt x="2745" y="3556"/>
                </a:lnTo>
                <a:lnTo>
                  <a:pt x="2637" y="3607"/>
                </a:lnTo>
                <a:lnTo>
                  <a:pt x="2526" y="3651"/>
                </a:lnTo>
                <a:lnTo>
                  <a:pt x="2413" y="3689"/>
                </a:lnTo>
                <a:lnTo>
                  <a:pt x="2297" y="3719"/>
                </a:lnTo>
                <a:lnTo>
                  <a:pt x="2180" y="3741"/>
                </a:lnTo>
                <a:lnTo>
                  <a:pt x="2061" y="3756"/>
                </a:lnTo>
                <a:lnTo>
                  <a:pt x="1942" y="3764"/>
                </a:lnTo>
                <a:lnTo>
                  <a:pt x="1823" y="3764"/>
                </a:lnTo>
                <a:lnTo>
                  <a:pt x="1704" y="3756"/>
                </a:lnTo>
                <a:lnTo>
                  <a:pt x="1585" y="3741"/>
                </a:lnTo>
                <a:lnTo>
                  <a:pt x="1468" y="3719"/>
                </a:lnTo>
                <a:lnTo>
                  <a:pt x="1352" y="3689"/>
                </a:lnTo>
                <a:lnTo>
                  <a:pt x="1239" y="3651"/>
                </a:lnTo>
                <a:lnTo>
                  <a:pt x="1128" y="3607"/>
                </a:lnTo>
                <a:lnTo>
                  <a:pt x="1020" y="3556"/>
                </a:lnTo>
                <a:lnTo>
                  <a:pt x="916" y="3498"/>
                </a:lnTo>
                <a:lnTo>
                  <a:pt x="815" y="3433"/>
                </a:lnTo>
                <a:lnTo>
                  <a:pt x="719" y="3362"/>
                </a:lnTo>
                <a:lnTo>
                  <a:pt x="628" y="3284"/>
                </a:lnTo>
                <a:lnTo>
                  <a:pt x="541" y="3202"/>
                </a:lnTo>
                <a:lnTo>
                  <a:pt x="460" y="3114"/>
                </a:lnTo>
                <a:lnTo>
                  <a:pt x="385" y="3022"/>
                </a:lnTo>
                <a:lnTo>
                  <a:pt x="316" y="2925"/>
                </a:lnTo>
                <a:lnTo>
                  <a:pt x="253" y="2823"/>
                </a:lnTo>
                <a:lnTo>
                  <a:pt x="196" y="2718"/>
                </a:lnTo>
                <a:lnTo>
                  <a:pt x="147" y="2609"/>
                </a:lnTo>
                <a:lnTo>
                  <a:pt x="104" y="2498"/>
                </a:lnTo>
                <a:lnTo>
                  <a:pt x="69" y="2384"/>
                </a:lnTo>
                <a:lnTo>
                  <a:pt x="41" y="2267"/>
                </a:lnTo>
                <a:lnTo>
                  <a:pt x="19" y="2150"/>
                </a:lnTo>
                <a:lnTo>
                  <a:pt x="6" y="2031"/>
                </a:lnTo>
                <a:lnTo>
                  <a:pt x="0" y="1912"/>
                </a:lnTo>
                <a:lnTo>
                  <a:pt x="2" y="1793"/>
                </a:lnTo>
                <a:lnTo>
                  <a:pt x="11" y="1674"/>
                </a:lnTo>
                <a:lnTo>
                  <a:pt x="28" y="1555"/>
                </a:lnTo>
                <a:lnTo>
                  <a:pt x="54" y="1438"/>
                </a:lnTo>
                <a:lnTo>
                  <a:pt x="86" y="1323"/>
                </a:lnTo>
                <a:lnTo>
                  <a:pt x="125" y="1211"/>
                </a:lnTo>
                <a:lnTo>
                  <a:pt x="171" y="1100"/>
                </a:lnTo>
                <a:lnTo>
                  <a:pt x="224" y="993"/>
                </a:lnTo>
                <a:lnTo>
                  <a:pt x="284" y="890"/>
                </a:lnTo>
                <a:lnTo>
                  <a:pt x="350" y="791"/>
                </a:lnTo>
                <a:lnTo>
                  <a:pt x="422" y="696"/>
                </a:lnTo>
                <a:lnTo>
                  <a:pt x="500" y="605"/>
                </a:lnTo>
                <a:lnTo>
                  <a:pt x="584" y="520"/>
                </a:lnTo>
                <a:lnTo>
                  <a:pt x="673" y="441"/>
                </a:lnTo>
                <a:lnTo>
                  <a:pt x="767" y="367"/>
                </a:lnTo>
                <a:lnTo>
                  <a:pt x="865" y="299"/>
                </a:lnTo>
                <a:lnTo>
                  <a:pt x="968" y="238"/>
                </a:lnTo>
                <a:lnTo>
                  <a:pt x="1074" y="183"/>
                </a:lnTo>
                <a:lnTo>
                  <a:pt x="1183" y="135"/>
                </a:lnTo>
                <a:lnTo>
                  <a:pt x="1295" y="94"/>
                </a:lnTo>
                <a:lnTo>
                  <a:pt x="1410" y="61"/>
                </a:lnTo>
                <a:lnTo>
                  <a:pt x="1526" y="34"/>
                </a:lnTo>
                <a:lnTo>
                  <a:pt x="1644" y="15"/>
                </a:lnTo>
                <a:lnTo>
                  <a:pt x="1763" y="4"/>
                </a:lnTo>
                <a:lnTo>
                  <a:pt x="1882" y="0"/>
                </a:lnTo>
              </a:path>
            </a:pathLst>
          </a:custGeom>
          <a:ln w="7920">
            <a:solidFill>
              <a:srgbClr val="D1D1D1"/>
            </a:solidFill>
            <a:custDash>
              <a:ds d="236364" sp="236364"/>
            </a:custDash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 flipV="1">
            <a:off x="1341000" y="914400"/>
            <a:ext cx="0" cy="602280"/>
          </a:xfrm>
          <a:prstGeom prst="line">
            <a:avLst/>
          </a:prstGeom>
          <a:ln w="792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341000" y="1090440"/>
            <a:ext cx="426240" cy="426240"/>
          </a:xfrm>
          <a:custGeom>
            <a:avLst/>
            <a:gdLst/>
            <a:ahLst/>
            <a:rect l="0" t="0" r="r" b="b"/>
            <a:pathLst>
              <a:path fill="none" w="1184" h="1184">
                <a:moveTo>
                  <a:pt x="0" y="1184"/>
                </a:moveTo>
                <a:lnTo>
                  <a:pt x="695" y="490"/>
                </a:lnTo>
                <a:lnTo>
                  <a:pt x="736" y="449"/>
                </a:lnTo>
                <a:lnTo>
                  <a:pt x="776" y="408"/>
                </a:lnTo>
                <a:lnTo>
                  <a:pt x="1184" y="0"/>
                </a:lnTo>
              </a:path>
            </a:pathLst>
          </a:custGeom>
          <a:ln w="7920">
            <a:solidFill>
              <a:srgbClr val="CCCCCC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341000" y="1516320"/>
            <a:ext cx="602280" cy="0"/>
          </a:xfrm>
          <a:prstGeom prst="line">
            <a:avLst/>
          </a:prstGeom>
          <a:ln w="792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341000" y="1516320"/>
            <a:ext cx="426240" cy="426240"/>
          </a:xfrm>
          <a:custGeom>
            <a:avLst/>
            <a:gdLst/>
            <a:ahLst/>
            <a:rect l="0" t="0" r="r" b="b"/>
            <a:pathLst>
              <a:path fill="none" w="1184" h="1184">
                <a:moveTo>
                  <a:pt x="0" y="0"/>
                </a:moveTo>
                <a:lnTo>
                  <a:pt x="245" y="245"/>
                </a:lnTo>
                <a:lnTo>
                  <a:pt x="286" y="286"/>
                </a:lnTo>
                <a:lnTo>
                  <a:pt x="736" y="734"/>
                </a:lnTo>
                <a:lnTo>
                  <a:pt x="776" y="775"/>
                </a:lnTo>
                <a:lnTo>
                  <a:pt x="1184" y="1184"/>
                </a:lnTo>
              </a:path>
            </a:pathLst>
          </a:custGeom>
          <a:ln w="7920">
            <a:solidFill>
              <a:srgbClr val="CCCCCC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1341000" y="1516320"/>
            <a:ext cx="0" cy="602280"/>
          </a:xfrm>
          <a:prstGeom prst="line">
            <a:avLst/>
          </a:prstGeom>
          <a:ln w="792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915480" y="1516320"/>
            <a:ext cx="425880" cy="426240"/>
          </a:xfrm>
          <a:custGeom>
            <a:avLst/>
            <a:gdLst/>
            <a:ahLst/>
            <a:rect l="0" t="0" r="r" b="b"/>
            <a:pathLst>
              <a:path fill="none" w="1183" h="1184">
                <a:moveTo>
                  <a:pt x="1183" y="0"/>
                </a:moveTo>
                <a:lnTo>
                  <a:pt x="979" y="204"/>
                </a:lnTo>
                <a:lnTo>
                  <a:pt x="939" y="245"/>
                </a:lnTo>
                <a:lnTo>
                  <a:pt x="898" y="286"/>
                </a:lnTo>
                <a:lnTo>
                  <a:pt x="0" y="1184"/>
                </a:lnTo>
              </a:path>
            </a:pathLst>
          </a:custGeom>
          <a:ln w="7920">
            <a:solidFill>
              <a:srgbClr val="CCCCCC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 flipH="1">
            <a:off x="739080" y="1516320"/>
            <a:ext cx="601920" cy="0"/>
          </a:xfrm>
          <a:prstGeom prst="line">
            <a:avLst/>
          </a:prstGeom>
          <a:ln w="792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915480" y="1090440"/>
            <a:ext cx="425880" cy="426240"/>
          </a:xfrm>
          <a:custGeom>
            <a:avLst/>
            <a:gdLst/>
            <a:ahLst/>
            <a:rect l="0" t="0" r="r" b="b"/>
            <a:pathLst>
              <a:path fill="none" w="1183" h="1184">
                <a:moveTo>
                  <a:pt x="1183" y="1184"/>
                </a:moveTo>
                <a:lnTo>
                  <a:pt x="979" y="979"/>
                </a:lnTo>
                <a:lnTo>
                  <a:pt x="939" y="938"/>
                </a:lnTo>
                <a:lnTo>
                  <a:pt x="490" y="490"/>
                </a:lnTo>
                <a:lnTo>
                  <a:pt x="449" y="449"/>
                </a:lnTo>
                <a:lnTo>
                  <a:pt x="0" y="0"/>
                </a:lnTo>
              </a:path>
            </a:pathLst>
          </a:custGeom>
          <a:ln w="7920">
            <a:solidFill>
              <a:srgbClr val="CCCCCC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266840" y="1279080"/>
            <a:ext cx="519120" cy="344880"/>
          </a:xfrm>
          <a:custGeom>
            <a:avLst/>
            <a:gdLst/>
            <a:ahLst/>
            <a:rect l="0" t="0" r="r" b="b"/>
            <a:pathLst>
              <a:path w="1442" h="958">
                <a:moveTo>
                  <a:pt x="207" y="409"/>
                </a:moveTo>
                <a:lnTo>
                  <a:pt x="223" y="364"/>
                </a:lnTo>
                <a:lnTo>
                  <a:pt x="243" y="320"/>
                </a:lnTo>
                <a:lnTo>
                  <a:pt x="268" y="277"/>
                </a:lnTo>
                <a:lnTo>
                  <a:pt x="297" y="236"/>
                </a:lnTo>
                <a:lnTo>
                  <a:pt x="331" y="198"/>
                </a:lnTo>
                <a:lnTo>
                  <a:pt x="369" y="162"/>
                </a:lnTo>
                <a:lnTo>
                  <a:pt x="411" y="128"/>
                </a:lnTo>
                <a:lnTo>
                  <a:pt x="457" y="98"/>
                </a:lnTo>
                <a:lnTo>
                  <a:pt x="507" y="71"/>
                </a:lnTo>
                <a:lnTo>
                  <a:pt x="560" y="48"/>
                </a:lnTo>
                <a:lnTo>
                  <a:pt x="616" y="30"/>
                </a:lnTo>
                <a:lnTo>
                  <a:pt x="675" y="15"/>
                </a:lnTo>
                <a:lnTo>
                  <a:pt x="737" y="5"/>
                </a:lnTo>
                <a:lnTo>
                  <a:pt x="801" y="0"/>
                </a:lnTo>
                <a:lnTo>
                  <a:pt x="867" y="0"/>
                </a:lnTo>
                <a:lnTo>
                  <a:pt x="910" y="19"/>
                </a:lnTo>
                <a:lnTo>
                  <a:pt x="952" y="41"/>
                </a:lnTo>
                <a:lnTo>
                  <a:pt x="994" y="65"/>
                </a:lnTo>
                <a:lnTo>
                  <a:pt x="1036" y="92"/>
                </a:lnTo>
                <a:lnTo>
                  <a:pt x="1076" y="121"/>
                </a:lnTo>
                <a:lnTo>
                  <a:pt x="1116" y="153"/>
                </a:lnTo>
                <a:lnTo>
                  <a:pt x="1154" y="188"/>
                </a:lnTo>
                <a:lnTo>
                  <a:pt x="1191" y="225"/>
                </a:lnTo>
                <a:lnTo>
                  <a:pt x="1226" y="264"/>
                </a:lnTo>
                <a:lnTo>
                  <a:pt x="1260" y="306"/>
                </a:lnTo>
                <a:lnTo>
                  <a:pt x="1293" y="350"/>
                </a:lnTo>
                <a:lnTo>
                  <a:pt x="1323" y="397"/>
                </a:lnTo>
                <a:lnTo>
                  <a:pt x="1351" y="445"/>
                </a:lnTo>
                <a:lnTo>
                  <a:pt x="1378" y="496"/>
                </a:lnTo>
                <a:lnTo>
                  <a:pt x="1402" y="548"/>
                </a:lnTo>
                <a:lnTo>
                  <a:pt x="1423" y="603"/>
                </a:lnTo>
                <a:lnTo>
                  <a:pt x="1442" y="659"/>
                </a:lnTo>
                <a:lnTo>
                  <a:pt x="1393" y="706"/>
                </a:lnTo>
                <a:lnTo>
                  <a:pt x="1343" y="748"/>
                </a:lnTo>
                <a:lnTo>
                  <a:pt x="1290" y="788"/>
                </a:lnTo>
                <a:lnTo>
                  <a:pt x="1237" y="823"/>
                </a:lnTo>
                <a:lnTo>
                  <a:pt x="1182" y="854"/>
                </a:lnTo>
                <a:lnTo>
                  <a:pt x="1127" y="881"/>
                </a:lnTo>
                <a:lnTo>
                  <a:pt x="1071" y="904"/>
                </a:lnTo>
                <a:lnTo>
                  <a:pt x="1015" y="923"/>
                </a:lnTo>
                <a:lnTo>
                  <a:pt x="959" y="937"/>
                </a:lnTo>
                <a:lnTo>
                  <a:pt x="903" y="948"/>
                </a:lnTo>
                <a:lnTo>
                  <a:pt x="848" y="955"/>
                </a:lnTo>
                <a:lnTo>
                  <a:pt x="792" y="958"/>
                </a:lnTo>
                <a:lnTo>
                  <a:pt x="738" y="957"/>
                </a:lnTo>
                <a:lnTo>
                  <a:pt x="685" y="953"/>
                </a:lnTo>
                <a:lnTo>
                  <a:pt x="633" y="945"/>
                </a:lnTo>
                <a:lnTo>
                  <a:pt x="583" y="933"/>
                </a:lnTo>
                <a:lnTo>
                  <a:pt x="534" y="917"/>
                </a:lnTo>
                <a:lnTo>
                  <a:pt x="487" y="899"/>
                </a:lnTo>
                <a:lnTo>
                  <a:pt x="442" y="877"/>
                </a:lnTo>
                <a:lnTo>
                  <a:pt x="399" y="852"/>
                </a:lnTo>
                <a:lnTo>
                  <a:pt x="347" y="852"/>
                </a:lnTo>
                <a:lnTo>
                  <a:pt x="300" y="842"/>
                </a:lnTo>
                <a:lnTo>
                  <a:pt x="260" y="823"/>
                </a:lnTo>
                <a:lnTo>
                  <a:pt x="229" y="796"/>
                </a:lnTo>
                <a:lnTo>
                  <a:pt x="207" y="764"/>
                </a:lnTo>
                <a:lnTo>
                  <a:pt x="190" y="794"/>
                </a:lnTo>
                <a:lnTo>
                  <a:pt x="164" y="821"/>
                </a:lnTo>
                <a:lnTo>
                  <a:pt x="132" y="843"/>
                </a:lnTo>
                <a:lnTo>
                  <a:pt x="93" y="859"/>
                </a:lnTo>
                <a:lnTo>
                  <a:pt x="48" y="867"/>
                </a:lnTo>
                <a:lnTo>
                  <a:pt x="0" y="866"/>
                </a:lnTo>
                <a:lnTo>
                  <a:pt x="0" y="818"/>
                </a:lnTo>
                <a:lnTo>
                  <a:pt x="9" y="774"/>
                </a:lnTo>
                <a:lnTo>
                  <a:pt x="26" y="734"/>
                </a:lnTo>
                <a:lnTo>
                  <a:pt x="49" y="701"/>
                </a:lnTo>
                <a:lnTo>
                  <a:pt x="77" y="676"/>
                </a:lnTo>
                <a:lnTo>
                  <a:pt x="108" y="659"/>
                </a:lnTo>
                <a:lnTo>
                  <a:pt x="92" y="628"/>
                </a:lnTo>
                <a:lnTo>
                  <a:pt x="86" y="589"/>
                </a:lnTo>
                <a:lnTo>
                  <a:pt x="93" y="545"/>
                </a:lnTo>
                <a:lnTo>
                  <a:pt x="73" y="564"/>
                </a:lnTo>
                <a:lnTo>
                  <a:pt x="56" y="586"/>
                </a:lnTo>
                <a:lnTo>
                  <a:pt x="44" y="611"/>
                </a:lnTo>
                <a:lnTo>
                  <a:pt x="35" y="639"/>
                </a:lnTo>
                <a:lnTo>
                  <a:pt x="32" y="667"/>
                </a:lnTo>
                <a:lnTo>
                  <a:pt x="33" y="697"/>
                </a:lnTo>
                <a:lnTo>
                  <a:pt x="39" y="726"/>
                </a:lnTo>
                <a:lnTo>
                  <a:pt x="50" y="755"/>
                </a:lnTo>
                <a:lnTo>
                  <a:pt x="66" y="782"/>
                </a:lnTo>
                <a:lnTo>
                  <a:pt x="88" y="805"/>
                </a:lnTo>
                <a:lnTo>
                  <a:pt x="112" y="826"/>
                </a:lnTo>
                <a:lnTo>
                  <a:pt x="140" y="842"/>
                </a:lnTo>
                <a:lnTo>
                  <a:pt x="170" y="853"/>
                </a:lnTo>
                <a:lnTo>
                  <a:pt x="203" y="859"/>
                </a:lnTo>
                <a:lnTo>
                  <a:pt x="236" y="860"/>
                </a:lnTo>
                <a:lnTo>
                  <a:pt x="270" y="855"/>
                </a:lnTo>
                <a:lnTo>
                  <a:pt x="302" y="844"/>
                </a:lnTo>
                <a:lnTo>
                  <a:pt x="333" y="828"/>
                </a:lnTo>
                <a:lnTo>
                  <a:pt x="361" y="807"/>
                </a:lnTo>
                <a:lnTo>
                  <a:pt x="386" y="781"/>
                </a:lnTo>
                <a:lnTo>
                  <a:pt x="406" y="750"/>
                </a:lnTo>
                <a:lnTo>
                  <a:pt x="420" y="716"/>
                </a:lnTo>
                <a:lnTo>
                  <a:pt x="430" y="680"/>
                </a:lnTo>
                <a:lnTo>
                  <a:pt x="433" y="643"/>
                </a:lnTo>
                <a:lnTo>
                  <a:pt x="430" y="605"/>
                </a:lnTo>
                <a:lnTo>
                  <a:pt x="420" y="568"/>
                </a:lnTo>
                <a:lnTo>
                  <a:pt x="404" y="533"/>
                </a:lnTo>
                <a:lnTo>
                  <a:pt x="383" y="500"/>
                </a:lnTo>
                <a:lnTo>
                  <a:pt x="355" y="471"/>
                </a:lnTo>
                <a:lnTo>
                  <a:pt x="323" y="447"/>
                </a:lnTo>
                <a:lnTo>
                  <a:pt x="288" y="428"/>
                </a:lnTo>
                <a:lnTo>
                  <a:pt x="248" y="415"/>
                </a:lnTo>
                <a:lnTo>
                  <a:pt x="207" y="409"/>
                </a:lnTo>
                <a:close/>
              </a:path>
            </a:pathLst>
          </a:custGeom>
          <a:noFill/>
          <a:ln w="20160">
            <a:solidFill>
              <a:srgbClr val="1A1A1A"/>
            </a:solidFill>
            <a:round/>
          </a:ln>
        </p:spPr>
        <p:txBody>
          <a:bodyPr lIns="10080" tIns="10080" rIns="10080" bIns="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1269720" y="1305360"/>
            <a:ext cx="512280" cy="325080"/>
          </a:xfrm>
          <a:custGeom>
            <a:avLst/>
            <a:gdLst/>
            <a:ahLst/>
            <a:rect l="0" t="0" r="r" b="b"/>
            <a:pathLst>
              <a:path w="1423" h="903">
                <a:moveTo>
                  <a:pt x="199" y="328"/>
                </a:moveTo>
                <a:lnTo>
                  <a:pt x="216" y="288"/>
                </a:lnTo>
                <a:lnTo>
                  <a:pt x="237" y="249"/>
                </a:lnTo>
                <a:lnTo>
                  <a:pt x="263" y="212"/>
                </a:lnTo>
                <a:lnTo>
                  <a:pt x="293" y="176"/>
                </a:lnTo>
                <a:lnTo>
                  <a:pt x="327" y="143"/>
                </a:lnTo>
                <a:lnTo>
                  <a:pt x="365" y="113"/>
                </a:lnTo>
                <a:lnTo>
                  <a:pt x="407" y="85"/>
                </a:lnTo>
                <a:lnTo>
                  <a:pt x="452" y="61"/>
                </a:lnTo>
                <a:lnTo>
                  <a:pt x="501" y="41"/>
                </a:lnTo>
                <a:lnTo>
                  <a:pt x="553" y="24"/>
                </a:lnTo>
                <a:lnTo>
                  <a:pt x="607" y="12"/>
                </a:lnTo>
                <a:lnTo>
                  <a:pt x="664" y="4"/>
                </a:lnTo>
                <a:lnTo>
                  <a:pt x="723" y="0"/>
                </a:lnTo>
                <a:lnTo>
                  <a:pt x="784" y="2"/>
                </a:lnTo>
                <a:lnTo>
                  <a:pt x="827" y="14"/>
                </a:lnTo>
                <a:lnTo>
                  <a:pt x="871" y="28"/>
                </a:lnTo>
                <a:lnTo>
                  <a:pt x="915" y="46"/>
                </a:lnTo>
                <a:lnTo>
                  <a:pt x="958" y="66"/>
                </a:lnTo>
                <a:lnTo>
                  <a:pt x="1001" y="90"/>
                </a:lnTo>
                <a:lnTo>
                  <a:pt x="1044" y="116"/>
                </a:lnTo>
                <a:lnTo>
                  <a:pt x="1086" y="145"/>
                </a:lnTo>
                <a:lnTo>
                  <a:pt x="1126" y="177"/>
                </a:lnTo>
                <a:lnTo>
                  <a:pt x="1166" y="212"/>
                </a:lnTo>
                <a:lnTo>
                  <a:pt x="1204" y="249"/>
                </a:lnTo>
                <a:lnTo>
                  <a:pt x="1241" y="290"/>
                </a:lnTo>
                <a:lnTo>
                  <a:pt x="1277" y="333"/>
                </a:lnTo>
                <a:lnTo>
                  <a:pt x="1310" y="378"/>
                </a:lnTo>
                <a:lnTo>
                  <a:pt x="1342" y="427"/>
                </a:lnTo>
                <a:lnTo>
                  <a:pt x="1371" y="479"/>
                </a:lnTo>
                <a:lnTo>
                  <a:pt x="1398" y="532"/>
                </a:lnTo>
                <a:lnTo>
                  <a:pt x="1423" y="587"/>
                </a:lnTo>
                <a:lnTo>
                  <a:pt x="1375" y="636"/>
                </a:lnTo>
                <a:lnTo>
                  <a:pt x="1326" y="680"/>
                </a:lnTo>
                <a:lnTo>
                  <a:pt x="1275" y="721"/>
                </a:lnTo>
                <a:lnTo>
                  <a:pt x="1222" y="758"/>
                </a:lnTo>
                <a:lnTo>
                  <a:pt x="1169" y="790"/>
                </a:lnTo>
                <a:lnTo>
                  <a:pt x="1115" y="819"/>
                </a:lnTo>
                <a:lnTo>
                  <a:pt x="1060" y="843"/>
                </a:lnTo>
                <a:lnTo>
                  <a:pt x="1004" y="863"/>
                </a:lnTo>
                <a:lnTo>
                  <a:pt x="949" y="879"/>
                </a:lnTo>
                <a:lnTo>
                  <a:pt x="893" y="891"/>
                </a:lnTo>
                <a:lnTo>
                  <a:pt x="838" y="899"/>
                </a:lnTo>
                <a:lnTo>
                  <a:pt x="784" y="903"/>
                </a:lnTo>
                <a:lnTo>
                  <a:pt x="730" y="903"/>
                </a:lnTo>
                <a:lnTo>
                  <a:pt x="678" y="900"/>
                </a:lnTo>
                <a:lnTo>
                  <a:pt x="627" y="892"/>
                </a:lnTo>
                <a:lnTo>
                  <a:pt x="577" y="881"/>
                </a:lnTo>
                <a:lnTo>
                  <a:pt x="529" y="866"/>
                </a:lnTo>
                <a:lnTo>
                  <a:pt x="483" y="848"/>
                </a:lnTo>
                <a:lnTo>
                  <a:pt x="439" y="826"/>
                </a:lnTo>
                <a:lnTo>
                  <a:pt x="387" y="831"/>
                </a:lnTo>
                <a:lnTo>
                  <a:pt x="338" y="827"/>
                </a:lnTo>
                <a:lnTo>
                  <a:pt x="294" y="815"/>
                </a:lnTo>
                <a:lnTo>
                  <a:pt x="256" y="796"/>
                </a:lnTo>
                <a:lnTo>
                  <a:pt x="224" y="772"/>
                </a:lnTo>
                <a:lnTo>
                  <a:pt x="199" y="743"/>
                </a:lnTo>
                <a:lnTo>
                  <a:pt x="171" y="764"/>
                </a:lnTo>
                <a:lnTo>
                  <a:pt x="137" y="780"/>
                </a:lnTo>
                <a:lnTo>
                  <a:pt x="96" y="789"/>
                </a:lnTo>
                <a:lnTo>
                  <a:pt x="52" y="790"/>
                </a:lnTo>
                <a:lnTo>
                  <a:pt x="5" y="781"/>
                </a:lnTo>
                <a:lnTo>
                  <a:pt x="0" y="731"/>
                </a:lnTo>
                <a:lnTo>
                  <a:pt x="5" y="685"/>
                </a:lnTo>
                <a:lnTo>
                  <a:pt x="20" y="645"/>
                </a:lnTo>
                <a:lnTo>
                  <a:pt x="42" y="612"/>
                </a:lnTo>
                <a:lnTo>
                  <a:pt x="69" y="587"/>
                </a:lnTo>
                <a:lnTo>
                  <a:pt x="71" y="553"/>
                </a:lnTo>
                <a:lnTo>
                  <a:pt x="81" y="519"/>
                </a:lnTo>
                <a:lnTo>
                  <a:pt x="101" y="488"/>
                </a:lnTo>
                <a:lnTo>
                  <a:pt x="82" y="505"/>
                </a:lnTo>
                <a:lnTo>
                  <a:pt x="67" y="524"/>
                </a:lnTo>
                <a:lnTo>
                  <a:pt x="54" y="547"/>
                </a:lnTo>
                <a:lnTo>
                  <a:pt x="46" y="572"/>
                </a:lnTo>
                <a:lnTo>
                  <a:pt x="42" y="599"/>
                </a:lnTo>
                <a:lnTo>
                  <a:pt x="43" y="626"/>
                </a:lnTo>
                <a:lnTo>
                  <a:pt x="48" y="654"/>
                </a:lnTo>
                <a:lnTo>
                  <a:pt x="59" y="681"/>
                </a:lnTo>
                <a:lnTo>
                  <a:pt x="74" y="706"/>
                </a:lnTo>
                <a:lnTo>
                  <a:pt x="94" y="729"/>
                </a:lnTo>
                <a:lnTo>
                  <a:pt x="118" y="748"/>
                </a:lnTo>
                <a:lnTo>
                  <a:pt x="146" y="763"/>
                </a:lnTo>
                <a:lnTo>
                  <a:pt x="177" y="773"/>
                </a:lnTo>
                <a:lnTo>
                  <a:pt x="209" y="778"/>
                </a:lnTo>
                <a:lnTo>
                  <a:pt x="242" y="777"/>
                </a:lnTo>
                <a:lnTo>
                  <a:pt x="275" y="771"/>
                </a:lnTo>
                <a:lnTo>
                  <a:pt x="308" y="758"/>
                </a:lnTo>
                <a:lnTo>
                  <a:pt x="338" y="740"/>
                </a:lnTo>
                <a:lnTo>
                  <a:pt x="365" y="716"/>
                </a:lnTo>
                <a:lnTo>
                  <a:pt x="388" y="688"/>
                </a:lnTo>
                <a:lnTo>
                  <a:pt x="406" y="655"/>
                </a:lnTo>
                <a:lnTo>
                  <a:pt x="418" y="620"/>
                </a:lnTo>
                <a:lnTo>
                  <a:pt x="424" y="582"/>
                </a:lnTo>
                <a:lnTo>
                  <a:pt x="423" y="543"/>
                </a:lnTo>
                <a:lnTo>
                  <a:pt x="416" y="504"/>
                </a:lnTo>
                <a:lnTo>
                  <a:pt x="402" y="466"/>
                </a:lnTo>
                <a:lnTo>
                  <a:pt x="381" y="430"/>
                </a:lnTo>
                <a:lnTo>
                  <a:pt x="354" y="398"/>
                </a:lnTo>
                <a:lnTo>
                  <a:pt x="321" y="371"/>
                </a:lnTo>
                <a:lnTo>
                  <a:pt x="284" y="350"/>
                </a:lnTo>
                <a:lnTo>
                  <a:pt x="243" y="336"/>
                </a:lnTo>
                <a:lnTo>
                  <a:pt x="199" y="328"/>
                </a:lnTo>
                <a:close/>
              </a:path>
            </a:pathLst>
          </a:custGeom>
          <a:noFill/>
          <a:ln w="20160">
            <a:solidFill>
              <a:srgbClr val="0072B2"/>
            </a:solidFill>
            <a:custDash>
              <a:ds d="200000" sp="200000"/>
            </a:custDash>
            <a:round/>
          </a:ln>
        </p:spPr>
        <p:txBody>
          <a:bodyPr lIns="10080" tIns="10080" rIns="10080" bIns="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275120" y="1313280"/>
            <a:ext cx="561240" cy="326520"/>
          </a:xfrm>
          <a:custGeom>
            <a:avLst/>
            <a:gdLst/>
            <a:ahLst/>
            <a:rect l="0" t="0" r="r" b="b"/>
            <a:pathLst>
              <a:path w="1559" h="907">
                <a:moveTo>
                  <a:pt x="183" y="350"/>
                </a:moveTo>
                <a:lnTo>
                  <a:pt x="198" y="309"/>
                </a:lnTo>
                <a:lnTo>
                  <a:pt x="217" y="269"/>
                </a:lnTo>
                <a:lnTo>
                  <a:pt x="240" y="230"/>
                </a:lnTo>
                <a:lnTo>
                  <a:pt x="268" y="193"/>
                </a:lnTo>
                <a:lnTo>
                  <a:pt x="300" y="158"/>
                </a:lnTo>
                <a:lnTo>
                  <a:pt x="337" y="126"/>
                </a:lnTo>
                <a:lnTo>
                  <a:pt x="378" y="97"/>
                </a:lnTo>
                <a:lnTo>
                  <a:pt x="422" y="71"/>
                </a:lnTo>
                <a:lnTo>
                  <a:pt x="470" y="48"/>
                </a:lnTo>
                <a:lnTo>
                  <a:pt x="520" y="30"/>
                </a:lnTo>
                <a:lnTo>
                  <a:pt x="574" y="15"/>
                </a:lnTo>
                <a:lnTo>
                  <a:pt x="630" y="5"/>
                </a:lnTo>
                <a:lnTo>
                  <a:pt x="689" y="0"/>
                </a:lnTo>
                <a:lnTo>
                  <a:pt x="749" y="0"/>
                </a:lnTo>
                <a:lnTo>
                  <a:pt x="797" y="3"/>
                </a:lnTo>
                <a:lnTo>
                  <a:pt x="845" y="10"/>
                </a:lnTo>
                <a:lnTo>
                  <a:pt x="894" y="20"/>
                </a:lnTo>
                <a:lnTo>
                  <a:pt x="943" y="33"/>
                </a:lnTo>
                <a:lnTo>
                  <a:pt x="993" y="49"/>
                </a:lnTo>
                <a:lnTo>
                  <a:pt x="1042" y="69"/>
                </a:lnTo>
                <a:lnTo>
                  <a:pt x="1091" y="92"/>
                </a:lnTo>
                <a:lnTo>
                  <a:pt x="1140" y="118"/>
                </a:lnTo>
                <a:lnTo>
                  <a:pt x="1188" y="148"/>
                </a:lnTo>
                <a:lnTo>
                  <a:pt x="1236" y="182"/>
                </a:lnTo>
                <a:lnTo>
                  <a:pt x="1282" y="218"/>
                </a:lnTo>
                <a:lnTo>
                  <a:pt x="1327" y="258"/>
                </a:lnTo>
                <a:lnTo>
                  <a:pt x="1370" y="301"/>
                </a:lnTo>
                <a:lnTo>
                  <a:pt x="1412" y="348"/>
                </a:lnTo>
                <a:lnTo>
                  <a:pt x="1452" y="397"/>
                </a:lnTo>
                <a:lnTo>
                  <a:pt x="1490" y="451"/>
                </a:lnTo>
                <a:lnTo>
                  <a:pt x="1526" y="507"/>
                </a:lnTo>
                <a:lnTo>
                  <a:pt x="1559" y="565"/>
                </a:lnTo>
                <a:lnTo>
                  <a:pt x="1509" y="615"/>
                </a:lnTo>
                <a:lnTo>
                  <a:pt x="1457" y="661"/>
                </a:lnTo>
                <a:lnTo>
                  <a:pt x="1403" y="702"/>
                </a:lnTo>
                <a:lnTo>
                  <a:pt x="1349" y="741"/>
                </a:lnTo>
                <a:lnTo>
                  <a:pt x="1293" y="775"/>
                </a:lnTo>
                <a:lnTo>
                  <a:pt x="1236" y="805"/>
                </a:lnTo>
                <a:lnTo>
                  <a:pt x="1178" y="831"/>
                </a:lnTo>
                <a:lnTo>
                  <a:pt x="1121" y="854"/>
                </a:lnTo>
                <a:lnTo>
                  <a:pt x="1062" y="872"/>
                </a:lnTo>
                <a:lnTo>
                  <a:pt x="1004" y="887"/>
                </a:lnTo>
                <a:lnTo>
                  <a:pt x="946" y="898"/>
                </a:lnTo>
                <a:lnTo>
                  <a:pt x="889" y="904"/>
                </a:lnTo>
                <a:lnTo>
                  <a:pt x="832" y="907"/>
                </a:lnTo>
                <a:lnTo>
                  <a:pt x="776" y="907"/>
                </a:lnTo>
                <a:lnTo>
                  <a:pt x="721" y="902"/>
                </a:lnTo>
                <a:lnTo>
                  <a:pt x="667" y="894"/>
                </a:lnTo>
                <a:lnTo>
                  <a:pt x="615" y="883"/>
                </a:lnTo>
                <a:lnTo>
                  <a:pt x="564" y="868"/>
                </a:lnTo>
                <a:lnTo>
                  <a:pt x="515" y="849"/>
                </a:lnTo>
                <a:lnTo>
                  <a:pt x="468" y="828"/>
                </a:lnTo>
                <a:lnTo>
                  <a:pt x="423" y="803"/>
                </a:lnTo>
                <a:lnTo>
                  <a:pt x="372" y="810"/>
                </a:lnTo>
                <a:lnTo>
                  <a:pt x="324" y="808"/>
                </a:lnTo>
                <a:lnTo>
                  <a:pt x="280" y="798"/>
                </a:lnTo>
                <a:lnTo>
                  <a:pt x="241" y="781"/>
                </a:lnTo>
                <a:lnTo>
                  <a:pt x="209" y="759"/>
                </a:lnTo>
                <a:lnTo>
                  <a:pt x="183" y="732"/>
                </a:lnTo>
                <a:lnTo>
                  <a:pt x="155" y="748"/>
                </a:lnTo>
                <a:lnTo>
                  <a:pt x="121" y="759"/>
                </a:lnTo>
                <a:lnTo>
                  <a:pt x="83" y="763"/>
                </a:lnTo>
                <a:lnTo>
                  <a:pt x="42" y="759"/>
                </a:lnTo>
                <a:lnTo>
                  <a:pt x="1" y="748"/>
                </a:lnTo>
                <a:lnTo>
                  <a:pt x="0" y="699"/>
                </a:lnTo>
                <a:lnTo>
                  <a:pt x="9" y="654"/>
                </a:lnTo>
                <a:lnTo>
                  <a:pt x="27" y="616"/>
                </a:lnTo>
                <a:lnTo>
                  <a:pt x="51" y="586"/>
                </a:lnTo>
                <a:lnTo>
                  <a:pt x="81" y="565"/>
                </a:lnTo>
                <a:lnTo>
                  <a:pt x="93" y="528"/>
                </a:lnTo>
                <a:lnTo>
                  <a:pt x="118" y="499"/>
                </a:lnTo>
                <a:lnTo>
                  <a:pt x="101" y="512"/>
                </a:lnTo>
                <a:lnTo>
                  <a:pt x="88" y="529"/>
                </a:lnTo>
                <a:lnTo>
                  <a:pt x="78" y="549"/>
                </a:lnTo>
                <a:lnTo>
                  <a:pt x="72" y="572"/>
                </a:lnTo>
                <a:lnTo>
                  <a:pt x="71" y="596"/>
                </a:lnTo>
                <a:lnTo>
                  <a:pt x="76" y="621"/>
                </a:lnTo>
                <a:lnTo>
                  <a:pt x="87" y="645"/>
                </a:lnTo>
                <a:lnTo>
                  <a:pt x="103" y="668"/>
                </a:lnTo>
                <a:lnTo>
                  <a:pt x="124" y="686"/>
                </a:lnTo>
                <a:lnTo>
                  <a:pt x="150" y="701"/>
                </a:lnTo>
                <a:lnTo>
                  <a:pt x="179" y="709"/>
                </a:lnTo>
                <a:lnTo>
                  <a:pt x="210" y="711"/>
                </a:lnTo>
                <a:lnTo>
                  <a:pt x="242" y="707"/>
                </a:lnTo>
                <a:lnTo>
                  <a:pt x="273" y="695"/>
                </a:lnTo>
                <a:lnTo>
                  <a:pt x="302" y="677"/>
                </a:lnTo>
                <a:lnTo>
                  <a:pt x="327" y="652"/>
                </a:lnTo>
                <a:lnTo>
                  <a:pt x="346" y="621"/>
                </a:lnTo>
                <a:lnTo>
                  <a:pt x="360" y="586"/>
                </a:lnTo>
                <a:lnTo>
                  <a:pt x="365" y="549"/>
                </a:lnTo>
                <a:lnTo>
                  <a:pt x="362" y="510"/>
                </a:lnTo>
                <a:lnTo>
                  <a:pt x="350" y="471"/>
                </a:lnTo>
                <a:lnTo>
                  <a:pt x="330" y="436"/>
                </a:lnTo>
                <a:lnTo>
                  <a:pt x="302" y="403"/>
                </a:lnTo>
                <a:lnTo>
                  <a:pt x="267" y="378"/>
                </a:lnTo>
                <a:lnTo>
                  <a:pt x="227" y="360"/>
                </a:lnTo>
                <a:lnTo>
                  <a:pt x="183" y="350"/>
                </a:lnTo>
                <a:close/>
              </a:path>
            </a:pathLst>
          </a:custGeom>
          <a:noFill/>
          <a:ln w="20160">
            <a:solidFill>
              <a:srgbClr val="D55E00"/>
            </a:solidFill>
            <a:custDash>
              <a:ds d="100000" sp="200000"/>
            </a:custDash>
            <a:round/>
          </a:ln>
        </p:spPr>
        <p:txBody>
          <a:bodyPr lIns="10080" tIns="10080" rIns="10080" bIns="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1320120" y="140544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0" y="59"/>
                </a:moveTo>
                <a:cubicBezTo>
                  <a:pt x="0" y="-19"/>
                  <a:pt x="117" y="-19"/>
                  <a:pt x="117" y="59"/>
                </a:cubicBezTo>
                <a:cubicBezTo>
                  <a:pt x="117" y="137"/>
                  <a:pt x="0" y="137"/>
                  <a:pt x="0" y="59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1320120" y="1405440"/>
            <a:ext cx="42120" cy="42120"/>
          </a:xfrm>
          <a:custGeom>
            <a:avLst/>
            <a:gdLst/>
            <a:ahLst/>
            <a:rect l="0" t="0" r="r" b="b"/>
            <a:pathLst>
              <a:path fill="none" w="117" h="117">
                <a:moveTo>
                  <a:pt x="117" y="59"/>
                </a:moveTo>
                <a:cubicBezTo>
                  <a:pt x="117" y="137"/>
                  <a:pt x="0" y="137"/>
                  <a:pt x="0" y="59"/>
                </a:cubicBezTo>
                <a:cubicBezTo>
                  <a:pt x="0" y="-19"/>
                  <a:pt x="117" y="-19"/>
                  <a:pt x="117" y="59"/>
                </a:cubicBezTo>
              </a:path>
            </a:pathLst>
          </a:custGeom>
          <a:ln cap="rnd" w="6480">
            <a:solidFill>
              <a:srgbClr val="1A1A1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1557720" y="125820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0" y="59"/>
                </a:moveTo>
                <a:cubicBezTo>
                  <a:pt x="0" y="-20"/>
                  <a:pt x="117" y="-20"/>
                  <a:pt x="117" y="59"/>
                </a:cubicBezTo>
                <a:cubicBezTo>
                  <a:pt x="117" y="136"/>
                  <a:pt x="0" y="136"/>
                  <a:pt x="0" y="59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1557720" y="1258200"/>
            <a:ext cx="42120" cy="42120"/>
          </a:xfrm>
          <a:custGeom>
            <a:avLst/>
            <a:gdLst/>
            <a:ahLst/>
            <a:rect l="0" t="0" r="r" b="b"/>
            <a:pathLst>
              <a:path fill="none" w="117" h="117">
                <a:moveTo>
                  <a:pt x="117" y="59"/>
                </a:moveTo>
                <a:cubicBezTo>
                  <a:pt x="117" y="136"/>
                  <a:pt x="0" y="136"/>
                  <a:pt x="0" y="59"/>
                </a:cubicBezTo>
                <a:cubicBezTo>
                  <a:pt x="0" y="-20"/>
                  <a:pt x="117" y="-20"/>
                  <a:pt x="117" y="59"/>
                </a:cubicBezTo>
              </a:path>
            </a:pathLst>
          </a:custGeom>
          <a:ln cap="rnd" w="6480">
            <a:solidFill>
              <a:srgbClr val="1A1A1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1764720" y="1495440"/>
            <a:ext cx="42120" cy="41760"/>
          </a:xfrm>
          <a:custGeom>
            <a:avLst/>
            <a:gdLst/>
            <a:ahLst/>
            <a:rect l="0" t="0" r="r" b="b"/>
            <a:pathLst>
              <a:path w="117" h="116">
                <a:moveTo>
                  <a:pt x="0" y="58"/>
                </a:moveTo>
                <a:cubicBezTo>
                  <a:pt x="0" y="-19"/>
                  <a:pt x="117" y="-19"/>
                  <a:pt x="117" y="58"/>
                </a:cubicBezTo>
                <a:cubicBezTo>
                  <a:pt x="117" y="136"/>
                  <a:pt x="0" y="136"/>
                  <a:pt x="0" y="5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1764720" y="1495440"/>
            <a:ext cx="42120" cy="41760"/>
          </a:xfrm>
          <a:custGeom>
            <a:avLst/>
            <a:gdLst/>
            <a:ahLst/>
            <a:rect l="0" t="0" r="r" b="b"/>
            <a:pathLst>
              <a:path fill="none" w="117" h="116">
                <a:moveTo>
                  <a:pt x="117" y="58"/>
                </a:moveTo>
                <a:cubicBezTo>
                  <a:pt x="117" y="136"/>
                  <a:pt x="0" y="136"/>
                  <a:pt x="0" y="58"/>
                </a:cubicBezTo>
                <a:cubicBezTo>
                  <a:pt x="0" y="-19"/>
                  <a:pt x="117" y="-19"/>
                  <a:pt x="117" y="58"/>
                </a:cubicBezTo>
              </a:path>
            </a:pathLst>
          </a:custGeom>
          <a:ln cap="rnd" w="6480">
            <a:solidFill>
              <a:srgbClr val="1A1A1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1389240" y="1564560"/>
            <a:ext cx="42120" cy="42480"/>
          </a:xfrm>
          <a:custGeom>
            <a:avLst/>
            <a:gdLst/>
            <a:ahLst/>
            <a:rect l="0" t="0" r="r" b="b"/>
            <a:pathLst>
              <a:path w="117" h="118">
                <a:moveTo>
                  <a:pt x="0" y="59"/>
                </a:moveTo>
                <a:cubicBezTo>
                  <a:pt x="0" y="-20"/>
                  <a:pt x="117" y="-20"/>
                  <a:pt x="117" y="59"/>
                </a:cubicBezTo>
                <a:cubicBezTo>
                  <a:pt x="117" y="137"/>
                  <a:pt x="0" y="137"/>
                  <a:pt x="0" y="59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1389240" y="1564560"/>
            <a:ext cx="42120" cy="42480"/>
          </a:xfrm>
          <a:custGeom>
            <a:avLst/>
            <a:gdLst/>
            <a:ahLst/>
            <a:rect l="0" t="0" r="r" b="b"/>
            <a:pathLst>
              <a:path fill="none" w="117" h="118">
                <a:moveTo>
                  <a:pt x="117" y="59"/>
                </a:moveTo>
                <a:cubicBezTo>
                  <a:pt x="117" y="137"/>
                  <a:pt x="0" y="137"/>
                  <a:pt x="0" y="59"/>
                </a:cubicBezTo>
                <a:cubicBezTo>
                  <a:pt x="0" y="-20"/>
                  <a:pt x="117" y="-20"/>
                  <a:pt x="117" y="59"/>
                </a:cubicBezTo>
              </a:path>
            </a:pathLst>
          </a:custGeom>
          <a:ln cap="rnd" w="6480">
            <a:solidFill>
              <a:srgbClr val="1A1A1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1320120" y="153288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0" y="59"/>
                </a:moveTo>
                <a:cubicBezTo>
                  <a:pt x="0" y="-19"/>
                  <a:pt x="117" y="-19"/>
                  <a:pt x="117" y="59"/>
                </a:cubicBezTo>
                <a:cubicBezTo>
                  <a:pt x="117" y="137"/>
                  <a:pt x="0" y="137"/>
                  <a:pt x="0" y="59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1320120" y="1532880"/>
            <a:ext cx="42120" cy="42120"/>
          </a:xfrm>
          <a:custGeom>
            <a:avLst/>
            <a:gdLst/>
            <a:ahLst/>
            <a:rect l="0" t="0" r="r" b="b"/>
            <a:pathLst>
              <a:path fill="none" w="117" h="117">
                <a:moveTo>
                  <a:pt x="117" y="59"/>
                </a:moveTo>
                <a:cubicBezTo>
                  <a:pt x="117" y="137"/>
                  <a:pt x="0" y="137"/>
                  <a:pt x="0" y="59"/>
                </a:cubicBezTo>
                <a:cubicBezTo>
                  <a:pt x="0" y="-19"/>
                  <a:pt x="117" y="-19"/>
                  <a:pt x="117" y="59"/>
                </a:cubicBezTo>
              </a:path>
            </a:pathLst>
          </a:custGeom>
          <a:ln cap="rnd" w="6480">
            <a:solidFill>
              <a:srgbClr val="1A1A1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1245960" y="1569600"/>
            <a:ext cx="42120" cy="42480"/>
          </a:xfrm>
          <a:custGeom>
            <a:avLst/>
            <a:gdLst/>
            <a:ahLst/>
            <a:rect l="0" t="0" r="r" b="b"/>
            <a:pathLst>
              <a:path w="117" h="118">
                <a:moveTo>
                  <a:pt x="0" y="59"/>
                </a:moveTo>
                <a:cubicBezTo>
                  <a:pt x="0" y="-19"/>
                  <a:pt x="117" y="-19"/>
                  <a:pt x="117" y="59"/>
                </a:cubicBezTo>
                <a:cubicBezTo>
                  <a:pt x="117" y="138"/>
                  <a:pt x="0" y="138"/>
                  <a:pt x="0" y="59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1245960" y="1569600"/>
            <a:ext cx="42120" cy="42480"/>
          </a:xfrm>
          <a:custGeom>
            <a:avLst/>
            <a:gdLst/>
            <a:ahLst/>
            <a:rect l="0" t="0" r="r" b="b"/>
            <a:pathLst>
              <a:path fill="none" w="117" h="118">
                <a:moveTo>
                  <a:pt x="117" y="59"/>
                </a:moveTo>
                <a:cubicBezTo>
                  <a:pt x="117" y="138"/>
                  <a:pt x="0" y="138"/>
                  <a:pt x="0" y="59"/>
                </a:cubicBezTo>
                <a:cubicBezTo>
                  <a:pt x="0" y="-19"/>
                  <a:pt x="117" y="-19"/>
                  <a:pt x="117" y="59"/>
                </a:cubicBezTo>
              </a:path>
            </a:pathLst>
          </a:custGeom>
          <a:ln cap="rnd" w="6480">
            <a:solidFill>
              <a:srgbClr val="1A1A1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1284480" y="1495440"/>
            <a:ext cx="42480" cy="41760"/>
          </a:xfrm>
          <a:custGeom>
            <a:avLst/>
            <a:gdLst/>
            <a:ahLst/>
            <a:rect l="0" t="0" r="r" b="b"/>
            <a:pathLst>
              <a:path w="118" h="116">
                <a:moveTo>
                  <a:pt x="0" y="58"/>
                </a:moveTo>
                <a:cubicBezTo>
                  <a:pt x="0" y="-19"/>
                  <a:pt x="118" y="-19"/>
                  <a:pt x="118" y="58"/>
                </a:cubicBezTo>
                <a:cubicBezTo>
                  <a:pt x="118" y="136"/>
                  <a:pt x="0" y="136"/>
                  <a:pt x="0" y="5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284480" y="1495440"/>
            <a:ext cx="42480" cy="41760"/>
          </a:xfrm>
          <a:custGeom>
            <a:avLst/>
            <a:gdLst/>
            <a:ahLst/>
            <a:rect l="0" t="0" r="r" b="b"/>
            <a:pathLst>
              <a:path fill="none" w="118" h="116">
                <a:moveTo>
                  <a:pt x="118" y="58"/>
                </a:moveTo>
                <a:cubicBezTo>
                  <a:pt x="118" y="136"/>
                  <a:pt x="0" y="136"/>
                  <a:pt x="0" y="58"/>
                </a:cubicBezTo>
                <a:cubicBezTo>
                  <a:pt x="0" y="-19"/>
                  <a:pt x="118" y="-19"/>
                  <a:pt x="118" y="58"/>
                </a:cubicBezTo>
              </a:path>
            </a:pathLst>
          </a:custGeom>
          <a:ln cap="rnd" w="6480">
            <a:solidFill>
              <a:srgbClr val="1A1A1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279080" y="145440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0" y="59"/>
                </a:moveTo>
                <a:cubicBezTo>
                  <a:pt x="0" y="-19"/>
                  <a:pt x="117" y="-19"/>
                  <a:pt x="117" y="59"/>
                </a:cubicBezTo>
                <a:cubicBezTo>
                  <a:pt x="117" y="137"/>
                  <a:pt x="0" y="137"/>
                  <a:pt x="0" y="59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279080" y="1454400"/>
            <a:ext cx="42120" cy="42120"/>
          </a:xfrm>
          <a:custGeom>
            <a:avLst/>
            <a:gdLst/>
            <a:ahLst/>
            <a:rect l="0" t="0" r="r" b="b"/>
            <a:pathLst>
              <a:path fill="none" w="117" h="117">
                <a:moveTo>
                  <a:pt x="117" y="59"/>
                </a:moveTo>
                <a:cubicBezTo>
                  <a:pt x="117" y="137"/>
                  <a:pt x="0" y="137"/>
                  <a:pt x="0" y="59"/>
                </a:cubicBezTo>
                <a:cubicBezTo>
                  <a:pt x="0" y="-19"/>
                  <a:pt x="117" y="-19"/>
                  <a:pt x="117" y="59"/>
                </a:cubicBezTo>
              </a:path>
            </a:pathLst>
          </a:custGeom>
          <a:ln cap="rnd" w="6480">
            <a:solidFill>
              <a:srgbClr val="1A1A1A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1320120" y="1402560"/>
            <a:ext cx="42120" cy="42480"/>
          </a:xfrm>
          <a:custGeom>
            <a:avLst/>
            <a:gdLst/>
            <a:ahLst/>
            <a:rect l="0" t="0" r="r" b="b"/>
            <a:pathLst>
              <a:path w="117" h="118">
                <a:moveTo>
                  <a:pt x="0" y="59"/>
                </a:moveTo>
                <a:cubicBezTo>
                  <a:pt x="0" y="-19"/>
                  <a:pt x="117" y="-19"/>
                  <a:pt x="117" y="59"/>
                </a:cubicBezTo>
                <a:cubicBezTo>
                  <a:pt x="117" y="138"/>
                  <a:pt x="0" y="138"/>
                  <a:pt x="0" y="59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1320120" y="1402560"/>
            <a:ext cx="42120" cy="42480"/>
          </a:xfrm>
          <a:custGeom>
            <a:avLst/>
            <a:gdLst/>
            <a:ahLst/>
            <a:rect l="0" t="0" r="r" b="b"/>
            <a:pathLst>
              <a:path fill="none" w="117" h="118">
                <a:moveTo>
                  <a:pt x="117" y="59"/>
                </a:moveTo>
                <a:cubicBezTo>
                  <a:pt x="117" y="138"/>
                  <a:pt x="0" y="138"/>
                  <a:pt x="0" y="59"/>
                </a:cubicBezTo>
                <a:cubicBezTo>
                  <a:pt x="0" y="-19"/>
                  <a:pt x="117" y="-19"/>
                  <a:pt x="117" y="59"/>
                </a:cubicBezTo>
              </a:path>
            </a:pathLst>
          </a:custGeom>
          <a:ln cap="rnd" w="6480">
            <a:solidFill>
              <a:srgbClr val="0072B2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530720" y="1285200"/>
            <a:ext cx="42120" cy="41760"/>
          </a:xfrm>
          <a:custGeom>
            <a:avLst/>
            <a:gdLst/>
            <a:ahLst/>
            <a:rect l="0" t="0" r="r" b="b"/>
            <a:pathLst>
              <a:path w="117" h="116">
                <a:moveTo>
                  <a:pt x="0" y="58"/>
                </a:moveTo>
                <a:cubicBezTo>
                  <a:pt x="0" y="-19"/>
                  <a:pt x="117" y="-19"/>
                  <a:pt x="117" y="58"/>
                </a:cubicBezTo>
                <a:cubicBezTo>
                  <a:pt x="117" y="136"/>
                  <a:pt x="0" y="136"/>
                  <a:pt x="0" y="5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530720" y="1285200"/>
            <a:ext cx="42120" cy="41760"/>
          </a:xfrm>
          <a:custGeom>
            <a:avLst/>
            <a:gdLst/>
            <a:ahLst/>
            <a:rect l="0" t="0" r="r" b="b"/>
            <a:pathLst>
              <a:path fill="none" w="117" h="116">
                <a:moveTo>
                  <a:pt x="117" y="58"/>
                </a:moveTo>
                <a:cubicBezTo>
                  <a:pt x="117" y="136"/>
                  <a:pt x="0" y="136"/>
                  <a:pt x="0" y="58"/>
                </a:cubicBezTo>
                <a:cubicBezTo>
                  <a:pt x="0" y="-19"/>
                  <a:pt x="117" y="-19"/>
                  <a:pt x="117" y="58"/>
                </a:cubicBezTo>
              </a:path>
            </a:pathLst>
          </a:custGeom>
          <a:ln cap="rnd" w="6480">
            <a:solidFill>
              <a:srgbClr val="0072B2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760760" y="1495440"/>
            <a:ext cx="42120" cy="41760"/>
          </a:xfrm>
          <a:custGeom>
            <a:avLst/>
            <a:gdLst/>
            <a:ahLst/>
            <a:rect l="0" t="0" r="r" b="b"/>
            <a:pathLst>
              <a:path w="117" h="116">
                <a:moveTo>
                  <a:pt x="0" y="58"/>
                </a:moveTo>
                <a:cubicBezTo>
                  <a:pt x="0" y="-19"/>
                  <a:pt x="117" y="-19"/>
                  <a:pt x="117" y="58"/>
                </a:cubicBezTo>
                <a:cubicBezTo>
                  <a:pt x="117" y="136"/>
                  <a:pt x="0" y="136"/>
                  <a:pt x="0" y="5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760760" y="1495440"/>
            <a:ext cx="42120" cy="41760"/>
          </a:xfrm>
          <a:custGeom>
            <a:avLst/>
            <a:gdLst/>
            <a:ahLst/>
            <a:rect l="0" t="0" r="r" b="b"/>
            <a:pathLst>
              <a:path fill="none" w="117" h="116">
                <a:moveTo>
                  <a:pt x="117" y="58"/>
                </a:moveTo>
                <a:cubicBezTo>
                  <a:pt x="117" y="136"/>
                  <a:pt x="0" y="136"/>
                  <a:pt x="0" y="58"/>
                </a:cubicBezTo>
                <a:cubicBezTo>
                  <a:pt x="0" y="-19"/>
                  <a:pt x="117" y="-19"/>
                  <a:pt x="117" y="58"/>
                </a:cubicBezTo>
              </a:path>
            </a:pathLst>
          </a:custGeom>
          <a:ln cap="rnd" w="6480">
            <a:solidFill>
              <a:srgbClr val="0072B2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406520" y="158148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0" y="58"/>
                </a:moveTo>
                <a:cubicBezTo>
                  <a:pt x="0" y="-19"/>
                  <a:pt x="117" y="-19"/>
                  <a:pt x="117" y="58"/>
                </a:cubicBezTo>
                <a:cubicBezTo>
                  <a:pt x="117" y="137"/>
                  <a:pt x="0" y="137"/>
                  <a:pt x="0" y="5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1406520" y="1581480"/>
            <a:ext cx="42120" cy="42120"/>
          </a:xfrm>
          <a:custGeom>
            <a:avLst/>
            <a:gdLst/>
            <a:ahLst/>
            <a:rect l="0" t="0" r="r" b="b"/>
            <a:pathLst>
              <a:path fill="none" w="117" h="117">
                <a:moveTo>
                  <a:pt x="117" y="58"/>
                </a:moveTo>
                <a:cubicBezTo>
                  <a:pt x="117" y="137"/>
                  <a:pt x="0" y="137"/>
                  <a:pt x="0" y="58"/>
                </a:cubicBezTo>
                <a:cubicBezTo>
                  <a:pt x="0" y="-19"/>
                  <a:pt x="117" y="-19"/>
                  <a:pt x="117" y="58"/>
                </a:cubicBezTo>
              </a:path>
            </a:pathLst>
          </a:custGeom>
          <a:ln cap="rnd" w="6480">
            <a:solidFill>
              <a:srgbClr val="0072B2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320120" y="155160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0" y="59"/>
                </a:moveTo>
                <a:cubicBezTo>
                  <a:pt x="0" y="-20"/>
                  <a:pt x="117" y="-20"/>
                  <a:pt x="117" y="59"/>
                </a:cubicBezTo>
                <a:cubicBezTo>
                  <a:pt x="117" y="136"/>
                  <a:pt x="0" y="136"/>
                  <a:pt x="0" y="59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1320120" y="1551600"/>
            <a:ext cx="42120" cy="42120"/>
          </a:xfrm>
          <a:custGeom>
            <a:avLst/>
            <a:gdLst/>
            <a:ahLst/>
            <a:rect l="0" t="0" r="r" b="b"/>
            <a:pathLst>
              <a:path fill="none" w="117" h="117">
                <a:moveTo>
                  <a:pt x="117" y="59"/>
                </a:moveTo>
                <a:cubicBezTo>
                  <a:pt x="117" y="136"/>
                  <a:pt x="0" y="136"/>
                  <a:pt x="0" y="59"/>
                </a:cubicBezTo>
                <a:cubicBezTo>
                  <a:pt x="0" y="-20"/>
                  <a:pt x="117" y="-20"/>
                  <a:pt x="117" y="59"/>
                </a:cubicBezTo>
              </a:path>
            </a:pathLst>
          </a:custGeom>
          <a:ln cap="rnd" w="6480">
            <a:solidFill>
              <a:srgbClr val="0072B2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250640" y="156528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0" y="59"/>
                </a:moveTo>
                <a:cubicBezTo>
                  <a:pt x="0" y="-19"/>
                  <a:pt x="117" y="-19"/>
                  <a:pt x="117" y="59"/>
                </a:cubicBezTo>
                <a:cubicBezTo>
                  <a:pt x="117" y="137"/>
                  <a:pt x="0" y="137"/>
                  <a:pt x="0" y="59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1250640" y="1565280"/>
            <a:ext cx="42120" cy="42120"/>
          </a:xfrm>
          <a:custGeom>
            <a:avLst/>
            <a:gdLst/>
            <a:ahLst/>
            <a:rect l="0" t="0" r="r" b="b"/>
            <a:pathLst>
              <a:path fill="none" w="117" h="117">
                <a:moveTo>
                  <a:pt x="117" y="59"/>
                </a:moveTo>
                <a:cubicBezTo>
                  <a:pt x="117" y="137"/>
                  <a:pt x="0" y="137"/>
                  <a:pt x="0" y="59"/>
                </a:cubicBezTo>
                <a:cubicBezTo>
                  <a:pt x="0" y="-19"/>
                  <a:pt x="117" y="-19"/>
                  <a:pt x="117" y="59"/>
                </a:cubicBezTo>
              </a:path>
            </a:pathLst>
          </a:custGeom>
          <a:ln cap="rnd" w="6480">
            <a:solidFill>
              <a:srgbClr val="0072B2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273320" y="1495440"/>
            <a:ext cx="42120" cy="41760"/>
          </a:xfrm>
          <a:custGeom>
            <a:avLst/>
            <a:gdLst/>
            <a:ahLst/>
            <a:rect l="0" t="0" r="r" b="b"/>
            <a:pathLst>
              <a:path w="117" h="116">
                <a:moveTo>
                  <a:pt x="0" y="58"/>
                </a:moveTo>
                <a:cubicBezTo>
                  <a:pt x="0" y="-19"/>
                  <a:pt x="117" y="-19"/>
                  <a:pt x="117" y="58"/>
                </a:cubicBezTo>
                <a:cubicBezTo>
                  <a:pt x="117" y="136"/>
                  <a:pt x="0" y="136"/>
                  <a:pt x="0" y="5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273320" y="1495440"/>
            <a:ext cx="42120" cy="41760"/>
          </a:xfrm>
          <a:custGeom>
            <a:avLst/>
            <a:gdLst/>
            <a:ahLst/>
            <a:rect l="0" t="0" r="r" b="b"/>
            <a:pathLst>
              <a:path fill="none" w="117" h="116">
                <a:moveTo>
                  <a:pt x="117" y="58"/>
                </a:moveTo>
                <a:cubicBezTo>
                  <a:pt x="117" y="136"/>
                  <a:pt x="0" y="136"/>
                  <a:pt x="0" y="58"/>
                </a:cubicBezTo>
                <a:cubicBezTo>
                  <a:pt x="0" y="-19"/>
                  <a:pt x="117" y="-19"/>
                  <a:pt x="117" y="58"/>
                </a:cubicBezTo>
              </a:path>
            </a:pathLst>
          </a:custGeom>
          <a:ln cap="rnd" w="6480">
            <a:solidFill>
              <a:srgbClr val="0072B2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284840" y="145980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0" y="58"/>
                </a:moveTo>
                <a:cubicBezTo>
                  <a:pt x="0" y="-19"/>
                  <a:pt x="117" y="-19"/>
                  <a:pt x="117" y="58"/>
                </a:cubicBezTo>
                <a:cubicBezTo>
                  <a:pt x="117" y="137"/>
                  <a:pt x="0" y="137"/>
                  <a:pt x="0" y="5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1284840" y="1459800"/>
            <a:ext cx="42120" cy="42120"/>
          </a:xfrm>
          <a:custGeom>
            <a:avLst/>
            <a:gdLst/>
            <a:ahLst/>
            <a:rect l="0" t="0" r="r" b="b"/>
            <a:pathLst>
              <a:path fill="none" w="117" h="117">
                <a:moveTo>
                  <a:pt x="117" y="58"/>
                </a:moveTo>
                <a:cubicBezTo>
                  <a:pt x="117" y="137"/>
                  <a:pt x="0" y="137"/>
                  <a:pt x="0" y="58"/>
                </a:cubicBezTo>
                <a:cubicBezTo>
                  <a:pt x="0" y="-19"/>
                  <a:pt x="117" y="-19"/>
                  <a:pt x="117" y="58"/>
                </a:cubicBezTo>
              </a:path>
            </a:pathLst>
          </a:custGeom>
          <a:ln cap="rnd" w="6480">
            <a:solidFill>
              <a:srgbClr val="0072B2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1320120" y="141840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0" y="58"/>
                </a:moveTo>
                <a:cubicBezTo>
                  <a:pt x="0" y="-19"/>
                  <a:pt x="117" y="-19"/>
                  <a:pt x="117" y="58"/>
                </a:cubicBezTo>
                <a:cubicBezTo>
                  <a:pt x="117" y="137"/>
                  <a:pt x="0" y="137"/>
                  <a:pt x="0" y="58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1320120" y="1418400"/>
            <a:ext cx="42120" cy="42120"/>
          </a:xfrm>
          <a:custGeom>
            <a:avLst/>
            <a:gdLst/>
            <a:ahLst/>
            <a:rect l="0" t="0" r="r" b="b"/>
            <a:pathLst>
              <a:path fill="none" w="117" h="117">
                <a:moveTo>
                  <a:pt x="117" y="58"/>
                </a:moveTo>
                <a:cubicBezTo>
                  <a:pt x="117" y="137"/>
                  <a:pt x="0" y="137"/>
                  <a:pt x="0" y="58"/>
                </a:cubicBezTo>
                <a:cubicBezTo>
                  <a:pt x="0" y="-19"/>
                  <a:pt x="117" y="-19"/>
                  <a:pt x="117" y="58"/>
                </a:cubicBezTo>
              </a:path>
            </a:pathLst>
          </a:custGeom>
          <a:ln cap="rnd" w="6480">
            <a:solidFill>
              <a:srgbClr val="D55E00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523520" y="129240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0" y="59"/>
                </a:moveTo>
                <a:cubicBezTo>
                  <a:pt x="0" y="-19"/>
                  <a:pt x="117" y="-19"/>
                  <a:pt x="117" y="59"/>
                </a:cubicBezTo>
                <a:cubicBezTo>
                  <a:pt x="117" y="137"/>
                  <a:pt x="0" y="137"/>
                  <a:pt x="0" y="59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1523520" y="1292400"/>
            <a:ext cx="42120" cy="42120"/>
          </a:xfrm>
          <a:custGeom>
            <a:avLst/>
            <a:gdLst/>
            <a:ahLst/>
            <a:rect l="0" t="0" r="r" b="b"/>
            <a:pathLst>
              <a:path fill="none" w="117" h="117">
                <a:moveTo>
                  <a:pt x="117" y="59"/>
                </a:moveTo>
                <a:cubicBezTo>
                  <a:pt x="117" y="137"/>
                  <a:pt x="0" y="137"/>
                  <a:pt x="0" y="59"/>
                </a:cubicBezTo>
                <a:cubicBezTo>
                  <a:pt x="0" y="-19"/>
                  <a:pt x="117" y="-19"/>
                  <a:pt x="117" y="59"/>
                </a:cubicBezTo>
              </a:path>
            </a:pathLst>
          </a:custGeom>
          <a:ln cap="rnd" w="6480">
            <a:solidFill>
              <a:srgbClr val="D55E00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1815120" y="1495440"/>
            <a:ext cx="42120" cy="41760"/>
          </a:xfrm>
          <a:custGeom>
            <a:avLst/>
            <a:gdLst/>
            <a:ahLst/>
            <a:rect l="0" t="0" r="r" b="b"/>
            <a:pathLst>
              <a:path w="117" h="116">
                <a:moveTo>
                  <a:pt x="0" y="58"/>
                </a:moveTo>
                <a:cubicBezTo>
                  <a:pt x="0" y="-19"/>
                  <a:pt x="117" y="-19"/>
                  <a:pt x="117" y="58"/>
                </a:cubicBezTo>
                <a:cubicBezTo>
                  <a:pt x="117" y="136"/>
                  <a:pt x="0" y="136"/>
                  <a:pt x="0" y="58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815120" y="1495440"/>
            <a:ext cx="42120" cy="41760"/>
          </a:xfrm>
          <a:custGeom>
            <a:avLst/>
            <a:gdLst/>
            <a:ahLst/>
            <a:rect l="0" t="0" r="r" b="b"/>
            <a:pathLst>
              <a:path fill="none" w="117" h="116">
                <a:moveTo>
                  <a:pt x="117" y="58"/>
                </a:moveTo>
                <a:cubicBezTo>
                  <a:pt x="117" y="136"/>
                  <a:pt x="0" y="136"/>
                  <a:pt x="0" y="58"/>
                </a:cubicBezTo>
                <a:cubicBezTo>
                  <a:pt x="0" y="-19"/>
                  <a:pt x="117" y="-19"/>
                  <a:pt x="117" y="58"/>
                </a:cubicBezTo>
              </a:path>
            </a:pathLst>
          </a:custGeom>
          <a:ln cap="rnd" w="6480">
            <a:solidFill>
              <a:srgbClr val="D55E00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406160" y="158112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0" y="58"/>
                </a:moveTo>
                <a:cubicBezTo>
                  <a:pt x="0" y="-19"/>
                  <a:pt x="117" y="-19"/>
                  <a:pt x="117" y="58"/>
                </a:cubicBezTo>
                <a:cubicBezTo>
                  <a:pt x="117" y="137"/>
                  <a:pt x="0" y="137"/>
                  <a:pt x="0" y="58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1406160" y="1581120"/>
            <a:ext cx="42120" cy="42120"/>
          </a:xfrm>
          <a:custGeom>
            <a:avLst/>
            <a:gdLst/>
            <a:ahLst/>
            <a:rect l="0" t="0" r="r" b="b"/>
            <a:pathLst>
              <a:path fill="none" w="117" h="117">
                <a:moveTo>
                  <a:pt x="117" y="58"/>
                </a:moveTo>
                <a:cubicBezTo>
                  <a:pt x="117" y="137"/>
                  <a:pt x="0" y="137"/>
                  <a:pt x="0" y="58"/>
                </a:cubicBezTo>
                <a:cubicBezTo>
                  <a:pt x="0" y="-19"/>
                  <a:pt x="117" y="-19"/>
                  <a:pt x="117" y="58"/>
                </a:cubicBezTo>
              </a:path>
            </a:pathLst>
          </a:custGeom>
          <a:ln cap="rnd" w="6480">
            <a:solidFill>
              <a:srgbClr val="D55E00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1320120" y="155556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0" y="59"/>
                </a:moveTo>
                <a:cubicBezTo>
                  <a:pt x="0" y="-19"/>
                  <a:pt x="117" y="-19"/>
                  <a:pt x="117" y="59"/>
                </a:cubicBezTo>
                <a:cubicBezTo>
                  <a:pt x="117" y="137"/>
                  <a:pt x="0" y="137"/>
                  <a:pt x="0" y="59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320120" y="1555560"/>
            <a:ext cx="42120" cy="42120"/>
          </a:xfrm>
          <a:custGeom>
            <a:avLst/>
            <a:gdLst/>
            <a:ahLst/>
            <a:rect l="0" t="0" r="r" b="b"/>
            <a:pathLst>
              <a:path fill="none" w="117" h="117">
                <a:moveTo>
                  <a:pt x="117" y="59"/>
                </a:moveTo>
                <a:cubicBezTo>
                  <a:pt x="117" y="137"/>
                  <a:pt x="0" y="137"/>
                  <a:pt x="0" y="59"/>
                </a:cubicBezTo>
                <a:cubicBezTo>
                  <a:pt x="0" y="-19"/>
                  <a:pt x="117" y="-19"/>
                  <a:pt x="117" y="59"/>
                </a:cubicBezTo>
              </a:path>
            </a:pathLst>
          </a:custGeom>
          <a:ln cap="rnd" w="6480">
            <a:solidFill>
              <a:srgbClr val="D55E00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1254600" y="156132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0" y="59"/>
                </a:moveTo>
                <a:cubicBezTo>
                  <a:pt x="0" y="-19"/>
                  <a:pt x="117" y="-19"/>
                  <a:pt x="117" y="59"/>
                </a:cubicBezTo>
                <a:cubicBezTo>
                  <a:pt x="117" y="137"/>
                  <a:pt x="0" y="137"/>
                  <a:pt x="0" y="59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1254600" y="1561320"/>
            <a:ext cx="42120" cy="42120"/>
          </a:xfrm>
          <a:custGeom>
            <a:avLst/>
            <a:gdLst/>
            <a:ahLst/>
            <a:rect l="0" t="0" r="r" b="b"/>
            <a:pathLst>
              <a:path fill="none" w="117" h="117">
                <a:moveTo>
                  <a:pt x="117" y="59"/>
                </a:moveTo>
                <a:cubicBezTo>
                  <a:pt x="117" y="137"/>
                  <a:pt x="0" y="137"/>
                  <a:pt x="0" y="59"/>
                </a:cubicBezTo>
                <a:cubicBezTo>
                  <a:pt x="0" y="-19"/>
                  <a:pt x="117" y="-19"/>
                  <a:pt x="117" y="59"/>
                </a:cubicBezTo>
              </a:path>
            </a:pathLst>
          </a:custGeom>
          <a:ln cap="rnd" w="6480">
            <a:solidFill>
              <a:srgbClr val="D55E00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283400" y="1495440"/>
            <a:ext cx="42120" cy="41760"/>
          </a:xfrm>
          <a:custGeom>
            <a:avLst/>
            <a:gdLst/>
            <a:ahLst/>
            <a:rect l="0" t="0" r="r" b="b"/>
            <a:pathLst>
              <a:path w="117" h="116">
                <a:moveTo>
                  <a:pt x="0" y="58"/>
                </a:moveTo>
                <a:cubicBezTo>
                  <a:pt x="0" y="-19"/>
                  <a:pt x="117" y="-19"/>
                  <a:pt x="117" y="58"/>
                </a:cubicBezTo>
                <a:cubicBezTo>
                  <a:pt x="117" y="136"/>
                  <a:pt x="0" y="136"/>
                  <a:pt x="0" y="58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1283400" y="1495440"/>
            <a:ext cx="42120" cy="41760"/>
          </a:xfrm>
          <a:custGeom>
            <a:avLst/>
            <a:gdLst/>
            <a:ahLst/>
            <a:rect l="0" t="0" r="r" b="b"/>
            <a:pathLst>
              <a:path fill="none" w="117" h="116">
                <a:moveTo>
                  <a:pt x="117" y="58"/>
                </a:moveTo>
                <a:cubicBezTo>
                  <a:pt x="117" y="136"/>
                  <a:pt x="0" y="136"/>
                  <a:pt x="0" y="58"/>
                </a:cubicBezTo>
                <a:cubicBezTo>
                  <a:pt x="0" y="-19"/>
                  <a:pt x="117" y="-19"/>
                  <a:pt x="117" y="58"/>
                </a:cubicBezTo>
              </a:path>
            </a:pathLst>
          </a:custGeom>
          <a:ln cap="rnd" w="6480">
            <a:solidFill>
              <a:srgbClr val="D55E00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1296720" y="1471680"/>
            <a:ext cx="42120" cy="42480"/>
          </a:xfrm>
          <a:custGeom>
            <a:avLst/>
            <a:gdLst/>
            <a:ahLst/>
            <a:rect l="0" t="0" r="r" b="b"/>
            <a:pathLst>
              <a:path w="117" h="118">
                <a:moveTo>
                  <a:pt x="0" y="59"/>
                </a:moveTo>
                <a:cubicBezTo>
                  <a:pt x="0" y="-19"/>
                  <a:pt x="117" y="-19"/>
                  <a:pt x="117" y="59"/>
                </a:cubicBezTo>
                <a:cubicBezTo>
                  <a:pt x="117" y="138"/>
                  <a:pt x="0" y="138"/>
                  <a:pt x="0" y="59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1296720" y="1471680"/>
            <a:ext cx="42120" cy="42480"/>
          </a:xfrm>
          <a:custGeom>
            <a:avLst/>
            <a:gdLst/>
            <a:ahLst/>
            <a:rect l="0" t="0" r="r" b="b"/>
            <a:pathLst>
              <a:path fill="none" w="117" h="118">
                <a:moveTo>
                  <a:pt x="117" y="59"/>
                </a:moveTo>
                <a:cubicBezTo>
                  <a:pt x="117" y="138"/>
                  <a:pt x="0" y="138"/>
                  <a:pt x="0" y="59"/>
                </a:cubicBezTo>
                <a:cubicBezTo>
                  <a:pt x="0" y="-19"/>
                  <a:pt x="117" y="-19"/>
                  <a:pt x="117" y="59"/>
                </a:cubicBezTo>
              </a:path>
            </a:pathLst>
          </a:custGeom>
          <a:ln cap="rnd" w="6480">
            <a:solidFill>
              <a:srgbClr val="D55E00"/>
            </a:solidFill>
            <a:round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233360" y="801000"/>
            <a:ext cx="23544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623600" y="999360"/>
            <a:ext cx="4168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923480" y="1478520"/>
            <a:ext cx="19296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610640" y="1957320"/>
            <a:ext cx="433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220760" y="2156040"/>
            <a:ext cx="25164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646560" y="1957320"/>
            <a:ext cx="44892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555840" y="1478520"/>
            <a:ext cx="21924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59160" y="999360"/>
            <a:ext cx="433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365400" y="1351800"/>
            <a:ext cx="1656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10%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365400" y="1231200"/>
            <a:ext cx="1656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20%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365400" y="1110960"/>
            <a:ext cx="1656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30%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365400" y="990360"/>
            <a:ext cx="1656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40%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621000" y="3489480"/>
            <a:ext cx="259200" cy="0"/>
          </a:xfrm>
          <a:prstGeom prst="line">
            <a:avLst/>
          </a:prstGeom>
          <a:ln w="2016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080" tIns="-10080" rIns="10080" bIns="-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621000" y="3604680"/>
            <a:ext cx="259200" cy="0"/>
          </a:xfrm>
          <a:prstGeom prst="line">
            <a:avLst/>
          </a:prstGeom>
          <a:ln w="20160">
            <a:solidFill>
              <a:srgbClr val="0072B2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080" tIns="-10080" rIns="10080" bIns="-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21000" y="3719880"/>
            <a:ext cx="259200" cy="0"/>
          </a:xfrm>
          <a:prstGeom prst="line">
            <a:avLst/>
          </a:prstGeom>
          <a:ln w="20160">
            <a:solidFill>
              <a:srgbClr val="D55E00"/>
            </a:solidFill>
            <a:custDash>
              <a:ds d="1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080" tIns="-10080" rIns="10080" bIns="-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65400" y="870120"/>
            <a:ext cx="1656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963360" y="3451680"/>
            <a:ext cx="3837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Observed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963360" y="3566880"/>
            <a:ext cx="7869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Expected: geometry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963360" y="3682080"/>
            <a:ext cx="10890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Expected: geometry + effort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2748240" y="259560"/>
            <a:ext cx="1580760" cy="2513880"/>
          </a:xfrm>
          <a:custGeom>
            <a:avLst/>
            <a:gdLst/>
            <a:ahLst/>
            <a:rect l="0" t="0" r="r" b="b"/>
            <a:pathLst>
              <a:path w="4391" h="6983">
                <a:moveTo>
                  <a:pt x="0" y="0"/>
                </a:moveTo>
                <a:lnTo>
                  <a:pt x="4391" y="0"/>
                </a:lnTo>
                <a:lnTo>
                  <a:pt x="4391" y="6983"/>
                </a:lnTo>
                <a:lnTo>
                  <a:pt x="0" y="69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2748240" y="1576080"/>
            <a:ext cx="1580400" cy="0"/>
          </a:xfrm>
          <a:prstGeom prst="line">
            <a:avLst/>
          </a:prstGeom>
          <a:ln w="936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 flipV="1">
            <a:off x="2837160" y="1118880"/>
            <a:ext cx="0" cy="975960"/>
          </a:xfrm>
          <a:prstGeom prst="line">
            <a:avLst/>
          </a:prstGeom>
          <a:ln w="70200">
            <a:solidFill>
              <a:srgbClr val="0072B2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 flipV="1">
            <a:off x="3030120" y="1348560"/>
            <a:ext cx="0" cy="468360"/>
          </a:xfrm>
          <a:prstGeom prst="line">
            <a:avLst/>
          </a:prstGeom>
          <a:ln w="70200">
            <a:solidFill>
              <a:srgbClr val="0072B2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 flipV="1">
            <a:off x="3222720" y="1422000"/>
            <a:ext cx="0" cy="316440"/>
          </a:xfrm>
          <a:prstGeom prst="line">
            <a:avLst/>
          </a:prstGeom>
          <a:ln w="70200">
            <a:solidFill>
              <a:srgbClr val="0072B2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 flipV="1">
            <a:off x="3415680" y="1175760"/>
            <a:ext cx="0" cy="843120"/>
          </a:xfrm>
          <a:prstGeom prst="line">
            <a:avLst/>
          </a:prstGeom>
          <a:ln w="70200">
            <a:solidFill>
              <a:srgbClr val="0072B2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 flipV="1">
            <a:off x="3608280" y="993240"/>
            <a:ext cx="0" cy="1248840"/>
          </a:xfrm>
          <a:prstGeom prst="line">
            <a:avLst/>
          </a:prstGeom>
          <a:ln w="70200">
            <a:solidFill>
              <a:srgbClr val="0072B2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 flipV="1">
            <a:off x="3800880" y="1254240"/>
            <a:ext cx="0" cy="712800"/>
          </a:xfrm>
          <a:prstGeom prst="line">
            <a:avLst/>
          </a:prstGeom>
          <a:ln w="70200">
            <a:solidFill>
              <a:srgbClr val="0072B2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 flipV="1">
            <a:off x="3993840" y="839880"/>
            <a:ext cx="0" cy="1575360"/>
          </a:xfrm>
          <a:prstGeom prst="line">
            <a:avLst/>
          </a:prstGeom>
          <a:ln w="70200">
            <a:solidFill>
              <a:srgbClr val="0072B2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 flipV="1">
            <a:off x="4186440" y="930240"/>
            <a:ext cx="0" cy="1512000"/>
          </a:xfrm>
          <a:prstGeom prst="line">
            <a:avLst/>
          </a:prstGeom>
          <a:ln w="70200">
            <a:solidFill>
              <a:srgbClr val="0072B2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 flipV="1">
            <a:off x="2890080" y="1144080"/>
            <a:ext cx="0" cy="975600"/>
          </a:xfrm>
          <a:prstGeom prst="line">
            <a:avLst/>
          </a:prstGeom>
          <a:ln w="70200">
            <a:solidFill>
              <a:srgbClr val="D55E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 flipV="1">
            <a:off x="3083040" y="1361520"/>
            <a:ext cx="0" cy="426240"/>
          </a:xfrm>
          <a:prstGeom prst="line">
            <a:avLst/>
          </a:prstGeom>
          <a:ln w="70200">
            <a:solidFill>
              <a:srgbClr val="D55E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 flipV="1">
            <a:off x="3275640" y="1431000"/>
            <a:ext cx="0" cy="298080"/>
          </a:xfrm>
          <a:prstGeom prst="line">
            <a:avLst/>
          </a:prstGeom>
          <a:ln w="70200">
            <a:solidFill>
              <a:srgbClr val="D55E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 flipV="1">
            <a:off x="3468600" y="1251000"/>
            <a:ext cx="0" cy="758880"/>
          </a:xfrm>
          <a:prstGeom prst="line">
            <a:avLst/>
          </a:prstGeom>
          <a:ln w="70200">
            <a:solidFill>
              <a:srgbClr val="D55E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 flipV="1">
            <a:off x="3661200" y="1096560"/>
            <a:ext cx="0" cy="1114560"/>
          </a:xfrm>
          <a:prstGeom prst="line">
            <a:avLst/>
          </a:prstGeom>
          <a:ln w="70200">
            <a:solidFill>
              <a:srgbClr val="D55E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 flipV="1">
            <a:off x="3854160" y="1231200"/>
            <a:ext cx="0" cy="706320"/>
          </a:xfrm>
          <a:prstGeom prst="line">
            <a:avLst/>
          </a:prstGeom>
          <a:ln w="70200">
            <a:solidFill>
              <a:srgbClr val="D55E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 flipV="1">
            <a:off x="4046760" y="889560"/>
            <a:ext cx="0" cy="1769400"/>
          </a:xfrm>
          <a:prstGeom prst="line">
            <a:avLst/>
          </a:prstGeom>
          <a:ln w="70200">
            <a:solidFill>
              <a:srgbClr val="D55E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 flipV="1">
            <a:off x="4239720" y="757800"/>
            <a:ext cx="0" cy="1876320"/>
          </a:xfrm>
          <a:prstGeom prst="line">
            <a:avLst/>
          </a:prstGeom>
          <a:ln w="70200">
            <a:solidFill>
              <a:srgbClr val="D55E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2806200" y="161064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6"/>
                </a:moveTo>
                <a:cubicBezTo>
                  <a:pt x="0" y="-29"/>
                  <a:pt x="174" y="-29"/>
                  <a:pt x="174" y="86"/>
                </a:cubicBezTo>
                <a:cubicBezTo>
                  <a:pt x="174" y="203"/>
                  <a:pt x="0" y="203"/>
                  <a:pt x="0" y="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806200" y="161064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10800">
            <a:solidFill>
              <a:srgbClr val="0072B2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998800" y="128052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998800" y="128052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10800">
            <a:solidFill>
              <a:srgbClr val="0072B2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3191760" y="152460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3191760" y="152460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10800">
            <a:solidFill>
              <a:srgbClr val="0072B2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3384360" y="20293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3384360" y="20293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10800">
            <a:solidFill>
              <a:srgbClr val="0072B2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3576960" y="241884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3576960" y="241884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10800">
            <a:solidFill>
              <a:srgbClr val="0072B2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3769920" y="140976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3769920" y="140976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10800">
            <a:solidFill>
              <a:srgbClr val="0072B2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3962520" y="214128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3962520" y="214128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10800">
            <a:solidFill>
              <a:srgbClr val="0072B2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4155480" y="122544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6"/>
                </a:moveTo>
                <a:cubicBezTo>
                  <a:pt x="0" y="-29"/>
                  <a:pt x="174" y="-29"/>
                  <a:pt x="174" y="86"/>
                </a:cubicBezTo>
                <a:cubicBezTo>
                  <a:pt x="174" y="203"/>
                  <a:pt x="0" y="203"/>
                  <a:pt x="0" y="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4155480" y="122544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10800">
            <a:solidFill>
              <a:srgbClr val="0072B2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2859120" y="1203840"/>
            <a:ext cx="62640" cy="62280"/>
          </a:xfrm>
          <a:custGeom>
            <a:avLst/>
            <a:gdLst/>
            <a:ahLst/>
            <a:rect l="0" t="0" r="r" b="b"/>
            <a:pathLst>
              <a:path w="174" h="173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2"/>
                  <a:pt x="0" y="202"/>
                  <a:pt x="0" y="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2859120" y="1203840"/>
            <a:ext cx="62640" cy="62280"/>
          </a:xfrm>
          <a:custGeom>
            <a:avLst/>
            <a:gdLst/>
            <a:ahLst/>
            <a:rect l="0" t="0" r="r" b="b"/>
            <a:pathLst>
              <a:path fill="none" w="174" h="173">
                <a:moveTo>
                  <a:pt x="174" y="87"/>
                </a:moveTo>
                <a:cubicBezTo>
                  <a:pt x="174" y="202"/>
                  <a:pt x="0" y="202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10800">
            <a:solidFill>
              <a:srgbClr val="D55E00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3051720" y="120492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3244680" y="177912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3437280" y="202032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3437280" y="202032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10800">
            <a:solidFill>
              <a:srgbClr val="D55E00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3630240" y="257760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3822840" y="127872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3822840" y="127872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10800">
            <a:solidFill>
              <a:srgbClr val="D55E00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4015800" y="162504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4015800" y="162504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10800">
            <a:solidFill>
              <a:srgbClr val="D55E00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4208400" y="34272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 flipV="1">
            <a:off x="2748240" y="259560"/>
            <a:ext cx="0" cy="2513520"/>
          </a:xfrm>
          <a:prstGeom prst="line">
            <a:avLst/>
          </a:prstGeom>
          <a:ln cap="sq" w="9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272160" y="13932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2525040" y="2165760"/>
            <a:ext cx="172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0.75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2651760" y="1538280"/>
            <a:ext cx="885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2722680" y="2203560"/>
            <a:ext cx="25560" cy="0"/>
          </a:xfrm>
          <a:prstGeom prst="line">
            <a:avLst/>
          </a:prstGeom>
          <a:ln w="9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2722680" y="1576080"/>
            <a:ext cx="25560" cy="0"/>
          </a:xfrm>
          <a:prstGeom prst="line">
            <a:avLst/>
          </a:prstGeom>
          <a:ln w="9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2722680" y="691560"/>
            <a:ext cx="25560" cy="0"/>
          </a:xfrm>
          <a:prstGeom prst="line">
            <a:avLst/>
          </a:prstGeom>
          <a:ln w="9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2748240" y="2773080"/>
            <a:ext cx="1580400" cy="0"/>
          </a:xfrm>
          <a:prstGeom prst="line">
            <a:avLst/>
          </a:prstGeom>
          <a:ln cap="sq" w="9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 flipV="1">
            <a:off x="2863800" y="2773080"/>
            <a:ext cx="0" cy="25200"/>
          </a:xfrm>
          <a:prstGeom prst="line">
            <a:avLst/>
          </a:prstGeom>
          <a:ln w="9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 flipV="1">
            <a:off x="3056400" y="2773080"/>
            <a:ext cx="0" cy="25200"/>
          </a:xfrm>
          <a:prstGeom prst="line">
            <a:avLst/>
          </a:prstGeom>
          <a:ln w="9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 flipV="1">
            <a:off x="3249360" y="2773080"/>
            <a:ext cx="0" cy="25200"/>
          </a:xfrm>
          <a:prstGeom prst="line">
            <a:avLst/>
          </a:prstGeom>
          <a:ln w="9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 flipV="1">
            <a:off x="3441960" y="2773080"/>
            <a:ext cx="0" cy="25200"/>
          </a:xfrm>
          <a:prstGeom prst="line">
            <a:avLst/>
          </a:prstGeom>
          <a:ln w="9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 flipV="1">
            <a:off x="3634920" y="2773080"/>
            <a:ext cx="0" cy="25200"/>
          </a:xfrm>
          <a:prstGeom prst="line">
            <a:avLst/>
          </a:prstGeom>
          <a:ln w="9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 flipV="1">
            <a:off x="3827520" y="2773080"/>
            <a:ext cx="0" cy="25200"/>
          </a:xfrm>
          <a:prstGeom prst="line">
            <a:avLst/>
          </a:prstGeom>
          <a:ln w="9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 flipV="1">
            <a:off x="4020480" y="2773080"/>
            <a:ext cx="0" cy="25200"/>
          </a:xfrm>
          <a:prstGeom prst="line">
            <a:avLst/>
          </a:prstGeom>
          <a:ln w="9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 flipV="1">
            <a:off x="4213080" y="2773080"/>
            <a:ext cx="0" cy="25200"/>
          </a:xfrm>
          <a:prstGeom prst="line">
            <a:avLst/>
          </a:prstGeom>
          <a:ln w="9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2575800" y="653760"/>
            <a:ext cx="123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 rot="19200000">
            <a:off x="2701440" y="2877120"/>
            <a:ext cx="2167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 rot="19200000">
            <a:off x="2738520" y="2937960"/>
            <a:ext cx="3837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 rot="19200000">
            <a:off x="3111120" y="28735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 rot="19200000">
            <a:off x="3102840" y="2949480"/>
            <a:ext cx="3988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 rot="19200000">
            <a:off x="3451680" y="2889000"/>
            <a:ext cx="2318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 rot="19200000">
            <a:off x="3476880" y="2952720"/>
            <a:ext cx="4136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 rot="19200000">
            <a:off x="3859920" y="2881800"/>
            <a:ext cx="2019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 rot="19200000">
            <a:off x="3883680" y="2941200"/>
            <a:ext cx="3985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2214360" y="3275280"/>
            <a:ext cx="2648160" cy="320760"/>
          </a:xfrm>
          <a:custGeom>
            <a:avLst/>
            <a:gdLst/>
            <a:ahLst/>
            <a:rect l="0" t="0" r="r" b="b"/>
            <a:pathLst>
              <a:path w="7356" h="891">
                <a:moveTo>
                  <a:pt x="0" y="0"/>
                </a:moveTo>
                <a:lnTo>
                  <a:pt x="7356" y="0"/>
                </a:lnTo>
                <a:lnTo>
                  <a:pt x="7356" y="891"/>
                </a:lnTo>
                <a:lnTo>
                  <a:pt x="0" y="8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2265120" y="3325680"/>
            <a:ext cx="219960" cy="219960"/>
          </a:xfrm>
          <a:custGeom>
            <a:avLst/>
            <a:gdLst/>
            <a:ahLst/>
            <a:rect l="0" t="0" r="r" b="b"/>
            <a:pathLst>
              <a:path w="611" h="611">
                <a:moveTo>
                  <a:pt x="0" y="0"/>
                </a:moveTo>
                <a:lnTo>
                  <a:pt x="611" y="0"/>
                </a:lnTo>
                <a:lnTo>
                  <a:pt x="611" y="611"/>
                </a:lnTo>
                <a:lnTo>
                  <a:pt x="0" y="6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 flipV="1">
            <a:off x="2374920" y="3347640"/>
            <a:ext cx="0" cy="175680"/>
          </a:xfrm>
          <a:prstGeom prst="line">
            <a:avLst/>
          </a:prstGeom>
          <a:ln w="70200">
            <a:solidFill>
              <a:srgbClr val="0072B2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343600" y="34045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343600" y="34045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10800">
            <a:solidFill>
              <a:srgbClr val="0072B2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3411360" y="3325680"/>
            <a:ext cx="219600" cy="219960"/>
          </a:xfrm>
          <a:custGeom>
            <a:avLst/>
            <a:gdLst/>
            <a:ahLst/>
            <a:rect l="0" t="0" r="r" b="b"/>
            <a:pathLst>
              <a:path w="610" h="611">
                <a:moveTo>
                  <a:pt x="0" y="0"/>
                </a:moveTo>
                <a:lnTo>
                  <a:pt x="610" y="0"/>
                </a:lnTo>
                <a:lnTo>
                  <a:pt x="610" y="611"/>
                </a:lnTo>
                <a:lnTo>
                  <a:pt x="0" y="6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 flipV="1">
            <a:off x="3521160" y="3347640"/>
            <a:ext cx="0" cy="175680"/>
          </a:xfrm>
          <a:prstGeom prst="line">
            <a:avLst/>
          </a:prstGeom>
          <a:ln w="70200">
            <a:solidFill>
              <a:srgbClr val="D55E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4920" tIns="34920" rIns="34920" bIns="34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3489840" y="34045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3489840" y="34045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10800">
            <a:solidFill>
              <a:srgbClr val="D55E00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 rot="16200000">
            <a:off x="1829520" y="1448640"/>
            <a:ext cx="123336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Observed / expected records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2535480" y="3397680"/>
            <a:ext cx="7869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Expected: geometry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608200" y="3613680"/>
            <a:ext cx="1860840" cy="321120"/>
          </a:xfrm>
          <a:custGeom>
            <a:avLst/>
            <a:gdLst/>
            <a:ahLst/>
            <a:rect l="0" t="0" r="r" b="b"/>
            <a:pathLst>
              <a:path w="5169" h="892">
                <a:moveTo>
                  <a:pt x="0" y="0"/>
                </a:moveTo>
                <a:lnTo>
                  <a:pt x="5169" y="0"/>
                </a:lnTo>
                <a:lnTo>
                  <a:pt x="5169" y="892"/>
                </a:lnTo>
                <a:lnTo>
                  <a:pt x="0" y="8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658960" y="3664440"/>
            <a:ext cx="219600" cy="219960"/>
          </a:xfrm>
          <a:custGeom>
            <a:avLst/>
            <a:gdLst/>
            <a:ahLst/>
            <a:rect l="0" t="0" r="r" b="b"/>
            <a:pathLst>
              <a:path w="610" h="611">
                <a:moveTo>
                  <a:pt x="0" y="0"/>
                </a:moveTo>
                <a:lnTo>
                  <a:pt x="610" y="0"/>
                </a:lnTo>
                <a:lnTo>
                  <a:pt x="610" y="611"/>
                </a:lnTo>
                <a:lnTo>
                  <a:pt x="0" y="6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737440" y="3742920"/>
            <a:ext cx="62640" cy="62280"/>
          </a:xfrm>
          <a:custGeom>
            <a:avLst/>
            <a:gdLst/>
            <a:ahLst/>
            <a:rect l="0" t="0" r="r" b="b"/>
            <a:pathLst>
              <a:path w="174" h="173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2"/>
                  <a:pt x="0" y="202"/>
                  <a:pt x="0" y="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2737440" y="3742920"/>
            <a:ext cx="62640" cy="62280"/>
          </a:xfrm>
          <a:custGeom>
            <a:avLst/>
            <a:gdLst/>
            <a:ahLst/>
            <a:rect l="0" t="0" r="r" b="b"/>
            <a:pathLst>
              <a:path fill="none" w="174" h="173">
                <a:moveTo>
                  <a:pt x="174" y="87"/>
                </a:moveTo>
                <a:cubicBezTo>
                  <a:pt x="174" y="202"/>
                  <a:pt x="0" y="202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10800">
            <a:solidFill>
              <a:srgbClr val="000000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3563640" y="3664440"/>
            <a:ext cx="219960" cy="219960"/>
          </a:xfrm>
          <a:custGeom>
            <a:avLst/>
            <a:gdLst/>
            <a:ahLst/>
            <a:rect l="0" t="0" r="r" b="b"/>
            <a:pathLst>
              <a:path w="611" h="611">
                <a:moveTo>
                  <a:pt x="0" y="0"/>
                </a:moveTo>
                <a:lnTo>
                  <a:pt x="611" y="0"/>
                </a:lnTo>
                <a:lnTo>
                  <a:pt x="611" y="611"/>
                </a:lnTo>
                <a:lnTo>
                  <a:pt x="0" y="6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3642120" y="3742920"/>
            <a:ext cx="62640" cy="62280"/>
          </a:xfrm>
          <a:custGeom>
            <a:avLst/>
            <a:gdLst/>
            <a:ahLst/>
            <a:rect l="0" t="0" r="r" b="b"/>
            <a:pathLst>
              <a:path w="174" h="173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2"/>
                  <a:pt x="0" y="202"/>
                  <a:pt x="0" y="8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3681360" y="3397680"/>
            <a:ext cx="10890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Expected: geometry + effort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2928960" y="3736440"/>
            <a:ext cx="5601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Holm P ≥ 0.05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834000" y="3736440"/>
            <a:ext cx="5634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Holm P &lt; 0.05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1139040" y="4124880"/>
            <a:ext cx="2639520" cy="2639160"/>
          </a:xfrm>
          <a:custGeom>
            <a:avLst/>
            <a:gdLst/>
            <a:ahLst/>
            <a:rect l="0" t="0" r="r" b="b"/>
            <a:pathLst>
              <a:path w="7332" h="7331">
                <a:moveTo>
                  <a:pt x="0" y="0"/>
                </a:moveTo>
                <a:lnTo>
                  <a:pt x="7332" y="0"/>
                </a:lnTo>
                <a:lnTo>
                  <a:pt x="7332" y="7331"/>
                </a:lnTo>
                <a:lnTo>
                  <a:pt x="0" y="73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2106720" y="5092560"/>
            <a:ext cx="704160" cy="703800"/>
          </a:xfrm>
          <a:custGeom>
            <a:avLst/>
            <a:gdLst/>
            <a:ahLst/>
            <a:rect l="0" t="0" r="r" b="b"/>
            <a:pathLst>
              <a:path fill="none" w="1956" h="1955">
                <a:moveTo>
                  <a:pt x="977" y="0"/>
                </a:moveTo>
                <a:lnTo>
                  <a:pt x="1040" y="2"/>
                </a:lnTo>
                <a:lnTo>
                  <a:pt x="1102" y="8"/>
                </a:lnTo>
                <a:lnTo>
                  <a:pt x="1163" y="17"/>
                </a:lnTo>
                <a:lnTo>
                  <a:pt x="1224" y="31"/>
                </a:lnTo>
                <a:lnTo>
                  <a:pt x="1283" y="49"/>
                </a:lnTo>
                <a:lnTo>
                  <a:pt x="1342" y="70"/>
                </a:lnTo>
                <a:lnTo>
                  <a:pt x="1399" y="95"/>
                </a:lnTo>
                <a:lnTo>
                  <a:pt x="1454" y="123"/>
                </a:lnTo>
                <a:lnTo>
                  <a:pt x="1507" y="155"/>
                </a:lnTo>
                <a:lnTo>
                  <a:pt x="1558" y="190"/>
                </a:lnTo>
                <a:lnTo>
                  <a:pt x="1607" y="228"/>
                </a:lnTo>
                <a:lnTo>
                  <a:pt x="1653" y="270"/>
                </a:lnTo>
                <a:lnTo>
                  <a:pt x="1696" y="314"/>
                </a:lnTo>
                <a:lnTo>
                  <a:pt x="1737" y="361"/>
                </a:lnTo>
                <a:lnTo>
                  <a:pt x="1775" y="410"/>
                </a:lnTo>
                <a:lnTo>
                  <a:pt x="1809" y="462"/>
                </a:lnTo>
                <a:lnTo>
                  <a:pt x="1840" y="517"/>
                </a:lnTo>
                <a:lnTo>
                  <a:pt x="1867" y="572"/>
                </a:lnTo>
                <a:lnTo>
                  <a:pt x="1891" y="629"/>
                </a:lnTo>
                <a:lnTo>
                  <a:pt x="1912" y="688"/>
                </a:lnTo>
                <a:lnTo>
                  <a:pt x="1928" y="748"/>
                </a:lnTo>
                <a:lnTo>
                  <a:pt x="1941" y="808"/>
                </a:lnTo>
                <a:lnTo>
                  <a:pt x="1950" y="870"/>
                </a:lnTo>
                <a:lnTo>
                  <a:pt x="1955" y="932"/>
                </a:lnTo>
                <a:lnTo>
                  <a:pt x="1956" y="994"/>
                </a:lnTo>
                <a:lnTo>
                  <a:pt x="1953" y="1056"/>
                </a:lnTo>
                <a:lnTo>
                  <a:pt x="1946" y="1117"/>
                </a:lnTo>
                <a:lnTo>
                  <a:pt x="1935" y="1178"/>
                </a:lnTo>
                <a:lnTo>
                  <a:pt x="1921" y="1239"/>
                </a:lnTo>
                <a:lnTo>
                  <a:pt x="1902" y="1298"/>
                </a:lnTo>
                <a:lnTo>
                  <a:pt x="1880" y="1356"/>
                </a:lnTo>
                <a:lnTo>
                  <a:pt x="1854" y="1412"/>
                </a:lnTo>
                <a:lnTo>
                  <a:pt x="1825" y="1467"/>
                </a:lnTo>
                <a:lnTo>
                  <a:pt x="1792" y="1519"/>
                </a:lnTo>
                <a:lnTo>
                  <a:pt x="1756" y="1570"/>
                </a:lnTo>
                <a:lnTo>
                  <a:pt x="1717" y="1618"/>
                </a:lnTo>
                <a:lnTo>
                  <a:pt x="1675" y="1664"/>
                </a:lnTo>
                <a:lnTo>
                  <a:pt x="1630" y="1706"/>
                </a:lnTo>
                <a:lnTo>
                  <a:pt x="1583" y="1746"/>
                </a:lnTo>
                <a:lnTo>
                  <a:pt x="1533" y="1783"/>
                </a:lnTo>
                <a:lnTo>
                  <a:pt x="1480" y="1817"/>
                </a:lnTo>
                <a:lnTo>
                  <a:pt x="1426" y="1847"/>
                </a:lnTo>
                <a:lnTo>
                  <a:pt x="1370" y="1874"/>
                </a:lnTo>
                <a:lnTo>
                  <a:pt x="1313" y="1897"/>
                </a:lnTo>
                <a:lnTo>
                  <a:pt x="1254" y="1916"/>
                </a:lnTo>
                <a:lnTo>
                  <a:pt x="1194" y="1932"/>
                </a:lnTo>
                <a:lnTo>
                  <a:pt x="1133" y="1943"/>
                </a:lnTo>
                <a:lnTo>
                  <a:pt x="1071" y="1951"/>
                </a:lnTo>
                <a:lnTo>
                  <a:pt x="1009" y="1955"/>
                </a:lnTo>
                <a:lnTo>
                  <a:pt x="946" y="1955"/>
                </a:lnTo>
                <a:lnTo>
                  <a:pt x="885" y="1951"/>
                </a:lnTo>
                <a:lnTo>
                  <a:pt x="823" y="1943"/>
                </a:lnTo>
                <a:lnTo>
                  <a:pt x="762" y="1932"/>
                </a:lnTo>
                <a:lnTo>
                  <a:pt x="702" y="1916"/>
                </a:lnTo>
                <a:lnTo>
                  <a:pt x="643" y="1897"/>
                </a:lnTo>
                <a:lnTo>
                  <a:pt x="586" y="1874"/>
                </a:lnTo>
                <a:lnTo>
                  <a:pt x="530" y="1847"/>
                </a:lnTo>
                <a:lnTo>
                  <a:pt x="475" y="1817"/>
                </a:lnTo>
                <a:lnTo>
                  <a:pt x="423" y="1783"/>
                </a:lnTo>
                <a:lnTo>
                  <a:pt x="373" y="1746"/>
                </a:lnTo>
                <a:lnTo>
                  <a:pt x="326" y="1706"/>
                </a:lnTo>
                <a:lnTo>
                  <a:pt x="281" y="1664"/>
                </a:lnTo>
                <a:lnTo>
                  <a:pt x="239" y="1618"/>
                </a:lnTo>
                <a:lnTo>
                  <a:pt x="200" y="1570"/>
                </a:lnTo>
                <a:lnTo>
                  <a:pt x="164" y="1519"/>
                </a:lnTo>
                <a:lnTo>
                  <a:pt x="131" y="1467"/>
                </a:lnTo>
                <a:lnTo>
                  <a:pt x="102" y="1412"/>
                </a:lnTo>
                <a:lnTo>
                  <a:pt x="76" y="1356"/>
                </a:lnTo>
                <a:lnTo>
                  <a:pt x="54" y="1298"/>
                </a:lnTo>
                <a:lnTo>
                  <a:pt x="35" y="1239"/>
                </a:lnTo>
                <a:lnTo>
                  <a:pt x="21" y="1178"/>
                </a:lnTo>
                <a:lnTo>
                  <a:pt x="10" y="1117"/>
                </a:lnTo>
                <a:lnTo>
                  <a:pt x="3" y="1056"/>
                </a:lnTo>
                <a:lnTo>
                  <a:pt x="0" y="994"/>
                </a:lnTo>
                <a:lnTo>
                  <a:pt x="1" y="932"/>
                </a:lnTo>
                <a:lnTo>
                  <a:pt x="6" y="870"/>
                </a:lnTo>
                <a:lnTo>
                  <a:pt x="15" y="808"/>
                </a:lnTo>
                <a:lnTo>
                  <a:pt x="28" y="748"/>
                </a:lnTo>
                <a:lnTo>
                  <a:pt x="44" y="688"/>
                </a:lnTo>
                <a:lnTo>
                  <a:pt x="64" y="629"/>
                </a:lnTo>
                <a:lnTo>
                  <a:pt x="88" y="572"/>
                </a:lnTo>
                <a:lnTo>
                  <a:pt x="116" y="517"/>
                </a:lnTo>
                <a:lnTo>
                  <a:pt x="147" y="462"/>
                </a:lnTo>
                <a:lnTo>
                  <a:pt x="181" y="410"/>
                </a:lnTo>
                <a:lnTo>
                  <a:pt x="219" y="361"/>
                </a:lnTo>
                <a:lnTo>
                  <a:pt x="260" y="314"/>
                </a:lnTo>
                <a:lnTo>
                  <a:pt x="303" y="270"/>
                </a:lnTo>
                <a:lnTo>
                  <a:pt x="349" y="228"/>
                </a:lnTo>
                <a:lnTo>
                  <a:pt x="398" y="190"/>
                </a:lnTo>
                <a:lnTo>
                  <a:pt x="449" y="155"/>
                </a:lnTo>
                <a:lnTo>
                  <a:pt x="502" y="123"/>
                </a:lnTo>
                <a:lnTo>
                  <a:pt x="557" y="95"/>
                </a:lnTo>
                <a:lnTo>
                  <a:pt x="614" y="70"/>
                </a:lnTo>
                <a:lnTo>
                  <a:pt x="673" y="49"/>
                </a:lnTo>
                <a:lnTo>
                  <a:pt x="732" y="31"/>
                </a:lnTo>
                <a:lnTo>
                  <a:pt x="793" y="17"/>
                </a:lnTo>
                <a:lnTo>
                  <a:pt x="854" y="8"/>
                </a:lnTo>
                <a:lnTo>
                  <a:pt x="915" y="2"/>
                </a:lnTo>
                <a:lnTo>
                  <a:pt x="977" y="0"/>
                </a:lnTo>
              </a:path>
            </a:pathLst>
          </a:custGeom>
          <a:ln w="9360">
            <a:solidFill>
              <a:srgbClr val="CCCCCC"/>
            </a:solidFill>
            <a:custDash>
              <a:ds d="200000" sp="200000"/>
            </a:custDash>
            <a:round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1755000" y="4740480"/>
            <a:ext cx="1407600" cy="1407600"/>
          </a:xfrm>
          <a:custGeom>
            <a:avLst/>
            <a:gdLst/>
            <a:ahLst/>
            <a:rect l="0" t="0" r="r" b="b"/>
            <a:pathLst>
              <a:path fill="none" w="3910" h="3910">
                <a:moveTo>
                  <a:pt x="1955" y="0"/>
                </a:moveTo>
                <a:lnTo>
                  <a:pt x="2079" y="4"/>
                </a:lnTo>
                <a:lnTo>
                  <a:pt x="2203" y="16"/>
                </a:lnTo>
                <a:lnTo>
                  <a:pt x="2325" y="36"/>
                </a:lnTo>
                <a:lnTo>
                  <a:pt x="2446" y="63"/>
                </a:lnTo>
                <a:lnTo>
                  <a:pt x="2565" y="98"/>
                </a:lnTo>
                <a:lnTo>
                  <a:pt x="2682" y="140"/>
                </a:lnTo>
                <a:lnTo>
                  <a:pt x="2796" y="190"/>
                </a:lnTo>
                <a:lnTo>
                  <a:pt x="2906" y="247"/>
                </a:lnTo>
                <a:lnTo>
                  <a:pt x="3012" y="311"/>
                </a:lnTo>
                <a:lnTo>
                  <a:pt x="3114" y="381"/>
                </a:lnTo>
                <a:lnTo>
                  <a:pt x="3212" y="458"/>
                </a:lnTo>
                <a:lnTo>
                  <a:pt x="3304" y="541"/>
                </a:lnTo>
                <a:lnTo>
                  <a:pt x="3391" y="630"/>
                </a:lnTo>
                <a:lnTo>
                  <a:pt x="3473" y="724"/>
                </a:lnTo>
                <a:lnTo>
                  <a:pt x="3548" y="822"/>
                </a:lnTo>
                <a:lnTo>
                  <a:pt x="3616" y="925"/>
                </a:lnTo>
                <a:lnTo>
                  <a:pt x="3678" y="1033"/>
                </a:lnTo>
                <a:lnTo>
                  <a:pt x="3734" y="1144"/>
                </a:lnTo>
                <a:lnTo>
                  <a:pt x="3782" y="1259"/>
                </a:lnTo>
                <a:lnTo>
                  <a:pt x="3822" y="1376"/>
                </a:lnTo>
                <a:lnTo>
                  <a:pt x="3855" y="1495"/>
                </a:lnTo>
                <a:lnTo>
                  <a:pt x="3881" y="1617"/>
                </a:lnTo>
                <a:lnTo>
                  <a:pt x="3898" y="1739"/>
                </a:lnTo>
                <a:lnTo>
                  <a:pt x="3908" y="1863"/>
                </a:lnTo>
                <a:lnTo>
                  <a:pt x="3910" y="1987"/>
                </a:lnTo>
                <a:lnTo>
                  <a:pt x="3904" y="2111"/>
                </a:lnTo>
                <a:lnTo>
                  <a:pt x="3890" y="2234"/>
                </a:lnTo>
                <a:lnTo>
                  <a:pt x="3869" y="2357"/>
                </a:lnTo>
                <a:lnTo>
                  <a:pt x="3840" y="2477"/>
                </a:lnTo>
                <a:lnTo>
                  <a:pt x="3803" y="2595"/>
                </a:lnTo>
                <a:lnTo>
                  <a:pt x="3759" y="2711"/>
                </a:lnTo>
                <a:lnTo>
                  <a:pt x="3707" y="2824"/>
                </a:lnTo>
                <a:lnTo>
                  <a:pt x="3648" y="2933"/>
                </a:lnTo>
                <a:lnTo>
                  <a:pt x="3583" y="3039"/>
                </a:lnTo>
                <a:lnTo>
                  <a:pt x="3511" y="3140"/>
                </a:lnTo>
                <a:lnTo>
                  <a:pt x="3433" y="3236"/>
                </a:lnTo>
                <a:lnTo>
                  <a:pt x="3349" y="3327"/>
                </a:lnTo>
                <a:lnTo>
                  <a:pt x="3259" y="3413"/>
                </a:lnTo>
                <a:lnTo>
                  <a:pt x="3164" y="3493"/>
                </a:lnTo>
                <a:lnTo>
                  <a:pt x="3064" y="3566"/>
                </a:lnTo>
                <a:lnTo>
                  <a:pt x="2959" y="3633"/>
                </a:lnTo>
                <a:lnTo>
                  <a:pt x="2851" y="3694"/>
                </a:lnTo>
                <a:lnTo>
                  <a:pt x="2739" y="3747"/>
                </a:lnTo>
                <a:lnTo>
                  <a:pt x="2624" y="3793"/>
                </a:lnTo>
                <a:lnTo>
                  <a:pt x="2506" y="3832"/>
                </a:lnTo>
                <a:lnTo>
                  <a:pt x="2386" y="3863"/>
                </a:lnTo>
                <a:lnTo>
                  <a:pt x="2264" y="3886"/>
                </a:lnTo>
                <a:lnTo>
                  <a:pt x="2141" y="3902"/>
                </a:lnTo>
                <a:lnTo>
                  <a:pt x="2017" y="3910"/>
                </a:lnTo>
                <a:lnTo>
                  <a:pt x="1893" y="3910"/>
                </a:lnTo>
                <a:lnTo>
                  <a:pt x="1770" y="3902"/>
                </a:lnTo>
                <a:lnTo>
                  <a:pt x="1647" y="3886"/>
                </a:lnTo>
                <a:lnTo>
                  <a:pt x="1525" y="3863"/>
                </a:lnTo>
                <a:lnTo>
                  <a:pt x="1405" y="3832"/>
                </a:lnTo>
                <a:lnTo>
                  <a:pt x="1287" y="3793"/>
                </a:lnTo>
                <a:lnTo>
                  <a:pt x="1172" y="3747"/>
                </a:lnTo>
                <a:lnTo>
                  <a:pt x="1060" y="3694"/>
                </a:lnTo>
                <a:lnTo>
                  <a:pt x="950" y="3633"/>
                </a:lnTo>
                <a:lnTo>
                  <a:pt x="846" y="3566"/>
                </a:lnTo>
                <a:lnTo>
                  <a:pt x="746" y="3493"/>
                </a:lnTo>
                <a:lnTo>
                  <a:pt x="651" y="3413"/>
                </a:lnTo>
                <a:lnTo>
                  <a:pt x="561" y="3327"/>
                </a:lnTo>
                <a:lnTo>
                  <a:pt x="477" y="3236"/>
                </a:lnTo>
                <a:lnTo>
                  <a:pt x="399" y="3140"/>
                </a:lnTo>
                <a:lnTo>
                  <a:pt x="327" y="3039"/>
                </a:lnTo>
                <a:lnTo>
                  <a:pt x="262" y="2933"/>
                </a:lnTo>
                <a:lnTo>
                  <a:pt x="203" y="2824"/>
                </a:lnTo>
                <a:lnTo>
                  <a:pt x="151" y="2711"/>
                </a:lnTo>
                <a:lnTo>
                  <a:pt x="107" y="2595"/>
                </a:lnTo>
                <a:lnTo>
                  <a:pt x="70" y="2477"/>
                </a:lnTo>
                <a:lnTo>
                  <a:pt x="41" y="2357"/>
                </a:lnTo>
                <a:lnTo>
                  <a:pt x="20" y="2234"/>
                </a:lnTo>
                <a:lnTo>
                  <a:pt x="6" y="2111"/>
                </a:lnTo>
                <a:lnTo>
                  <a:pt x="0" y="1987"/>
                </a:lnTo>
                <a:lnTo>
                  <a:pt x="2" y="1863"/>
                </a:lnTo>
                <a:lnTo>
                  <a:pt x="12" y="1739"/>
                </a:lnTo>
                <a:lnTo>
                  <a:pt x="29" y="1617"/>
                </a:lnTo>
                <a:lnTo>
                  <a:pt x="55" y="1495"/>
                </a:lnTo>
                <a:lnTo>
                  <a:pt x="88" y="1376"/>
                </a:lnTo>
                <a:lnTo>
                  <a:pt x="128" y="1259"/>
                </a:lnTo>
                <a:lnTo>
                  <a:pt x="176" y="1144"/>
                </a:lnTo>
                <a:lnTo>
                  <a:pt x="231" y="1033"/>
                </a:lnTo>
                <a:lnTo>
                  <a:pt x="293" y="925"/>
                </a:lnTo>
                <a:lnTo>
                  <a:pt x="362" y="822"/>
                </a:lnTo>
                <a:lnTo>
                  <a:pt x="437" y="724"/>
                </a:lnTo>
                <a:lnTo>
                  <a:pt x="518" y="630"/>
                </a:lnTo>
                <a:lnTo>
                  <a:pt x="606" y="541"/>
                </a:lnTo>
                <a:lnTo>
                  <a:pt x="698" y="458"/>
                </a:lnTo>
                <a:lnTo>
                  <a:pt x="795" y="381"/>
                </a:lnTo>
                <a:lnTo>
                  <a:pt x="898" y="311"/>
                </a:lnTo>
                <a:lnTo>
                  <a:pt x="1005" y="247"/>
                </a:lnTo>
                <a:lnTo>
                  <a:pt x="1115" y="190"/>
                </a:lnTo>
                <a:lnTo>
                  <a:pt x="1229" y="140"/>
                </a:lnTo>
                <a:lnTo>
                  <a:pt x="1346" y="98"/>
                </a:lnTo>
                <a:lnTo>
                  <a:pt x="1464" y="63"/>
                </a:lnTo>
                <a:lnTo>
                  <a:pt x="1585" y="36"/>
                </a:lnTo>
                <a:lnTo>
                  <a:pt x="1708" y="16"/>
                </a:lnTo>
                <a:lnTo>
                  <a:pt x="1831" y="4"/>
                </a:lnTo>
                <a:lnTo>
                  <a:pt x="1955" y="0"/>
                </a:lnTo>
              </a:path>
            </a:pathLst>
          </a:custGeom>
          <a:ln w="9360">
            <a:solidFill>
              <a:srgbClr val="CCCCCC"/>
            </a:solidFill>
            <a:custDash>
              <a:ds d="200000" sp="200000"/>
            </a:custDash>
            <a:round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1403280" y="4388760"/>
            <a:ext cx="2111040" cy="2111040"/>
          </a:xfrm>
          <a:custGeom>
            <a:avLst/>
            <a:gdLst/>
            <a:ahLst/>
            <a:rect l="0" t="0" r="r" b="b"/>
            <a:pathLst>
              <a:path fill="none" w="5864" h="5864">
                <a:moveTo>
                  <a:pt x="2931" y="0"/>
                </a:moveTo>
                <a:lnTo>
                  <a:pt x="3117" y="6"/>
                </a:lnTo>
                <a:lnTo>
                  <a:pt x="3303" y="24"/>
                </a:lnTo>
                <a:lnTo>
                  <a:pt x="3486" y="53"/>
                </a:lnTo>
                <a:lnTo>
                  <a:pt x="3668" y="94"/>
                </a:lnTo>
                <a:lnTo>
                  <a:pt x="3846" y="146"/>
                </a:lnTo>
                <a:lnTo>
                  <a:pt x="4021" y="210"/>
                </a:lnTo>
                <a:lnTo>
                  <a:pt x="4192" y="285"/>
                </a:lnTo>
                <a:lnTo>
                  <a:pt x="4357" y="370"/>
                </a:lnTo>
                <a:lnTo>
                  <a:pt x="4517" y="465"/>
                </a:lnTo>
                <a:lnTo>
                  <a:pt x="4670" y="571"/>
                </a:lnTo>
                <a:lnTo>
                  <a:pt x="4816" y="686"/>
                </a:lnTo>
                <a:lnTo>
                  <a:pt x="4956" y="810"/>
                </a:lnTo>
                <a:lnTo>
                  <a:pt x="5086" y="943"/>
                </a:lnTo>
                <a:lnTo>
                  <a:pt x="5208" y="1083"/>
                </a:lnTo>
                <a:lnTo>
                  <a:pt x="5321" y="1231"/>
                </a:lnTo>
                <a:lnTo>
                  <a:pt x="5424" y="1386"/>
                </a:lnTo>
                <a:lnTo>
                  <a:pt x="5517" y="1547"/>
                </a:lnTo>
                <a:lnTo>
                  <a:pt x="5600" y="1714"/>
                </a:lnTo>
                <a:lnTo>
                  <a:pt x="5672" y="1886"/>
                </a:lnTo>
                <a:lnTo>
                  <a:pt x="5732" y="2061"/>
                </a:lnTo>
                <a:lnTo>
                  <a:pt x="5782" y="2241"/>
                </a:lnTo>
                <a:lnTo>
                  <a:pt x="5820" y="2423"/>
                </a:lnTo>
                <a:lnTo>
                  <a:pt x="5847" y="2608"/>
                </a:lnTo>
                <a:lnTo>
                  <a:pt x="5861" y="2794"/>
                </a:lnTo>
                <a:lnTo>
                  <a:pt x="5864" y="2980"/>
                </a:lnTo>
                <a:lnTo>
                  <a:pt x="5855" y="3166"/>
                </a:lnTo>
                <a:lnTo>
                  <a:pt x="5835" y="3350"/>
                </a:lnTo>
                <a:lnTo>
                  <a:pt x="5803" y="3534"/>
                </a:lnTo>
                <a:lnTo>
                  <a:pt x="5759" y="3714"/>
                </a:lnTo>
                <a:lnTo>
                  <a:pt x="5703" y="3892"/>
                </a:lnTo>
                <a:lnTo>
                  <a:pt x="5637" y="4066"/>
                </a:lnTo>
                <a:lnTo>
                  <a:pt x="5560" y="4235"/>
                </a:lnTo>
                <a:lnTo>
                  <a:pt x="5472" y="4399"/>
                </a:lnTo>
                <a:lnTo>
                  <a:pt x="5374" y="4557"/>
                </a:lnTo>
                <a:lnTo>
                  <a:pt x="5266" y="4709"/>
                </a:lnTo>
                <a:lnTo>
                  <a:pt x="5148" y="4853"/>
                </a:lnTo>
                <a:lnTo>
                  <a:pt x="5022" y="4990"/>
                </a:lnTo>
                <a:lnTo>
                  <a:pt x="4886" y="5118"/>
                </a:lnTo>
                <a:lnTo>
                  <a:pt x="4744" y="5238"/>
                </a:lnTo>
                <a:lnTo>
                  <a:pt x="4594" y="5348"/>
                </a:lnTo>
                <a:lnTo>
                  <a:pt x="4438" y="5449"/>
                </a:lnTo>
                <a:lnTo>
                  <a:pt x="4275" y="5539"/>
                </a:lnTo>
                <a:lnTo>
                  <a:pt x="4107" y="5619"/>
                </a:lnTo>
                <a:lnTo>
                  <a:pt x="3934" y="5688"/>
                </a:lnTo>
                <a:lnTo>
                  <a:pt x="3757" y="5746"/>
                </a:lnTo>
                <a:lnTo>
                  <a:pt x="3577" y="5793"/>
                </a:lnTo>
                <a:lnTo>
                  <a:pt x="3395" y="5828"/>
                </a:lnTo>
                <a:lnTo>
                  <a:pt x="3210" y="5852"/>
                </a:lnTo>
                <a:lnTo>
                  <a:pt x="3024" y="5864"/>
                </a:lnTo>
                <a:lnTo>
                  <a:pt x="2838" y="5864"/>
                </a:lnTo>
                <a:lnTo>
                  <a:pt x="2653" y="5852"/>
                </a:lnTo>
                <a:lnTo>
                  <a:pt x="2468" y="5828"/>
                </a:lnTo>
                <a:lnTo>
                  <a:pt x="2285" y="5793"/>
                </a:lnTo>
                <a:lnTo>
                  <a:pt x="2105" y="5746"/>
                </a:lnTo>
                <a:lnTo>
                  <a:pt x="1929" y="5688"/>
                </a:lnTo>
                <a:lnTo>
                  <a:pt x="1756" y="5619"/>
                </a:lnTo>
                <a:lnTo>
                  <a:pt x="1588" y="5539"/>
                </a:lnTo>
                <a:lnTo>
                  <a:pt x="1425" y="5449"/>
                </a:lnTo>
                <a:lnTo>
                  <a:pt x="1269" y="5348"/>
                </a:lnTo>
                <a:lnTo>
                  <a:pt x="1119" y="5238"/>
                </a:lnTo>
                <a:lnTo>
                  <a:pt x="976" y="5118"/>
                </a:lnTo>
                <a:lnTo>
                  <a:pt x="842" y="4990"/>
                </a:lnTo>
                <a:lnTo>
                  <a:pt x="715" y="4853"/>
                </a:lnTo>
                <a:lnTo>
                  <a:pt x="598" y="4709"/>
                </a:lnTo>
                <a:lnTo>
                  <a:pt x="490" y="4557"/>
                </a:lnTo>
                <a:lnTo>
                  <a:pt x="392" y="4399"/>
                </a:lnTo>
                <a:lnTo>
                  <a:pt x="304" y="4235"/>
                </a:lnTo>
                <a:lnTo>
                  <a:pt x="227" y="4066"/>
                </a:lnTo>
                <a:lnTo>
                  <a:pt x="161" y="3892"/>
                </a:lnTo>
                <a:lnTo>
                  <a:pt x="105" y="3714"/>
                </a:lnTo>
                <a:lnTo>
                  <a:pt x="61" y="3534"/>
                </a:lnTo>
                <a:lnTo>
                  <a:pt x="29" y="3350"/>
                </a:lnTo>
                <a:lnTo>
                  <a:pt x="9" y="3166"/>
                </a:lnTo>
                <a:lnTo>
                  <a:pt x="0" y="2980"/>
                </a:lnTo>
                <a:lnTo>
                  <a:pt x="3" y="2794"/>
                </a:lnTo>
                <a:lnTo>
                  <a:pt x="17" y="2608"/>
                </a:lnTo>
                <a:lnTo>
                  <a:pt x="44" y="2423"/>
                </a:lnTo>
                <a:lnTo>
                  <a:pt x="82" y="2241"/>
                </a:lnTo>
                <a:lnTo>
                  <a:pt x="131" y="2061"/>
                </a:lnTo>
                <a:lnTo>
                  <a:pt x="192" y="1886"/>
                </a:lnTo>
                <a:lnTo>
                  <a:pt x="264" y="1714"/>
                </a:lnTo>
                <a:lnTo>
                  <a:pt x="347" y="1547"/>
                </a:lnTo>
                <a:lnTo>
                  <a:pt x="440" y="1386"/>
                </a:lnTo>
                <a:lnTo>
                  <a:pt x="543" y="1231"/>
                </a:lnTo>
                <a:lnTo>
                  <a:pt x="656" y="1083"/>
                </a:lnTo>
                <a:lnTo>
                  <a:pt x="777" y="943"/>
                </a:lnTo>
                <a:lnTo>
                  <a:pt x="908" y="810"/>
                </a:lnTo>
                <a:lnTo>
                  <a:pt x="1047" y="686"/>
                </a:lnTo>
                <a:lnTo>
                  <a:pt x="1193" y="571"/>
                </a:lnTo>
                <a:lnTo>
                  <a:pt x="1346" y="465"/>
                </a:lnTo>
                <a:lnTo>
                  <a:pt x="1506" y="370"/>
                </a:lnTo>
                <a:lnTo>
                  <a:pt x="1671" y="285"/>
                </a:lnTo>
                <a:lnTo>
                  <a:pt x="1842" y="210"/>
                </a:lnTo>
                <a:lnTo>
                  <a:pt x="2016" y="146"/>
                </a:lnTo>
                <a:lnTo>
                  <a:pt x="2195" y="94"/>
                </a:lnTo>
                <a:lnTo>
                  <a:pt x="2377" y="53"/>
                </a:lnTo>
                <a:lnTo>
                  <a:pt x="2560" y="24"/>
                </a:lnTo>
                <a:lnTo>
                  <a:pt x="2745" y="6"/>
                </a:lnTo>
                <a:lnTo>
                  <a:pt x="2931" y="0"/>
                </a:lnTo>
              </a:path>
            </a:pathLst>
          </a:custGeom>
          <a:ln w="9360">
            <a:solidFill>
              <a:srgbClr val="CCCCCC"/>
            </a:solidFill>
            <a:custDash>
              <a:ds d="200000" sp="200000"/>
            </a:custDash>
            <a:round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1271160" y="4256640"/>
            <a:ext cx="2375280" cy="2374920"/>
          </a:xfrm>
          <a:custGeom>
            <a:avLst/>
            <a:gdLst/>
            <a:ahLst/>
            <a:rect l="0" t="0" r="r" b="b"/>
            <a:pathLst>
              <a:path fill="none" w="6598" h="6597">
                <a:moveTo>
                  <a:pt x="3298" y="0"/>
                </a:moveTo>
                <a:lnTo>
                  <a:pt x="3508" y="7"/>
                </a:lnTo>
                <a:lnTo>
                  <a:pt x="3716" y="27"/>
                </a:lnTo>
                <a:lnTo>
                  <a:pt x="3923" y="60"/>
                </a:lnTo>
                <a:lnTo>
                  <a:pt x="4127" y="106"/>
                </a:lnTo>
                <a:lnTo>
                  <a:pt x="4328" y="165"/>
                </a:lnTo>
                <a:lnTo>
                  <a:pt x="4524" y="237"/>
                </a:lnTo>
                <a:lnTo>
                  <a:pt x="4716" y="321"/>
                </a:lnTo>
                <a:lnTo>
                  <a:pt x="4902" y="416"/>
                </a:lnTo>
                <a:lnTo>
                  <a:pt x="5082" y="524"/>
                </a:lnTo>
                <a:lnTo>
                  <a:pt x="5254" y="643"/>
                </a:lnTo>
                <a:lnTo>
                  <a:pt x="5419" y="772"/>
                </a:lnTo>
                <a:lnTo>
                  <a:pt x="5575" y="912"/>
                </a:lnTo>
                <a:lnTo>
                  <a:pt x="5722" y="1061"/>
                </a:lnTo>
                <a:lnTo>
                  <a:pt x="5859" y="1219"/>
                </a:lnTo>
                <a:lnTo>
                  <a:pt x="5985" y="1386"/>
                </a:lnTo>
                <a:lnTo>
                  <a:pt x="6101" y="1560"/>
                </a:lnTo>
                <a:lnTo>
                  <a:pt x="6206" y="1741"/>
                </a:lnTo>
                <a:lnTo>
                  <a:pt x="6299" y="1929"/>
                </a:lnTo>
                <a:lnTo>
                  <a:pt x="6381" y="2122"/>
                </a:lnTo>
                <a:lnTo>
                  <a:pt x="6449" y="2320"/>
                </a:lnTo>
                <a:lnTo>
                  <a:pt x="6505" y="2521"/>
                </a:lnTo>
                <a:lnTo>
                  <a:pt x="6548" y="2726"/>
                </a:lnTo>
                <a:lnTo>
                  <a:pt x="6578" y="2933"/>
                </a:lnTo>
                <a:lnTo>
                  <a:pt x="6594" y="3142"/>
                </a:lnTo>
                <a:lnTo>
                  <a:pt x="6598" y="3351"/>
                </a:lnTo>
                <a:lnTo>
                  <a:pt x="6588" y="3560"/>
                </a:lnTo>
                <a:lnTo>
                  <a:pt x="6565" y="3769"/>
                </a:lnTo>
                <a:lnTo>
                  <a:pt x="6528" y="3975"/>
                </a:lnTo>
                <a:lnTo>
                  <a:pt x="6479" y="4178"/>
                </a:lnTo>
                <a:lnTo>
                  <a:pt x="6417" y="4378"/>
                </a:lnTo>
                <a:lnTo>
                  <a:pt x="6341" y="4574"/>
                </a:lnTo>
                <a:lnTo>
                  <a:pt x="6254" y="4765"/>
                </a:lnTo>
                <a:lnTo>
                  <a:pt x="6155" y="4949"/>
                </a:lnTo>
                <a:lnTo>
                  <a:pt x="6045" y="5127"/>
                </a:lnTo>
                <a:lnTo>
                  <a:pt x="5923" y="5298"/>
                </a:lnTo>
                <a:lnTo>
                  <a:pt x="5791" y="5460"/>
                </a:lnTo>
                <a:lnTo>
                  <a:pt x="5649" y="5614"/>
                </a:lnTo>
                <a:lnTo>
                  <a:pt x="5498" y="5758"/>
                </a:lnTo>
                <a:lnTo>
                  <a:pt x="5338" y="5893"/>
                </a:lnTo>
                <a:lnTo>
                  <a:pt x="5169" y="6017"/>
                </a:lnTo>
                <a:lnTo>
                  <a:pt x="4993" y="6130"/>
                </a:lnTo>
                <a:lnTo>
                  <a:pt x="4810" y="6232"/>
                </a:lnTo>
                <a:lnTo>
                  <a:pt x="4621" y="6322"/>
                </a:lnTo>
                <a:lnTo>
                  <a:pt x="4427" y="6400"/>
                </a:lnTo>
                <a:lnTo>
                  <a:pt x="4228" y="6465"/>
                </a:lnTo>
                <a:lnTo>
                  <a:pt x="4025" y="6518"/>
                </a:lnTo>
                <a:lnTo>
                  <a:pt x="3820" y="6557"/>
                </a:lnTo>
                <a:lnTo>
                  <a:pt x="3612" y="6584"/>
                </a:lnTo>
                <a:lnTo>
                  <a:pt x="3403" y="6597"/>
                </a:lnTo>
                <a:lnTo>
                  <a:pt x="3194" y="6597"/>
                </a:lnTo>
                <a:lnTo>
                  <a:pt x="2985" y="6584"/>
                </a:lnTo>
                <a:lnTo>
                  <a:pt x="2777" y="6557"/>
                </a:lnTo>
                <a:lnTo>
                  <a:pt x="2572" y="6518"/>
                </a:lnTo>
                <a:lnTo>
                  <a:pt x="2369" y="6465"/>
                </a:lnTo>
                <a:lnTo>
                  <a:pt x="2170" y="6400"/>
                </a:lnTo>
                <a:lnTo>
                  <a:pt x="1976" y="6322"/>
                </a:lnTo>
                <a:lnTo>
                  <a:pt x="1787" y="6232"/>
                </a:lnTo>
                <a:lnTo>
                  <a:pt x="1604" y="6130"/>
                </a:lnTo>
                <a:lnTo>
                  <a:pt x="1428" y="6017"/>
                </a:lnTo>
                <a:lnTo>
                  <a:pt x="1259" y="5893"/>
                </a:lnTo>
                <a:lnTo>
                  <a:pt x="1099" y="5758"/>
                </a:lnTo>
                <a:lnTo>
                  <a:pt x="948" y="5614"/>
                </a:lnTo>
                <a:lnTo>
                  <a:pt x="805" y="5460"/>
                </a:lnTo>
                <a:lnTo>
                  <a:pt x="673" y="5298"/>
                </a:lnTo>
                <a:lnTo>
                  <a:pt x="552" y="5127"/>
                </a:lnTo>
                <a:lnTo>
                  <a:pt x="442" y="4949"/>
                </a:lnTo>
                <a:lnTo>
                  <a:pt x="343" y="4765"/>
                </a:lnTo>
                <a:lnTo>
                  <a:pt x="256" y="4574"/>
                </a:lnTo>
                <a:lnTo>
                  <a:pt x="181" y="4378"/>
                </a:lnTo>
                <a:lnTo>
                  <a:pt x="119" y="4178"/>
                </a:lnTo>
                <a:lnTo>
                  <a:pt x="70" y="3975"/>
                </a:lnTo>
                <a:lnTo>
                  <a:pt x="33" y="3769"/>
                </a:lnTo>
                <a:lnTo>
                  <a:pt x="10" y="3560"/>
                </a:lnTo>
                <a:lnTo>
                  <a:pt x="0" y="3351"/>
                </a:lnTo>
                <a:lnTo>
                  <a:pt x="3" y="3142"/>
                </a:lnTo>
                <a:lnTo>
                  <a:pt x="20" y="2933"/>
                </a:lnTo>
                <a:lnTo>
                  <a:pt x="50" y="2726"/>
                </a:lnTo>
                <a:lnTo>
                  <a:pt x="93" y="2521"/>
                </a:lnTo>
                <a:lnTo>
                  <a:pt x="149" y="2320"/>
                </a:lnTo>
                <a:lnTo>
                  <a:pt x="217" y="2122"/>
                </a:lnTo>
                <a:lnTo>
                  <a:pt x="298" y="1929"/>
                </a:lnTo>
                <a:lnTo>
                  <a:pt x="391" y="1741"/>
                </a:lnTo>
                <a:lnTo>
                  <a:pt x="495" y="1560"/>
                </a:lnTo>
                <a:lnTo>
                  <a:pt x="611" y="1386"/>
                </a:lnTo>
                <a:lnTo>
                  <a:pt x="738" y="1219"/>
                </a:lnTo>
                <a:lnTo>
                  <a:pt x="875" y="1061"/>
                </a:lnTo>
                <a:lnTo>
                  <a:pt x="1022" y="912"/>
                </a:lnTo>
                <a:lnTo>
                  <a:pt x="1178" y="772"/>
                </a:lnTo>
                <a:lnTo>
                  <a:pt x="1343" y="643"/>
                </a:lnTo>
                <a:lnTo>
                  <a:pt x="1515" y="524"/>
                </a:lnTo>
                <a:lnTo>
                  <a:pt x="1695" y="416"/>
                </a:lnTo>
                <a:lnTo>
                  <a:pt x="1881" y="321"/>
                </a:lnTo>
                <a:lnTo>
                  <a:pt x="2072" y="237"/>
                </a:lnTo>
                <a:lnTo>
                  <a:pt x="2269" y="165"/>
                </a:lnTo>
                <a:lnTo>
                  <a:pt x="2470" y="106"/>
                </a:lnTo>
                <a:lnTo>
                  <a:pt x="2674" y="60"/>
                </a:lnTo>
                <a:lnTo>
                  <a:pt x="2881" y="27"/>
                </a:lnTo>
                <a:lnTo>
                  <a:pt x="3089" y="7"/>
                </a:lnTo>
                <a:lnTo>
                  <a:pt x="3298" y="0"/>
                </a:lnTo>
              </a:path>
            </a:pathLst>
          </a:custGeom>
          <a:ln w="9360">
            <a:solidFill>
              <a:srgbClr val="CCCCCC"/>
            </a:solidFill>
            <a:custDash>
              <a:ds d="200000" sp="200000"/>
            </a:custDash>
            <a:round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 flipV="1">
            <a:off x="2458440" y="4388760"/>
            <a:ext cx="0" cy="1055520"/>
          </a:xfrm>
          <a:prstGeom prst="line">
            <a:avLst/>
          </a:prstGeom>
          <a:ln w="9360">
            <a:solidFill>
              <a:srgbClr val="C7C7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2458440" y="4698000"/>
            <a:ext cx="747000" cy="746640"/>
          </a:xfrm>
          <a:custGeom>
            <a:avLst/>
            <a:gdLst/>
            <a:ahLst/>
            <a:rect l="0" t="0" r="r" b="b"/>
            <a:pathLst>
              <a:path fill="none" w="2075" h="2074">
                <a:moveTo>
                  <a:pt x="0" y="2074"/>
                </a:moveTo>
                <a:lnTo>
                  <a:pt x="430" y="1645"/>
                </a:lnTo>
                <a:lnTo>
                  <a:pt x="502" y="1574"/>
                </a:lnTo>
                <a:lnTo>
                  <a:pt x="573" y="1502"/>
                </a:lnTo>
                <a:lnTo>
                  <a:pt x="1217" y="859"/>
                </a:lnTo>
                <a:lnTo>
                  <a:pt x="1288" y="787"/>
                </a:lnTo>
                <a:lnTo>
                  <a:pt x="1360" y="716"/>
                </a:lnTo>
                <a:lnTo>
                  <a:pt x="2003" y="71"/>
                </a:lnTo>
                <a:lnTo>
                  <a:pt x="2075" y="0"/>
                </a:lnTo>
              </a:path>
            </a:pathLst>
          </a:custGeom>
          <a:ln w="9360">
            <a:solidFill>
              <a:srgbClr val="C7C7C7"/>
            </a:solidFill>
            <a:round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2458440" y="5444280"/>
            <a:ext cx="1055880" cy="0"/>
          </a:xfrm>
          <a:prstGeom prst="line">
            <a:avLst/>
          </a:prstGeom>
          <a:ln w="9360">
            <a:solidFill>
              <a:srgbClr val="C7C7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2458440" y="5444280"/>
            <a:ext cx="747000" cy="746640"/>
          </a:xfrm>
          <a:custGeom>
            <a:avLst/>
            <a:gdLst/>
            <a:ahLst/>
            <a:rect l="0" t="0" r="r" b="b"/>
            <a:pathLst>
              <a:path fill="none" w="2075" h="2074">
                <a:moveTo>
                  <a:pt x="0" y="0"/>
                </a:moveTo>
                <a:lnTo>
                  <a:pt x="72" y="72"/>
                </a:lnTo>
                <a:lnTo>
                  <a:pt x="143" y="143"/>
                </a:lnTo>
                <a:lnTo>
                  <a:pt x="286" y="286"/>
                </a:lnTo>
                <a:lnTo>
                  <a:pt x="358" y="358"/>
                </a:lnTo>
                <a:lnTo>
                  <a:pt x="502" y="502"/>
                </a:lnTo>
                <a:lnTo>
                  <a:pt x="573" y="573"/>
                </a:lnTo>
                <a:lnTo>
                  <a:pt x="645" y="645"/>
                </a:lnTo>
                <a:lnTo>
                  <a:pt x="716" y="716"/>
                </a:lnTo>
                <a:lnTo>
                  <a:pt x="859" y="859"/>
                </a:lnTo>
                <a:lnTo>
                  <a:pt x="931" y="931"/>
                </a:lnTo>
                <a:lnTo>
                  <a:pt x="1074" y="1074"/>
                </a:lnTo>
                <a:lnTo>
                  <a:pt x="1145" y="1145"/>
                </a:lnTo>
                <a:lnTo>
                  <a:pt x="1288" y="1288"/>
                </a:lnTo>
                <a:lnTo>
                  <a:pt x="1360" y="1360"/>
                </a:lnTo>
                <a:lnTo>
                  <a:pt x="1503" y="1503"/>
                </a:lnTo>
                <a:lnTo>
                  <a:pt x="1574" y="1574"/>
                </a:lnTo>
                <a:lnTo>
                  <a:pt x="1646" y="1645"/>
                </a:lnTo>
                <a:lnTo>
                  <a:pt x="1717" y="1717"/>
                </a:lnTo>
                <a:lnTo>
                  <a:pt x="1860" y="1860"/>
                </a:lnTo>
                <a:lnTo>
                  <a:pt x="1932" y="1931"/>
                </a:lnTo>
                <a:lnTo>
                  <a:pt x="2075" y="2074"/>
                </a:lnTo>
              </a:path>
            </a:pathLst>
          </a:custGeom>
          <a:ln w="9360">
            <a:solidFill>
              <a:srgbClr val="C7C7C7"/>
            </a:solidFill>
            <a:round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2458440" y="5444280"/>
            <a:ext cx="0" cy="1055520"/>
          </a:xfrm>
          <a:prstGeom prst="line">
            <a:avLst/>
          </a:prstGeom>
          <a:ln w="9360">
            <a:solidFill>
              <a:srgbClr val="C7C7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1712160" y="5444280"/>
            <a:ext cx="746640" cy="746640"/>
          </a:xfrm>
          <a:custGeom>
            <a:avLst/>
            <a:gdLst/>
            <a:ahLst/>
            <a:rect l="0" t="0" r="r" b="b"/>
            <a:pathLst>
              <a:path fill="none" w="2074" h="2074">
                <a:moveTo>
                  <a:pt x="2074" y="0"/>
                </a:moveTo>
                <a:lnTo>
                  <a:pt x="1860" y="215"/>
                </a:lnTo>
                <a:lnTo>
                  <a:pt x="1789" y="286"/>
                </a:lnTo>
                <a:lnTo>
                  <a:pt x="1717" y="358"/>
                </a:lnTo>
                <a:lnTo>
                  <a:pt x="1073" y="1002"/>
                </a:lnTo>
                <a:lnTo>
                  <a:pt x="1002" y="1074"/>
                </a:lnTo>
                <a:lnTo>
                  <a:pt x="931" y="1145"/>
                </a:lnTo>
                <a:lnTo>
                  <a:pt x="644" y="1431"/>
                </a:lnTo>
                <a:lnTo>
                  <a:pt x="573" y="1503"/>
                </a:lnTo>
                <a:lnTo>
                  <a:pt x="502" y="1574"/>
                </a:lnTo>
                <a:lnTo>
                  <a:pt x="0" y="2074"/>
                </a:lnTo>
              </a:path>
            </a:pathLst>
          </a:custGeom>
          <a:ln w="9360">
            <a:solidFill>
              <a:srgbClr val="C7C7C7"/>
            </a:solidFill>
            <a:round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 flipH="1">
            <a:off x="1402920" y="5444280"/>
            <a:ext cx="1055520" cy="0"/>
          </a:xfrm>
          <a:prstGeom prst="line">
            <a:avLst/>
          </a:prstGeom>
          <a:ln w="9360">
            <a:solidFill>
              <a:srgbClr val="C7C7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1712160" y="4698000"/>
            <a:ext cx="746640" cy="746640"/>
          </a:xfrm>
          <a:custGeom>
            <a:avLst/>
            <a:gdLst/>
            <a:ahLst/>
            <a:rect l="0" t="0" r="r" b="b"/>
            <a:pathLst>
              <a:path fill="none" w="2074" h="2074">
                <a:moveTo>
                  <a:pt x="2074" y="2074"/>
                </a:moveTo>
                <a:lnTo>
                  <a:pt x="2003" y="2003"/>
                </a:lnTo>
                <a:lnTo>
                  <a:pt x="1931" y="1931"/>
                </a:lnTo>
                <a:lnTo>
                  <a:pt x="1860" y="1860"/>
                </a:lnTo>
                <a:lnTo>
                  <a:pt x="1789" y="1788"/>
                </a:lnTo>
                <a:lnTo>
                  <a:pt x="1645" y="1645"/>
                </a:lnTo>
                <a:lnTo>
                  <a:pt x="1574" y="1574"/>
                </a:lnTo>
                <a:lnTo>
                  <a:pt x="1431" y="1431"/>
                </a:lnTo>
                <a:lnTo>
                  <a:pt x="1360" y="1359"/>
                </a:lnTo>
                <a:lnTo>
                  <a:pt x="1216" y="1216"/>
                </a:lnTo>
                <a:lnTo>
                  <a:pt x="1145" y="1145"/>
                </a:lnTo>
                <a:lnTo>
                  <a:pt x="1073" y="1073"/>
                </a:lnTo>
                <a:lnTo>
                  <a:pt x="1002" y="1002"/>
                </a:lnTo>
                <a:lnTo>
                  <a:pt x="859" y="859"/>
                </a:lnTo>
                <a:lnTo>
                  <a:pt x="788" y="787"/>
                </a:lnTo>
                <a:lnTo>
                  <a:pt x="644" y="644"/>
                </a:lnTo>
                <a:lnTo>
                  <a:pt x="573" y="573"/>
                </a:lnTo>
                <a:lnTo>
                  <a:pt x="430" y="430"/>
                </a:lnTo>
                <a:lnTo>
                  <a:pt x="358" y="357"/>
                </a:lnTo>
                <a:lnTo>
                  <a:pt x="214" y="214"/>
                </a:lnTo>
                <a:lnTo>
                  <a:pt x="143" y="143"/>
                </a:lnTo>
                <a:lnTo>
                  <a:pt x="72" y="71"/>
                </a:lnTo>
                <a:lnTo>
                  <a:pt x="0" y="0"/>
                </a:lnTo>
              </a:path>
            </a:pathLst>
          </a:custGeom>
          <a:ln w="9360">
            <a:solidFill>
              <a:srgbClr val="C7C7C7"/>
            </a:solidFill>
            <a:round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2343240" y="5117400"/>
            <a:ext cx="804960" cy="489600"/>
          </a:xfrm>
          <a:custGeom>
            <a:avLst/>
            <a:gdLst/>
            <a:ahLst/>
            <a:rect l="0" t="0" r="r" b="b"/>
            <a:pathLst>
              <a:path w="2236" h="1360">
                <a:moveTo>
                  <a:pt x="320" y="569"/>
                </a:moveTo>
                <a:lnTo>
                  <a:pt x="345" y="497"/>
                </a:lnTo>
                <a:lnTo>
                  <a:pt x="379" y="427"/>
                </a:lnTo>
                <a:lnTo>
                  <a:pt x="421" y="360"/>
                </a:lnTo>
                <a:lnTo>
                  <a:pt x="471" y="297"/>
                </a:lnTo>
                <a:lnTo>
                  <a:pt x="530" y="238"/>
                </a:lnTo>
                <a:lnTo>
                  <a:pt x="596" y="184"/>
                </a:lnTo>
                <a:lnTo>
                  <a:pt x="669" y="135"/>
                </a:lnTo>
                <a:lnTo>
                  <a:pt x="749" y="93"/>
                </a:lnTo>
                <a:lnTo>
                  <a:pt x="835" y="58"/>
                </a:lnTo>
                <a:lnTo>
                  <a:pt x="926" y="30"/>
                </a:lnTo>
                <a:lnTo>
                  <a:pt x="1023" y="11"/>
                </a:lnTo>
                <a:lnTo>
                  <a:pt x="1124" y="1"/>
                </a:lnTo>
                <a:lnTo>
                  <a:pt x="1229" y="0"/>
                </a:lnTo>
                <a:lnTo>
                  <a:pt x="1306" y="20"/>
                </a:lnTo>
                <a:lnTo>
                  <a:pt x="1385" y="48"/>
                </a:lnTo>
                <a:lnTo>
                  <a:pt x="1463" y="80"/>
                </a:lnTo>
                <a:lnTo>
                  <a:pt x="1540" y="118"/>
                </a:lnTo>
                <a:lnTo>
                  <a:pt x="1616" y="162"/>
                </a:lnTo>
                <a:lnTo>
                  <a:pt x="1691" y="212"/>
                </a:lnTo>
                <a:lnTo>
                  <a:pt x="1764" y="267"/>
                </a:lnTo>
                <a:lnTo>
                  <a:pt x="1834" y="328"/>
                </a:lnTo>
                <a:lnTo>
                  <a:pt x="1903" y="395"/>
                </a:lnTo>
                <a:lnTo>
                  <a:pt x="1968" y="468"/>
                </a:lnTo>
                <a:lnTo>
                  <a:pt x="2030" y="546"/>
                </a:lnTo>
                <a:lnTo>
                  <a:pt x="2088" y="629"/>
                </a:lnTo>
                <a:lnTo>
                  <a:pt x="2142" y="718"/>
                </a:lnTo>
                <a:lnTo>
                  <a:pt x="2191" y="811"/>
                </a:lnTo>
                <a:lnTo>
                  <a:pt x="2236" y="909"/>
                </a:lnTo>
                <a:lnTo>
                  <a:pt x="2149" y="989"/>
                </a:lnTo>
                <a:lnTo>
                  <a:pt x="2058" y="1061"/>
                </a:lnTo>
                <a:lnTo>
                  <a:pt x="1966" y="1126"/>
                </a:lnTo>
                <a:lnTo>
                  <a:pt x="1871" y="1182"/>
                </a:lnTo>
                <a:lnTo>
                  <a:pt x="1774" y="1231"/>
                </a:lnTo>
                <a:lnTo>
                  <a:pt x="1676" y="1272"/>
                </a:lnTo>
                <a:lnTo>
                  <a:pt x="1577" y="1305"/>
                </a:lnTo>
                <a:lnTo>
                  <a:pt x="1479" y="1330"/>
                </a:lnTo>
                <a:lnTo>
                  <a:pt x="1380" y="1348"/>
                </a:lnTo>
                <a:lnTo>
                  <a:pt x="1282" y="1357"/>
                </a:lnTo>
                <a:lnTo>
                  <a:pt x="1186" y="1360"/>
                </a:lnTo>
                <a:lnTo>
                  <a:pt x="1091" y="1354"/>
                </a:lnTo>
                <a:lnTo>
                  <a:pt x="999" y="1341"/>
                </a:lnTo>
                <a:lnTo>
                  <a:pt x="910" y="1322"/>
                </a:lnTo>
                <a:lnTo>
                  <a:pt x="823" y="1295"/>
                </a:lnTo>
                <a:lnTo>
                  <a:pt x="741" y="1262"/>
                </a:lnTo>
                <a:lnTo>
                  <a:pt x="662" y="1222"/>
                </a:lnTo>
                <a:lnTo>
                  <a:pt x="588" y="1176"/>
                </a:lnTo>
                <a:lnTo>
                  <a:pt x="499" y="1176"/>
                </a:lnTo>
                <a:lnTo>
                  <a:pt x="476" y="1169"/>
                </a:lnTo>
                <a:lnTo>
                  <a:pt x="512" y="1148"/>
                </a:lnTo>
                <a:lnTo>
                  <a:pt x="556" y="1109"/>
                </a:lnTo>
                <a:lnTo>
                  <a:pt x="592" y="1062"/>
                </a:lnTo>
                <a:lnTo>
                  <a:pt x="618" y="1009"/>
                </a:lnTo>
                <a:lnTo>
                  <a:pt x="634" y="952"/>
                </a:lnTo>
                <a:lnTo>
                  <a:pt x="639" y="892"/>
                </a:lnTo>
                <a:lnTo>
                  <a:pt x="633" y="831"/>
                </a:lnTo>
                <a:lnTo>
                  <a:pt x="615" y="773"/>
                </a:lnTo>
                <a:lnTo>
                  <a:pt x="586" y="718"/>
                </a:lnTo>
                <a:lnTo>
                  <a:pt x="547" y="670"/>
                </a:lnTo>
                <a:lnTo>
                  <a:pt x="499" y="629"/>
                </a:lnTo>
                <a:lnTo>
                  <a:pt x="444" y="598"/>
                </a:lnTo>
                <a:lnTo>
                  <a:pt x="384" y="578"/>
                </a:lnTo>
                <a:lnTo>
                  <a:pt x="320" y="569"/>
                </a:lnTo>
                <a:moveTo>
                  <a:pt x="422" y="1154"/>
                </a:moveTo>
                <a:lnTo>
                  <a:pt x="361" y="1113"/>
                </a:lnTo>
                <a:lnTo>
                  <a:pt x="320" y="1060"/>
                </a:lnTo>
                <a:lnTo>
                  <a:pt x="287" y="1118"/>
                </a:lnTo>
                <a:lnTo>
                  <a:pt x="236" y="1168"/>
                </a:lnTo>
                <a:lnTo>
                  <a:pt x="215" y="1180"/>
                </a:lnTo>
                <a:lnTo>
                  <a:pt x="242" y="1192"/>
                </a:lnTo>
                <a:lnTo>
                  <a:pt x="297" y="1204"/>
                </a:lnTo>
                <a:lnTo>
                  <a:pt x="353" y="1206"/>
                </a:lnTo>
                <a:lnTo>
                  <a:pt x="409" y="1197"/>
                </a:lnTo>
                <a:lnTo>
                  <a:pt x="463" y="1177"/>
                </a:lnTo>
                <a:lnTo>
                  <a:pt x="476" y="1169"/>
                </a:lnTo>
                <a:lnTo>
                  <a:pt x="422" y="1154"/>
                </a:lnTo>
                <a:moveTo>
                  <a:pt x="169" y="1205"/>
                </a:moveTo>
                <a:lnTo>
                  <a:pt x="90" y="1227"/>
                </a:lnTo>
                <a:lnTo>
                  <a:pt x="0" y="1230"/>
                </a:lnTo>
                <a:lnTo>
                  <a:pt x="7" y="1149"/>
                </a:lnTo>
                <a:lnTo>
                  <a:pt x="30" y="1077"/>
                </a:lnTo>
                <a:lnTo>
                  <a:pt x="63" y="1018"/>
                </a:lnTo>
                <a:lnTo>
                  <a:pt x="78" y="1055"/>
                </a:lnTo>
                <a:lnTo>
                  <a:pt x="108" y="1100"/>
                </a:lnTo>
                <a:lnTo>
                  <a:pt x="146" y="1138"/>
                </a:lnTo>
                <a:lnTo>
                  <a:pt x="191" y="1169"/>
                </a:lnTo>
                <a:lnTo>
                  <a:pt x="215" y="1180"/>
                </a:lnTo>
                <a:lnTo>
                  <a:pt x="169" y="1205"/>
                </a:lnTo>
                <a:moveTo>
                  <a:pt x="64" y="1015"/>
                </a:moveTo>
                <a:lnTo>
                  <a:pt x="110" y="966"/>
                </a:lnTo>
                <a:lnTo>
                  <a:pt x="162" y="930"/>
                </a:lnTo>
                <a:lnTo>
                  <a:pt x="220" y="909"/>
                </a:lnTo>
                <a:lnTo>
                  <a:pt x="170" y="869"/>
                </a:lnTo>
                <a:lnTo>
                  <a:pt x="139" y="804"/>
                </a:lnTo>
                <a:lnTo>
                  <a:pt x="133" y="722"/>
                </a:lnTo>
                <a:lnTo>
                  <a:pt x="99" y="759"/>
                </a:lnTo>
                <a:lnTo>
                  <a:pt x="73" y="803"/>
                </a:lnTo>
                <a:lnTo>
                  <a:pt x="54" y="850"/>
                </a:lnTo>
                <a:lnTo>
                  <a:pt x="46" y="902"/>
                </a:lnTo>
                <a:lnTo>
                  <a:pt x="47" y="954"/>
                </a:lnTo>
                <a:lnTo>
                  <a:pt x="58" y="1006"/>
                </a:lnTo>
                <a:lnTo>
                  <a:pt x="63" y="1018"/>
                </a:lnTo>
                <a:lnTo>
                  <a:pt x="64" y="1015"/>
                </a:lnTo>
                <a:close/>
              </a:path>
            </a:pathLst>
          </a:custGeom>
          <a:solidFill>
            <a:srgbClr val="00BFC4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2343240" y="5117400"/>
            <a:ext cx="804960" cy="489600"/>
          </a:xfrm>
          <a:custGeom>
            <a:avLst/>
            <a:gdLst/>
            <a:ahLst/>
            <a:rect l="0" t="0" r="r" b="b"/>
            <a:pathLst>
              <a:path w="2236" h="1360">
                <a:moveTo>
                  <a:pt x="320" y="569"/>
                </a:moveTo>
                <a:lnTo>
                  <a:pt x="345" y="497"/>
                </a:lnTo>
                <a:lnTo>
                  <a:pt x="379" y="427"/>
                </a:lnTo>
                <a:lnTo>
                  <a:pt x="421" y="360"/>
                </a:lnTo>
                <a:lnTo>
                  <a:pt x="471" y="297"/>
                </a:lnTo>
                <a:lnTo>
                  <a:pt x="530" y="238"/>
                </a:lnTo>
                <a:lnTo>
                  <a:pt x="596" y="184"/>
                </a:lnTo>
                <a:lnTo>
                  <a:pt x="669" y="135"/>
                </a:lnTo>
                <a:lnTo>
                  <a:pt x="749" y="93"/>
                </a:lnTo>
                <a:lnTo>
                  <a:pt x="835" y="58"/>
                </a:lnTo>
                <a:lnTo>
                  <a:pt x="926" y="30"/>
                </a:lnTo>
                <a:lnTo>
                  <a:pt x="1023" y="11"/>
                </a:lnTo>
                <a:lnTo>
                  <a:pt x="1124" y="1"/>
                </a:lnTo>
                <a:lnTo>
                  <a:pt x="1229" y="0"/>
                </a:lnTo>
                <a:lnTo>
                  <a:pt x="1306" y="20"/>
                </a:lnTo>
                <a:lnTo>
                  <a:pt x="1385" y="48"/>
                </a:lnTo>
                <a:lnTo>
                  <a:pt x="1463" y="80"/>
                </a:lnTo>
                <a:lnTo>
                  <a:pt x="1540" y="118"/>
                </a:lnTo>
                <a:lnTo>
                  <a:pt x="1616" y="162"/>
                </a:lnTo>
                <a:lnTo>
                  <a:pt x="1691" y="212"/>
                </a:lnTo>
                <a:lnTo>
                  <a:pt x="1764" y="267"/>
                </a:lnTo>
                <a:lnTo>
                  <a:pt x="1834" y="328"/>
                </a:lnTo>
                <a:lnTo>
                  <a:pt x="1903" y="395"/>
                </a:lnTo>
                <a:lnTo>
                  <a:pt x="1968" y="468"/>
                </a:lnTo>
                <a:lnTo>
                  <a:pt x="2030" y="546"/>
                </a:lnTo>
                <a:lnTo>
                  <a:pt x="2088" y="629"/>
                </a:lnTo>
                <a:lnTo>
                  <a:pt x="2142" y="718"/>
                </a:lnTo>
                <a:lnTo>
                  <a:pt x="2191" y="811"/>
                </a:lnTo>
                <a:lnTo>
                  <a:pt x="2236" y="909"/>
                </a:lnTo>
                <a:lnTo>
                  <a:pt x="2149" y="989"/>
                </a:lnTo>
                <a:lnTo>
                  <a:pt x="2058" y="1061"/>
                </a:lnTo>
                <a:lnTo>
                  <a:pt x="1966" y="1126"/>
                </a:lnTo>
                <a:lnTo>
                  <a:pt x="1871" y="1182"/>
                </a:lnTo>
                <a:lnTo>
                  <a:pt x="1774" y="1231"/>
                </a:lnTo>
                <a:lnTo>
                  <a:pt x="1676" y="1272"/>
                </a:lnTo>
                <a:lnTo>
                  <a:pt x="1577" y="1305"/>
                </a:lnTo>
                <a:lnTo>
                  <a:pt x="1479" y="1330"/>
                </a:lnTo>
                <a:lnTo>
                  <a:pt x="1380" y="1348"/>
                </a:lnTo>
                <a:lnTo>
                  <a:pt x="1282" y="1357"/>
                </a:lnTo>
                <a:lnTo>
                  <a:pt x="1186" y="1360"/>
                </a:lnTo>
                <a:lnTo>
                  <a:pt x="1091" y="1354"/>
                </a:lnTo>
                <a:lnTo>
                  <a:pt x="999" y="1341"/>
                </a:lnTo>
                <a:lnTo>
                  <a:pt x="910" y="1322"/>
                </a:lnTo>
                <a:lnTo>
                  <a:pt x="823" y="1295"/>
                </a:lnTo>
                <a:lnTo>
                  <a:pt x="741" y="1262"/>
                </a:lnTo>
                <a:lnTo>
                  <a:pt x="662" y="1222"/>
                </a:lnTo>
                <a:lnTo>
                  <a:pt x="588" y="1176"/>
                </a:lnTo>
                <a:lnTo>
                  <a:pt x="499" y="1176"/>
                </a:lnTo>
                <a:lnTo>
                  <a:pt x="422" y="1154"/>
                </a:lnTo>
                <a:lnTo>
                  <a:pt x="361" y="1113"/>
                </a:lnTo>
                <a:lnTo>
                  <a:pt x="320" y="1060"/>
                </a:lnTo>
                <a:lnTo>
                  <a:pt x="287" y="1118"/>
                </a:lnTo>
                <a:lnTo>
                  <a:pt x="236" y="1168"/>
                </a:lnTo>
                <a:lnTo>
                  <a:pt x="169" y="1205"/>
                </a:lnTo>
                <a:lnTo>
                  <a:pt x="90" y="1227"/>
                </a:lnTo>
                <a:lnTo>
                  <a:pt x="0" y="1230"/>
                </a:lnTo>
                <a:lnTo>
                  <a:pt x="7" y="1149"/>
                </a:lnTo>
                <a:lnTo>
                  <a:pt x="30" y="1077"/>
                </a:lnTo>
                <a:lnTo>
                  <a:pt x="64" y="1015"/>
                </a:lnTo>
                <a:lnTo>
                  <a:pt x="110" y="966"/>
                </a:lnTo>
                <a:lnTo>
                  <a:pt x="162" y="930"/>
                </a:lnTo>
                <a:lnTo>
                  <a:pt x="220" y="909"/>
                </a:lnTo>
                <a:lnTo>
                  <a:pt x="170" y="869"/>
                </a:lnTo>
                <a:lnTo>
                  <a:pt x="139" y="804"/>
                </a:lnTo>
                <a:lnTo>
                  <a:pt x="133" y="722"/>
                </a:lnTo>
                <a:lnTo>
                  <a:pt x="99" y="759"/>
                </a:lnTo>
                <a:lnTo>
                  <a:pt x="73" y="803"/>
                </a:lnTo>
                <a:lnTo>
                  <a:pt x="54" y="850"/>
                </a:lnTo>
                <a:lnTo>
                  <a:pt x="46" y="902"/>
                </a:lnTo>
                <a:lnTo>
                  <a:pt x="47" y="954"/>
                </a:lnTo>
                <a:lnTo>
                  <a:pt x="58" y="1006"/>
                </a:lnTo>
                <a:lnTo>
                  <a:pt x="78" y="1055"/>
                </a:lnTo>
                <a:lnTo>
                  <a:pt x="108" y="1100"/>
                </a:lnTo>
                <a:lnTo>
                  <a:pt x="146" y="1138"/>
                </a:lnTo>
                <a:lnTo>
                  <a:pt x="191" y="1169"/>
                </a:lnTo>
                <a:lnTo>
                  <a:pt x="242" y="1192"/>
                </a:lnTo>
                <a:lnTo>
                  <a:pt x="297" y="1204"/>
                </a:lnTo>
                <a:lnTo>
                  <a:pt x="353" y="1206"/>
                </a:lnTo>
                <a:lnTo>
                  <a:pt x="409" y="1197"/>
                </a:lnTo>
                <a:lnTo>
                  <a:pt x="463" y="1177"/>
                </a:lnTo>
                <a:lnTo>
                  <a:pt x="512" y="1148"/>
                </a:lnTo>
                <a:lnTo>
                  <a:pt x="556" y="1109"/>
                </a:lnTo>
                <a:lnTo>
                  <a:pt x="592" y="1062"/>
                </a:lnTo>
                <a:lnTo>
                  <a:pt x="618" y="1009"/>
                </a:lnTo>
                <a:lnTo>
                  <a:pt x="634" y="952"/>
                </a:lnTo>
                <a:lnTo>
                  <a:pt x="639" y="892"/>
                </a:lnTo>
                <a:lnTo>
                  <a:pt x="633" y="831"/>
                </a:lnTo>
                <a:lnTo>
                  <a:pt x="615" y="773"/>
                </a:lnTo>
                <a:lnTo>
                  <a:pt x="586" y="718"/>
                </a:lnTo>
                <a:lnTo>
                  <a:pt x="547" y="670"/>
                </a:lnTo>
                <a:lnTo>
                  <a:pt x="499" y="629"/>
                </a:lnTo>
                <a:lnTo>
                  <a:pt x="444" y="598"/>
                </a:lnTo>
                <a:lnTo>
                  <a:pt x="384" y="578"/>
                </a:lnTo>
                <a:lnTo>
                  <a:pt x="320" y="569"/>
                </a:lnTo>
                <a:close/>
              </a:path>
            </a:pathLst>
          </a:custGeom>
          <a:noFill/>
          <a:ln w="24120">
            <a:solidFill>
              <a:srgbClr val="00BFC4"/>
            </a:solidFill>
            <a:round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2367360" y="5033520"/>
            <a:ext cx="667440" cy="560520"/>
          </a:xfrm>
          <a:custGeom>
            <a:avLst/>
            <a:gdLst/>
            <a:ahLst/>
            <a:rect l="0" t="0" r="r" b="b"/>
            <a:pathLst>
              <a:path w="1854" h="1557">
                <a:moveTo>
                  <a:pt x="253" y="519"/>
                </a:moveTo>
                <a:lnTo>
                  <a:pt x="292" y="450"/>
                </a:lnTo>
                <a:lnTo>
                  <a:pt x="339" y="384"/>
                </a:lnTo>
                <a:lnTo>
                  <a:pt x="393" y="321"/>
                </a:lnTo>
                <a:lnTo>
                  <a:pt x="454" y="262"/>
                </a:lnTo>
                <a:lnTo>
                  <a:pt x="522" y="208"/>
                </a:lnTo>
                <a:lnTo>
                  <a:pt x="597" y="159"/>
                </a:lnTo>
                <a:lnTo>
                  <a:pt x="678" y="115"/>
                </a:lnTo>
                <a:lnTo>
                  <a:pt x="766" y="77"/>
                </a:lnTo>
                <a:lnTo>
                  <a:pt x="858" y="47"/>
                </a:lnTo>
                <a:lnTo>
                  <a:pt x="956" y="23"/>
                </a:lnTo>
                <a:lnTo>
                  <a:pt x="1058" y="7"/>
                </a:lnTo>
                <a:lnTo>
                  <a:pt x="1164" y="0"/>
                </a:lnTo>
                <a:lnTo>
                  <a:pt x="1273" y="1"/>
                </a:lnTo>
                <a:lnTo>
                  <a:pt x="1384" y="10"/>
                </a:lnTo>
                <a:lnTo>
                  <a:pt x="1446" y="75"/>
                </a:lnTo>
                <a:lnTo>
                  <a:pt x="1504" y="144"/>
                </a:lnTo>
                <a:lnTo>
                  <a:pt x="1558" y="216"/>
                </a:lnTo>
                <a:lnTo>
                  <a:pt x="1608" y="290"/>
                </a:lnTo>
                <a:lnTo>
                  <a:pt x="1653" y="367"/>
                </a:lnTo>
                <a:lnTo>
                  <a:pt x="1694" y="447"/>
                </a:lnTo>
                <a:lnTo>
                  <a:pt x="1731" y="529"/>
                </a:lnTo>
                <a:lnTo>
                  <a:pt x="1764" y="613"/>
                </a:lnTo>
                <a:lnTo>
                  <a:pt x="1791" y="698"/>
                </a:lnTo>
                <a:lnTo>
                  <a:pt x="1814" y="785"/>
                </a:lnTo>
                <a:lnTo>
                  <a:pt x="1831" y="874"/>
                </a:lnTo>
                <a:lnTo>
                  <a:pt x="1844" y="963"/>
                </a:lnTo>
                <a:lnTo>
                  <a:pt x="1851" y="1052"/>
                </a:lnTo>
                <a:lnTo>
                  <a:pt x="1854" y="1142"/>
                </a:lnTo>
                <a:lnTo>
                  <a:pt x="1775" y="1222"/>
                </a:lnTo>
                <a:lnTo>
                  <a:pt x="1691" y="1293"/>
                </a:lnTo>
                <a:lnTo>
                  <a:pt x="1605" y="1356"/>
                </a:lnTo>
                <a:lnTo>
                  <a:pt x="1517" y="1411"/>
                </a:lnTo>
                <a:lnTo>
                  <a:pt x="1426" y="1456"/>
                </a:lnTo>
                <a:lnTo>
                  <a:pt x="1335" y="1494"/>
                </a:lnTo>
                <a:lnTo>
                  <a:pt x="1243" y="1522"/>
                </a:lnTo>
                <a:lnTo>
                  <a:pt x="1152" y="1542"/>
                </a:lnTo>
                <a:lnTo>
                  <a:pt x="1061" y="1554"/>
                </a:lnTo>
                <a:lnTo>
                  <a:pt x="972" y="1557"/>
                </a:lnTo>
                <a:lnTo>
                  <a:pt x="884" y="1552"/>
                </a:lnTo>
                <a:lnTo>
                  <a:pt x="800" y="1539"/>
                </a:lnTo>
                <a:lnTo>
                  <a:pt x="718" y="1519"/>
                </a:lnTo>
                <a:lnTo>
                  <a:pt x="641" y="1491"/>
                </a:lnTo>
                <a:lnTo>
                  <a:pt x="568" y="1456"/>
                </a:lnTo>
                <a:lnTo>
                  <a:pt x="550" y="1452"/>
                </a:lnTo>
                <a:lnTo>
                  <a:pt x="559" y="1447"/>
                </a:lnTo>
                <a:lnTo>
                  <a:pt x="613" y="1403"/>
                </a:lnTo>
                <a:lnTo>
                  <a:pt x="661" y="1350"/>
                </a:lnTo>
                <a:lnTo>
                  <a:pt x="700" y="1287"/>
                </a:lnTo>
                <a:lnTo>
                  <a:pt x="730" y="1218"/>
                </a:lnTo>
                <a:lnTo>
                  <a:pt x="748" y="1142"/>
                </a:lnTo>
                <a:lnTo>
                  <a:pt x="755" y="1063"/>
                </a:lnTo>
                <a:lnTo>
                  <a:pt x="748" y="981"/>
                </a:lnTo>
                <a:lnTo>
                  <a:pt x="728" y="900"/>
                </a:lnTo>
                <a:lnTo>
                  <a:pt x="695" y="821"/>
                </a:lnTo>
                <a:lnTo>
                  <a:pt x="648" y="746"/>
                </a:lnTo>
                <a:lnTo>
                  <a:pt x="589" y="679"/>
                </a:lnTo>
                <a:lnTo>
                  <a:pt x="518" y="621"/>
                </a:lnTo>
                <a:lnTo>
                  <a:pt x="438" y="574"/>
                </a:lnTo>
                <a:lnTo>
                  <a:pt x="349" y="539"/>
                </a:lnTo>
                <a:lnTo>
                  <a:pt x="253" y="519"/>
                </a:lnTo>
                <a:moveTo>
                  <a:pt x="491" y="1440"/>
                </a:moveTo>
                <a:lnTo>
                  <a:pt x="422" y="1411"/>
                </a:lnTo>
                <a:lnTo>
                  <a:pt x="364" y="1371"/>
                </a:lnTo>
                <a:lnTo>
                  <a:pt x="316" y="1322"/>
                </a:lnTo>
                <a:lnTo>
                  <a:pt x="282" y="1266"/>
                </a:lnTo>
                <a:lnTo>
                  <a:pt x="261" y="1205"/>
                </a:lnTo>
                <a:lnTo>
                  <a:pt x="253" y="1142"/>
                </a:lnTo>
                <a:lnTo>
                  <a:pt x="245" y="1195"/>
                </a:lnTo>
                <a:lnTo>
                  <a:pt x="221" y="1243"/>
                </a:lnTo>
                <a:lnTo>
                  <a:pt x="181" y="1285"/>
                </a:lnTo>
                <a:lnTo>
                  <a:pt x="128" y="1315"/>
                </a:lnTo>
                <a:lnTo>
                  <a:pt x="65" y="1331"/>
                </a:lnTo>
                <a:lnTo>
                  <a:pt x="48" y="1261"/>
                </a:lnTo>
                <a:lnTo>
                  <a:pt x="53" y="1196"/>
                </a:lnTo>
                <a:lnTo>
                  <a:pt x="76" y="1142"/>
                </a:lnTo>
                <a:lnTo>
                  <a:pt x="89" y="1074"/>
                </a:lnTo>
                <a:lnTo>
                  <a:pt x="128" y="1016"/>
                </a:lnTo>
                <a:lnTo>
                  <a:pt x="99" y="1030"/>
                </a:lnTo>
                <a:lnTo>
                  <a:pt x="73" y="1050"/>
                </a:lnTo>
                <a:lnTo>
                  <a:pt x="48" y="1075"/>
                </a:lnTo>
                <a:lnTo>
                  <a:pt x="28" y="1106"/>
                </a:lnTo>
                <a:lnTo>
                  <a:pt x="12" y="1142"/>
                </a:lnTo>
                <a:lnTo>
                  <a:pt x="3" y="1182"/>
                </a:lnTo>
                <a:lnTo>
                  <a:pt x="0" y="1224"/>
                </a:lnTo>
                <a:lnTo>
                  <a:pt x="5" y="1269"/>
                </a:lnTo>
                <a:lnTo>
                  <a:pt x="17" y="1314"/>
                </a:lnTo>
                <a:lnTo>
                  <a:pt x="38" y="1357"/>
                </a:lnTo>
                <a:lnTo>
                  <a:pt x="67" y="1399"/>
                </a:lnTo>
                <a:lnTo>
                  <a:pt x="104" y="1436"/>
                </a:lnTo>
                <a:lnTo>
                  <a:pt x="148" y="1468"/>
                </a:lnTo>
                <a:lnTo>
                  <a:pt x="198" y="1493"/>
                </a:lnTo>
                <a:lnTo>
                  <a:pt x="253" y="1510"/>
                </a:lnTo>
                <a:lnTo>
                  <a:pt x="313" y="1518"/>
                </a:lnTo>
                <a:lnTo>
                  <a:pt x="375" y="1516"/>
                </a:lnTo>
                <a:lnTo>
                  <a:pt x="438" y="1504"/>
                </a:lnTo>
                <a:lnTo>
                  <a:pt x="500" y="1481"/>
                </a:lnTo>
                <a:lnTo>
                  <a:pt x="550" y="1452"/>
                </a:lnTo>
                <a:lnTo>
                  <a:pt x="491" y="1440"/>
                </a:lnTo>
                <a:close/>
              </a:path>
            </a:pathLst>
          </a:custGeom>
          <a:solidFill>
            <a:srgbClr val="BE84DB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2367360" y="5033520"/>
            <a:ext cx="667440" cy="560520"/>
          </a:xfrm>
          <a:custGeom>
            <a:avLst/>
            <a:gdLst/>
            <a:ahLst/>
            <a:rect l="0" t="0" r="r" b="b"/>
            <a:pathLst>
              <a:path w="1854" h="1557">
                <a:moveTo>
                  <a:pt x="253" y="519"/>
                </a:moveTo>
                <a:lnTo>
                  <a:pt x="292" y="450"/>
                </a:lnTo>
                <a:lnTo>
                  <a:pt x="339" y="384"/>
                </a:lnTo>
                <a:lnTo>
                  <a:pt x="393" y="321"/>
                </a:lnTo>
                <a:lnTo>
                  <a:pt x="454" y="262"/>
                </a:lnTo>
                <a:lnTo>
                  <a:pt x="522" y="208"/>
                </a:lnTo>
                <a:lnTo>
                  <a:pt x="597" y="159"/>
                </a:lnTo>
                <a:lnTo>
                  <a:pt x="678" y="115"/>
                </a:lnTo>
                <a:lnTo>
                  <a:pt x="766" y="77"/>
                </a:lnTo>
                <a:lnTo>
                  <a:pt x="858" y="47"/>
                </a:lnTo>
                <a:lnTo>
                  <a:pt x="956" y="23"/>
                </a:lnTo>
                <a:lnTo>
                  <a:pt x="1058" y="7"/>
                </a:lnTo>
                <a:lnTo>
                  <a:pt x="1164" y="0"/>
                </a:lnTo>
                <a:lnTo>
                  <a:pt x="1273" y="1"/>
                </a:lnTo>
                <a:lnTo>
                  <a:pt x="1384" y="10"/>
                </a:lnTo>
                <a:lnTo>
                  <a:pt x="1446" y="75"/>
                </a:lnTo>
                <a:lnTo>
                  <a:pt x="1504" y="144"/>
                </a:lnTo>
                <a:lnTo>
                  <a:pt x="1558" y="216"/>
                </a:lnTo>
                <a:lnTo>
                  <a:pt x="1608" y="290"/>
                </a:lnTo>
                <a:lnTo>
                  <a:pt x="1653" y="367"/>
                </a:lnTo>
                <a:lnTo>
                  <a:pt x="1694" y="447"/>
                </a:lnTo>
                <a:lnTo>
                  <a:pt x="1731" y="529"/>
                </a:lnTo>
                <a:lnTo>
                  <a:pt x="1764" y="613"/>
                </a:lnTo>
                <a:lnTo>
                  <a:pt x="1791" y="698"/>
                </a:lnTo>
                <a:lnTo>
                  <a:pt x="1814" y="785"/>
                </a:lnTo>
                <a:lnTo>
                  <a:pt x="1831" y="874"/>
                </a:lnTo>
                <a:lnTo>
                  <a:pt x="1844" y="963"/>
                </a:lnTo>
                <a:lnTo>
                  <a:pt x="1851" y="1052"/>
                </a:lnTo>
                <a:lnTo>
                  <a:pt x="1854" y="1142"/>
                </a:lnTo>
                <a:lnTo>
                  <a:pt x="1775" y="1222"/>
                </a:lnTo>
                <a:lnTo>
                  <a:pt x="1691" y="1293"/>
                </a:lnTo>
                <a:lnTo>
                  <a:pt x="1605" y="1356"/>
                </a:lnTo>
                <a:lnTo>
                  <a:pt x="1517" y="1411"/>
                </a:lnTo>
                <a:lnTo>
                  <a:pt x="1426" y="1456"/>
                </a:lnTo>
                <a:lnTo>
                  <a:pt x="1335" y="1494"/>
                </a:lnTo>
                <a:lnTo>
                  <a:pt x="1243" y="1522"/>
                </a:lnTo>
                <a:lnTo>
                  <a:pt x="1152" y="1542"/>
                </a:lnTo>
                <a:lnTo>
                  <a:pt x="1061" y="1554"/>
                </a:lnTo>
                <a:lnTo>
                  <a:pt x="972" y="1557"/>
                </a:lnTo>
                <a:lnTo>
                  <a:pt x="884" y="1552"/>
                </a:lnTo>
                <a:lnTo>
                  <a:pt x="800" y="1539"/>
                </a:lnTo>
                <a:lnTo>
                  <a:pt x="718" y="1519"/>
                </a:lnTo>
                <a:lnTo>
                  <a:pt x="641" y="1491"/>
                </a:lnTo>
                <a:lnTo>
                  <a:pt x="568" y="1456"/>
                </a:lnTo>
                <a:lnTo>
                  <a:pt x="491" y="1440"/>
                </a:lnTo>
                <a:lnTo>
                  <a:pt x="422" y="1411"/>
                </a:lnTo>
                <a:lnTo>
                  <a:pt x="364" y="1371"/>
                </a:lnTo>
                <a:lnTo>
                  <a:pt x="316" y="1322"/>
                </a:lnTo>
                <a:lnTo>
                  <a:pt x="282" y="1266"/>
                </a:lnTo>
                <a:lnTo>
                  <a:pt x="261" y="1205"/>
                </a:lnTo>
                <a:lnTo>
                  <a:pt x="253" y="1142"/>
                </a:lnTo>
                <a:lnTo>
                  <a:pt x="245" y="1195"/>
                </a:lnTo>
                <a:lnTo>
                  <a:pt x="221" y="1243"/>
                </a:lnTo>
                <a:lnTo>
                  <a:pt x="181" y="1285"/>
                </a:lnTo>
                <a:lnTo>
                  <a:pt x="128" y="1315"/>
                </a:lnTo>
                <a:lnTo>
                  <a:pt x="65" y="1331"/>
                </a:lnTo>
                <a:lnTo>
                  <a:pt x="48" y="1261"/>
                </a:lnTo>
                <a:lnTo>
                  <a:pt x="53" y="1196"/>
                </a:lnTo>
                <a:lnTo>
                  <a:pt x="76" y="1142"/>
                </a:lnTo>
                <a:lnTo>
                  <a:pt x="89" y="1074"/>
                </a:lnTo>
                <a:lnTo>
                  <a:pt x="128" y="1016"/>
                </a:lnTo>
                <a:lnTo>
                  <a:pt x="99" y="1030"/>
                </a:lnTo>
                <a:lnTo>
                  <a:pt x="73" y="1050"/>
                </a:lnTo>
                <a:lnTo>
                  <a:pt x="48" y="1075"/>
                </a:lnTo>
                <a:lnTo>
                  <a:pt x="28" y="1106"/>
                </a:lnTo>
                <a:lnTo>
                  <a:pt x="12" y="1142"/>
                </a:lnTo>
                <a:lnTo>
                  <a:pt x="3" y="1182"/>
                </a:lnTo>
                <a:lnTo>
                  <a:pt x="0" y="1224"/>
                </a:lnTo>
                <a:lnTo>
                  <a:pt x="5" y="1269"/>
                </a:lnTo>
                <a:lnTo>
                  <a:pt x="17" y="1314"/>
                </a:lnTo>
                <a:lnTo>
                  <a:pt x="38" y="1357"/>
                </a:lnTo>
                <a:lnTo>
                  <a:pt x="67" y="1399"/>
                </a:lnTo>
                <a:lnTo>
                  <a:pt x="104" y="1436"/>
                </a:lnTo>
                <a:lnTo>
                  <a:pt x="148" y="1468"/>
                </a:lnTo>
                <a:lnTo>
                  <a:pt x="198" y="1493"/>
                </a:lnTo>
                <a:lnTo>
                  <a:pt x="253" y="1510"/>
                </a:lnTo>
                <a:lnTo>
                  <a:pt x="313" y="1518"/>
                </a:lnTo>
                <a:lnTo>
                  <a:pt x="375" y="1516"/>
                </a:lnTo>
                <a:lnTo>
                  <a:pt x="438" y="1504"/>
                </a:lnTo>
                <a:lnTo>
                  <a:pt x="500" y="1481"/>
                </a:lnTo>
                <a:lnTo>
                  <a:pt x="559" y="1447"/>
                </a:lnTo>
                <a:lnTo>
                  <a:pt x="613" y="1403"/>
                </a:lnTo>
                <a:lnTo>
                  <a:pt x="661" y="1350"/>
                </a:lnTo>
                <a:lnTo>
                  <a:pt x="700" y="1287"/>
                </a:lnTo>
                <a:lnTo>
                  <a:pt x="730" y="1218"/>
                </a:lnTo>
                <a:lnTo>
                  <a:pt x="748" y="1142"/>
                </a:lnTo>
                <a:lnTo>
                  <a:pt x="755" y="1063"/>
                </a:lnTo>
                <a:lnTo>
                  <a:pt x="748" y="981"/>
                </a:lnTo>
                <a:lnTo>
                  <a:pt x="728" y="900"/>
                </a:lnTo>
                <a:lnTo>
                  <a:pt x="695" y="821"/>
                </a:lnTo>
                <a:lnTo>
                  <a:pt x="648" y="746"/>
                </a:lnTo>
                <a:lnTo>
                  <a:pt x="589" y="679"/>
                </a:lnTo>
                <a:lnTo>
                  <a:pt x="518" y="621"/>
                </a:lnTo>
                <a:lnTo>
                  <a:pt x="438" y="574"/>
                </a:lnTo>
                <a:lnTo>
                  <a:pt x="349" y="539"/>
                </a:lnTo>
                <a:lnTo>
                  <a:pt x="253" y="519"/>
                </a:lnTo>
                <a:close/>
              </a:path>
            </a:pathLst>
          </a:custGeom>
          <a:noFill/>
          <a:ln w="24120">
            <a:solidFill>
              <a:srgbClr val="BE84DB"/>
            </a:solidFill>
            <a:round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2307960" y="5252040"/>
            <a:ext cx="1105920" cy="471600"/>
          </a:xfrm>
          <a:custGeom>
            <a:avLst/>
            <a:gdLst/>
            <a:ahLst/>
            <a:rect l="0" t="0" r="r" b="b"/>
            <a:pathLst>
              <a:path w="3072" h="1310">
                <a:moveTo>
                  <a:pt x="418" y="535"/>
                </a:moveTo>
                <a:lnTo>
                  <a:pt x="430" y="490"/>
                </a:lnTo>
                <a:lnTo>
                  <a:pt x="465" y="453"/>
                </a:lnTo>
                <a:lnTo>
                  <a:pt x="517" y="435"/>
                </a:lnTo>
                <a:lnTo>
                  <a:pt x="588" y="374"/>
                </a:lnTo>
                <a:lnTo>
                  <a:pt x="662" y="318"/>
                </a:lnTo>
                <a:lnTo>
                  <a:pt x="739" y="265"/>
                </a:lnTo>
                <a:lnTo>
                  <a:pt x="820" y="217"/>
                </a:lnTo>
                <a:lnTo>
                  <a:pt x="904" y="173"/>
                </a:lnTo>
                <a:lnTo>
                  <a:pt x="990" y="134"/>
                </a:lnTo>
                <a:lnTo>
                  <a:pt x="1080" y="99"/>
                </a:lnTo>
                <a:lnTo>
                  <a:pt x="1171" y="70"/>
                </a:lnTo>
                <a:lnTo>
                  <a:pt x="1265" y="45"/>
                </a:lnTo>
                <a:lnTo>
                  <a:pt x="1362" y="26"/>
                </a:lnTo>
                <a:lnTo>
                  <a:pt x="1459" y="12"/>
                </a:lnTo>
                <a:lnTo>
                  <a:pt x="1558" y="3"/>
                </a:lnTo>
                <a:lnTo>
                  <a:pt x="1659" y="0"/>
                </a:lnTo>
                <a:lnTo>
                  <a:pt x="1760" y="1"/>
                </a:lnTo>
                <a:lnTo>
                  <a:pt x="1863" y="9"/>
                </a:lnTo>
                <a:lnTo>
                  <a:pt x="1966" y="22"/>
                </a:lnTo>
                <a:lnTo>
                  <a:pt x="2069" y="40"/>
                </a:lnTo>
                <a:lnTo>
                  <a:pt x="2173" y="64"/>
                </a:lnTo>
                <a:lnTo>
                  <a:pt x="2276" y="94"/>
                </a:lnTo>
                <a:lnTo>
                  <a:pt x="2379" y="129"/>
                </a:lnTo>
                <a:lnTo>
                  <a:pt x="2482" y="170"/>
                </a:lnTo>
                <a:lnTo>
                  <a:pt x="2584" y="217"/>
                </a:lnTo>
                <a:lnTo>
                  <a:pt x="2685" y="269"/>
                </a:lnTo>
                <a:lnTo>
                  <a:pt x="2784" y="327"/>
                </a:lnTo>
                <a:lnTo>
                  <a:pt x="2882" y="391"/>
                </a:lnTo>
                <a:lnTo>
                  <a:pt x="2978" y="460"/>
                </a:lnTo>
                <a:lnTo>
                  <a:pt x="3072" y="535"/>
                </a:lnTo>
                <a:lnTo>
                  <a:pt x="2991" y="631"/>
                </a:lnTo>
                <a:lnTo>
                  <a:pt x="2906" y="721"/>
                </a:lnTo>
                <a:lnTo>
                  <a:pt x="2818" y="805"/>
                </a:lnTo>
                <a:lnTo>
                  <a:pt x="2727" y="883"/>
                </a:lnTo>
                <a:lnTo>
                  <a:pt x="2634" y="954"/>
                </a:lnTo>
                <a:lnTo>
                  <a:pt x="2539" y="1019"/>
                </a:lnTo>
                <a:lnTo>
                  <a:pt x="2442" y="1077"/>
                </a:lnTo>
                <a:lnTo>
                  <a:pt x="2345" y="1129"/>
                </a:lnTo>
                <a:lnTo>
                  <a:pt x="2246" y="1174"/>
                </a:lnTo>
                <a:lnTo>
                  <a:pt x="2146" y="1213"/>
                </a:lnTo>
                <a:lnTo>
                  <a:pt x="2047" y="1245"/>
                </a:lnTo>
                <a:lnTo>
                  <a:pt x="1947" y="1271"/>
                </a:lnTo>
                <a:lnTo>
                  <a:pt x="1848" y="1290"/>
                </a:lnTo>
                <a:lnTo>
                  <a:pt x="1750" y="1303"/>
                </a:lnTo>
                <a:lnTo>
                  <a:pt x="1652" y="1310"/>
                </a:lnTo>
                <a:lnTo>
                  <a:pt x="1557" y="1310"/>
                </a:lnTo>
                <a:lnTo>
                  <a:pt x="1463" y="1305"/>
                </a:lnTo>
                <a:lnTo>
                  <a:pt x="1371" y="1294"/>
                </a:lnTo>
                <a:lnTo>
                  <a:pt x="1281" y="1277"/>
                </a:lnTo>
                <a:lnTo>
                  <a:pt x="1193" y="1254"/>
                </a:lnTo>
                <a:lnTo>
                  <a:pt x="1110" y="1226"/>
                </a:lnTo>
                <a:lnTo>
                  <a:pt x="1008" y="1225"/>
                </a:lnTo>
                <a:lnTo>
                  <a:pt x="911" y="1213"/>
                </a:lnTo>
                <a:lnTo>
                  <a:pt x="820" y="1190"/>
                </a:lnTo>
                <a:lnTo>
                  <a:pt x="735" y="1157"/>
                </a:lnTo>
                <a:lnTo>
                  <a:pt x="659" y="1116"/>
                </a:lnTo>
                <a:lnTo>
                  <a:pt x="591" y="1066"/>
                </a:lnTo>
                <a:lnTo>
                  <a:pt x="533" y="1010"/>
                </a:lnTo>
                <a:lnTo>
                  <a:pt x="484" y="949"/>
                </a:lnTo>
                <a:lnTo>
                  <a:pt x="446" y="883"/>
                </a:lnTo>
                <a:lnTo>
                  <a:pt x="418" y="814"/>
                </a:lnTo>
                <a:lnTo>
                  <a:pt x="370" y="839"/>
                </a:lnTo>
                <a:lnTo>
                  <a:pt x="315" y="854"/>
                </a:lnTo>
                <a:lnTo>
                  <a:pt x="254" y="859"/>
                </a:lnTo>
                <a:lnTo>
                  <a:pt x="189" y="851"/>
                </a:lnTo>
                <a:lnTo>
                  <a:pt x="122" y="831"/>
                </a:lnTo>
                <a:lnTo>
                  <a:pt x="80" y="781"/>
                </a:lnTo>
                <a:lnTo>
                  <a:pt x="45" y="725"/>
                </a:lnTo>
                <a:lnTo>
                  <a:pt x="20" y="665"/>
                </a:lnTo>
                <a:lnTo>
                  <a:pt x="5" y="601"/>
                </a:lnTo>
                <a:lnTo>
                  <a:pt x="0" y="535"/>
                </a:lnTo>
                <a:lnTo>
                  <a:pt x="62" y="495"/>
                </a:lnTo>
                <a:lnTo>
                  <a:pt x="127" y="468"/>
                </a:lnTo>
                <a:lnTo>
                  <a:pt x="192" y="455"/>
                </a:lnTo>
                <a:lnTo>
                  <a:pt x="257" y="456"/>
                </a:lnTo>
                <a:lnTo>
                  <a:pt x="317" y="471"/>
                </a:lnTo>
                <a:lnTo>
                  <a:pt x="372" y="498"/>
                </a:lnTo>
                <a:lnTo>
                  <a:pt x="418" y="535"/>
                </a:lnTo>
                <a:close/>
              </a:path>
            </a:pathLst>
          </a:custGeom>
          <a:solidFill>
            <a:srgbClr val="F8766D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2307960" y="5252040"/>
            <a:ext cx="1105920" cy="471600"/>
          </a:xfrm>
          <a:custGeom>
            <a:avLst/>
            <a:gdLst/>
            <a:ahLst/>
            <a:rect l="0" t="0" r="r" b="b"/>
            <a:pathLst>
              <a:path w="3072" h="1310">
                <a:moveTo>
                  <a:pt x="418" y="535"/>
                </a:moveTo>
                <a:lnTo>
                  <a:pt x="430" y="490"/>
                </a:lnTo>
                <a:lnTo>
                  <a:pt x="465" y="453"/>
                </a:lnTo>
                <a:lnTo>
                  <a:pt x="517" y="435"/>
                </a:lnTo>
                <a:lnTo>
                  <a:pt x="588" y="374"/>
                </a:lnTo>
                <a:lnTo>
                  <a:pt x="662" y="318"/>
                </a:lnTo>
                <a:lnTo>
                  <a:pt x="739" y="265"/>
                </a:lnTo>
                <a:lnTo>
                  <a:pt x="820" y="217"/>
                </a:lnTo>
                <a:lnTo>
                  <a:pt x="904" y="173"/>
                </a:lnTo>
                <a:lnTo>
                  <a:pt x="990" y="134"/>
                </a:lnTo>
                <a:lnTo>
                  <a:pt x="1080" y="99"/>
                </a:lnTo>
                <a:lnTo>
                  <a:pt x="1171" y="70"/>
                </a:lnTo>
                <a:lnTo>
                  <a:pt x="1265" y="45"/>
                </a:lnTo>
                <a:lnTo>
                  <a:pt x="1362" y="26"/>
                </a:lnTo>
                <a:lnTo>
                  <a:pt x="1459" y="12"/>
                </a:lnTo>
                <a:lnTo>
                  <a:pt x="1558" y="3"/>
                </a:lnTo>
                <a:lnTo>
                  <a:pt x="1659" y="0"/>
                </a:lnTo>
                <a:lnTo>
                  <a:pt x="1760" y="1"/>
                </a:lnTo>
                <a:lnTo>
                  <a:pt x="1863" y="9"/>
                </a:lnTo>
                <a:lnTo>
                  <a:pt x="1966" y="22"/>
                </a:lnTo>
                <a:lnTo>
                  <a:pt x="2069" y="40"/>
                </a:lnTo>
                <a:lnTo>
                  <a:pt x="2173" y="64"/>
                </a:lnTo>
                <a:lnTo>
                  <a:pt x="2276" y="94"/>
                </a:lnTo>
                <a:lnTo>
                  <a:pt x="2379" y="129"/>
                </a:lnTo>
                <a:lnTo>
                  <a:pt x="2482" y="170"/>
                </a:lnTo>
                <a:lnTo>
                  <a:pt x="2584" y="217"/>
                </a:lnTo>
                <a:lnTo>
                  <a:pt x="2685" y="269"/>
                </a:lnTo>
                <a:lnTo>
                  <a:pt x="2784" y="327"/>
                </a:lnTo>
                <a:lnTo>
                  <a:pt x="2882" y="391"/>
                </a:lnTo>
                <a:lnTo>
                  <a:pt x="2978" y="460"/>
                </a:lnTo>
                <a:lnTo>
                  <a:pt x="3072" y="535"/>
                </a:lnTo>
                <a:lnTo>
                  <a:pt x="2991" y="631"/>
                </a:lnTo>
                <a:lnTo>
                  <a:pt x="2906" y="721"/>
                </a:lnTo>
                <a:lnTo>
                  <a:pt x="2818" y="805"/>
                </a:lnTo>
                <a:lnTo>
                  <a:pt x="2727" y="883"/>
                </a:lnTo>
                <a:lnTo>
                  <a:pt x="2634" y="954"/>
                </a:lnTo>
                <a:lnTo>
                  <a:pt x="2539" y="1019"/>
                </a:lnTo>
                <a:lnTo>
                  <a:pt x="2442" y="1077"/>
                </a:lnTo>
                <a:lnTo>
                  <a:pt x="2345" y="1129"/>
                </a:lnTo>
                <a:lnTo>
                  <a:pt x="2246" y="1174"/>
                </a:lnTo>
                <a:lnTo>
                  <a:pt x="2146" y="1213"/>
                </a:lnTo>
                <a:lnTo>
                  <a:pt x="2047" y="1245"/>
                </a:lnTo>
                <a:lnTo>
                  <a:pt x="1947" y="1271"/>
                </a:lnTo>
                <a:lnTo>
                  <a:pt x="1848" y="1290"/>
                </a:lnTo>
                <a:lnTo>
                  <a:pt x="1750" y="1303"/>
                </a:lnTo>
                <a:lnTo>
                  <a:pt x="1652" y="1310"/>
                </a:lnTo>
                <a:lnTo>
                  <a:pt x="1557" y="1310"/>
                </a:lnTo>
                <a:lnTo>
                  <a:pt x="1463" y="1305"/>
                </a:lnTo>
                <a:lnTo>
                  <a:pt x="1371" y="1294"/>
                </a:lnTo>
                <a:lnTo>
                  <a:pt x="1281" y="1277"/>
                </a:lnTo>
                <a:lnTo>
                  <a:pt x="1193" y="1254"/>
                </a:lnTo>
                <a:lnTo>
                  <a:pt x="1110" y="1226"/>
                </a:lnTo>
                <a:lnTo>
                  <a:pt x="1008" y="1225"/>
                </a:lnTo>
                <a:lnTo>
                  <a:pt x="911" y="1213"/>
                </a:lnTo>
                <a:lnTo>
                  <a:pt x="820" y="1190"/>
                </a:lnTo>
                <a:lnTo>
                  <a:pt x="735" y="1157"/>
                </a:lnTo>
                <a:lnTo>
                  <a:pt x="659" y="1116"/>
                </a:lnTo>
                <a:lnTo>
                  <a:pt x="591" y="1066"/>
                </a:lnTo>
                <a:lnTo>
                  <a:pt x="533" y="1010"/>
                </a:lnTo>
                <a:lnTo>
                  <a:pt x="484" y="949"/>
                </a:lnTo>
                <a:lnTo>
                  <a:pt x="446" y="883"/>
                </a:lnTo>
                <a:lnTo>
                  <a:pt x="418" y="814"/>
                </a:lnTo>
                <a:lnTo>
                  <a:pt x="370" y="839"/>
                </a:lnTo>
                <a:lnTo>
                  <a:pt x="315" y="854"/>
                </a:lnTo>
                <a:lnTo>
                  <a:pt x="254" y="859"/>
                </a:lnTo>
                <a:lnTo>
                  <a:pt x="189" y="851"/>
                </a:lnTo>
                <a:lnTo>
                  <a:pt x="122" y="831"/>
                </a:lnTo>
                <a:lnTo>
                  <a:pt x="80" y="781"/>
                </a:lnTo>
                <a:lnTo>
                  <a:pt x="45" y="725"/>
                </a:lnTo>
                <a:lnTo>
                  <a:pt x="20" y="665"/>
                </a:lnTo>
                <a:lnTo>
                  <a:pt x="5" y="601"/>
                </a:lnTo>
                <a:lnTo>
                  <a:pt x="0" y="535"/>
                </a:lnTo>
                <a:lnTo>
                  <a:pt x="62" y="495"/>
                </a:lnTo>
                <a:lnTo>
                  <a:pt x="127" y="468"/>
                </a:lnTo>
                <a:lnTo>
                  <a:pt x="192" y="455"/>
                </a:lnTo>
                <a:lnTo>
                  <a:pt x="257" y="456"/>
                </a:lnTo>
                <a:lnTo>
                  <a:pt x="317" y="471"/>
                </a:lnTo>
                <a:lnTo>
                  <a:pt x="372" y="498"/>
                </a:lnTo>
                <a:lnTo>
                  <a:pt x="418" y="535"/>
                </a:lnTo>
                <a:close/>
              </a:path>
            </a:pathLst>
          </a:custGeom>
          <a:noFill/>
          <a:ln w="24120">
            <a:solidFill>
              <a:srgbClr val="F8766D"/>
            </a:solidFill>
            <a:round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2341800" y="4938840"/>
            <a:ext cx="737280" cy="661320"/>
          </a:xfrm>
          <a:custGeom>
            <a:avLst/>
            <a:gdLst/>
            <a:ahLst/>
            <a:rect l="0" t="0" r="r" b="b"/>
            <a:pathLst>
              <a:path w="2048" h="1837">
                <a:moveTo>
                  <a:pt x="324" y="1405"/>
                </a:moveTo>
                <a:lnTo>
                  <a:pt x="327" y="1322"/>
                </a:lnTo>
                <a:lnTo>
                  <a:pt x="335" y="1240"/>
                </a:lnTo>
                <a:lnTo>
                  <a:pt x="349" y="1158"/>
                </a:lnTo>
                <a:lnTo>
                  <a:pt x="368" y="1077"/>
                </a:lnTo>
                <a:lnTo>
                  <a:pt x="392" y="997"/>
                </a:lnTo>
                <a:lnTo>
                  <a:pt x="421" y="918"/>
                </a:lnTo>
                <a:lnTo>
                  <a:pt x="456" y="841"/>
                </a:lnTo>
                <a:lnTo>
                  <a:pt x="496" y="766"/>
                </a:lnTo>
                <a:lnTo>
                  <a:pt x="541" y="693"/>
                </a:lnTo>
                <a:lnTo>
                  <a:pt x="590" y="622"/>
                </a:lnTo>
                <a:lnTo>
                  <a:pt x="645" y="553"/>
                </a:lnTo>
                <a:lnTo>
                  <a:pt x="705" y="488"/>
                </a:lnTo>
                <a:lnTo>
                  <a:pt x="769" y="426"/>
                </a:lnTo>
                <a:lnTo>
                  <a:pt x="838" y="366"/>
                </a:lnTo>
                <a:lnTo>
                  <a:pt x="910" y="311"/>
                </a:lnTo>
                <a:lnTo>
                  <a:pt x="987" y="259"/>
                </a:lnTo>
                <a:lnTo>
                  <a:pt x="1068" y="211"/>
                </a:lnTo>
                <a:lnTo>
                  <a:pt x="1153" y="167"/>
                </a:lnTo>
                <a:lnTo>
                  <a:pt x="1241" y="127"/>
                </a:lnTo>
                <a:lnTo>
                  <a:pt x="1333" y="92"/>
                </a:lnTo>
                <a:lnTo>
                  <a:pt x="1427" y="62"/>
                </a:lnTo>
                <a:lnTo>
                  <a:pt x="1525" y="36"/>
                </a:lnTo>
                <a:lnTo>
                  <a:pt x="1626" y="15"/>
                </a:lnTo>
                <a:lnTo>
                  <a:pt x="1729" y="0"/>
                </a:lnTo>
                <a:lnTo>
                  <a:pt x="1782" y="85"/>
                </a:lnTo>
                <a:lnTo>
                  <a:pt x="1831" y="170"/>
                </a:lnTo>
                <a:lnTo>
                  <a:pt x="1874" y="257"/>
                </a:lnTo>
                <a:lnTo>
                  <a:pt x="1913" y="345"/>
                </a:lnTo>
                <a:lnTo>
                  <a:pt x="1946" y="434"/>
                </a:lnTo>
                <a:lnTo>
                  <a:pt x="1975" y="523"/>
                </a:lnTo>
                <a:lnTo>
                  <a:pt x="1999" y="613"/>
                </a:lnTo>
                <a:lnTo>
                  <a:pt x="2019" y="704"/>
                </a:lnTo>
                <a:lnTo>
                  <a:pt x="2033" y="794"/>
                </a:lnTo>
                <a:lnTo>
                  <a:pt x="2043" y="884"/>
                </a:lnTo>
                <a:lnTo>
                  <a:pt x="2048" y="974"/>
                </a:lnTo>
                <a:lnTo>
                  <a:pt x="2048" y="1062"/>
                </a:lnTo>
                <a:lnTo>
                  <a:pt x="2044" y="1150"/>
                </a:lnTo>
                <a:lnTo>
                  <a:pt x="2035" y="1237"/>
                </a:lnTo>
                <a:lnTo>
                  <a:pt x="2022" y="1322"/>
                </a:lnTo>
                <a:lnTo>
                  <a:pt x="2005" y="1405"/>
                </a:lnTo>
                <a:lnTo>
                  <a:pt x="1927" y="1484"/>
                </a:lnTo>
                <a:lnTo>
                  <a:pt x="1845" y="1555"/>
                </a:lnTo>
                <a:lnTo>
                  <a:pt x="1761" y="1618"/>
                </a:lnTo>
                <a:lnTo>
                  <a:pt x="1673" y="1673"/>
                </a:lnTo>
                <a:lnTo>
                  <a:pt x="1585" y="1721"/>
                </a:lnTo>
                <a:lnTo>
                  <a:pt x="1495" y="1760"/>
                </a:lnTo>
                <a:lnTo>
                  <a:pt x="1404" y="1791"/>
                </a:lnTo>
                <a:lnTo>
                  <a:pt x="1313" y="1814"/>
                </a:lnTo>
                <a:lnTo>
                  <a:pt x="1223" y="1829"/>
                </a:lnTo>
                <a:lnTo>
                  <a:pt x="1134" y="1837"/>
                </a:lnTo>
                <a:lnTo>
                  <a:pt x="1046" y="1837"/>
                </a:lnTo>
                <a:lnTo>
                  <a:pt x="960" y="1829"/>
                </a:lnTo>
                <a:lnTo>
                  <a:pt x="877" y="1814"/>
                </a:lnTo>
                <a:lnTo>
                  <a:pt x="798" y="1793"/>
                </a:lnTo>
                <a:lnTo>
                  <a:pt x="722" y="1764"/>
                </a:lnTo>
                <a:lnTo>
                  <a:pt x="648" y="1729"/>
                </a:lnTo>
                <a:lnTo>
                  <a:pt x="558" y="1726"/>
                </a:lnTo>
                <a:lnTo>
                  <a:pt x="477" y="1705"/>
                </a:lnTo>
                <a:lnTo>
                  <a:pt x="409" y="1666"/>
                </a:lnTo>
                <a:lnTo>
                  <a:pt x="358" y="1616"/>
                </a:lnTo>
                <a:lnTo>
                  <a:pt x="324" y="1558"/>
                </a:lnTo>
                <a:lnTo>
                  <a:pt x="291" y="1616"/>
                </a:lnTo>
                <a:lnTo>
                  <a:pt x="239" y="1666"/>
                </a:lnTo>
                <a:lnTo>
                  <a:pt x="172" y="1705"/>
                </a:lnTo>
                <a:lnTo>
                  <a:pt x="91" y="1726"/>
                </a:lnTo>
                <a:lnTo>
                  <a:pt x="0" y="1729"/>
                </a:lnTo>
                <a:lnTo>
                  <a:pt x="3" y="1638"/>
                </a:lnTo>
                <a:lnTo>
                  <a:pt x="25" y="1558"/>
                </a:lnTo>
                <a:lnTo>
                  <a:pt x="63" y="1490"/>
                </a:lnTo>
                <a:lnTo>
                  <a:pt x="113" y="1439"/>
                </a:lnTo>
                <a:lnTo>
                  <a:pt x="172" y="1405"/>
                </a:lnTo>
                <a:lnTo>
                  <a:pt x="226" y="1379"/>
                </a:lnTo>
                <a:lnTo>
                  <a:pt x="280" y="1380"/>
                </a:lnTo>
                <a:lnTo>
                  <a:pt x="324" y="1405"/>
                </a:lnTo>
                <a:close/>
              </a:path>
            </a:pathLst>
          </a:custGeom>
          <a:solidFill>
            <a:srgbClr val="7AD151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2341800" y="4938840"/>
            <a:ext cx="737280" cy="661320"/>
          </a:xfrm>
          <a:custGeom>
            <a:avLst/>
            <a:gdLst/>
            <a:ahLst/>
            <a:rect l="0" t="0" r="r" b="b"/>
            <a:pathLst>
              <a:path w="2048" h="1837">
                <a:moveTo>
                  <a:pt x="324" y="1405"/>
                </a:moveTo>
                <a:lnTo>
                  <a:pt x="327" y="1322"/>
                </a:lnTo>
                <a:lnTo>
                  <a:pt x="335" y="1240"/>
                </a:lnTo>
                <a:lnTo>
                  <a:pt x="349" y="1158"/>
                </a:lnTo>
                <a:lnTo>
                  <a:pt x="368" y="1077"/>
                </a:lnTo>
                <a:lnTo>
                  <a:pt x="392" y="997"/>
                </a:lnTo>
                <a:lnTo>
                  <a:pt x="421" y="918"/>
                </a:lnTo>
                <a:lnTo>
                  <a:pt x="456" y="841"/>
                </a:lnTo>
                <a:lnTo>
                  <a:pt x="496" y="766"/>
                </a:lnTo>
                <a:lnTo>
                  <a:pt x="541" y="693"/>
                </a:lnTo>
                <a:lnTo>
                  <a:pt x="590" y="622"/>
                </a:lnTo>
                <a:lnTo>
                  <a:pt x="645" y="553"/>
                </a:lnTo>
                <a:lnTo>
                  <a:pt x="705" y="488"/>
                </a:lnTo>
                <a:lnTo>
                  <a:pt x="769" y="426"/>
                </a:lnTo>
                <a:lnTo>
                  <a:pt x="838" y="366"/>
                </a:lnTo>
                <a:lnTo>
                  <a:pt x="910" y="311"/>
                </a:lnTo>
                <a:lnTo>
                  <a:pt x="987" y="259"/>
                </a:lnTo>
                <a:lnTo>
                  <a:pt x="1068" y="211"/>
                </a:lnTo>
                <a:lnTo>
                  <a:pt x="1153" y="167"/>
                </a:lnTo>
                <a:lnTo>
                  <a:pt x="1241" y="127"/>
                </a:lnTo>
                <a:lnTo>
                  <a:pt x="1333" y="92"/>
                </a:lnTo>
                <a:lnTo>
                  <a:pt x="1427" y="62"/>
                </a:lnTo>
                <a:lnTo>
                  <a:pt x="1525" y="36"/>
                </a:lnTo>
                <a:lnTo>
                  <a:pt x="1626" y="15"/>
                </a:lnTo>
                <a:lnTo>
                  <a:pt x="1729" y="0"/>
                </a:lnTo>
                <a:lnTo>
                  <a:pt x="1782" y="85"/>
                </a:lnTo>
                <a:lnTo>
                  <a:pt x="1831" y="170"/>
                </a:lnTo>
                <a:lnTo>
                  <a:pt x="1874" y="257"/>
                </a:lnTo>
                <a:lnTo>
                  <a:pt x="1913" y="345"/>
                </a:lnTo>
                <a:lnTo>
                  <a:pt x="1946" y="434"/>
                </a:lnTo>
                <a:lnTo>
                  <a:pt x="1975" y="523"/>
                </a:lnTo>
                <a:lnTo>
                  <a:pt x="1999" y="613"/>
                </a:lnTo>
                <a:lnTo>
                  <a:pt x="2019" y="704"/>
                </a:lnTo>
                <a:lnTo>
                  <a:pt x="2033" y="794"/>
                </a:lnTo>
                <a:lnTo>
                  <a:pt x="2043" y="884"/>
                </a:lnTo>
                <a:lnTo>
                  <a:pt x="2048" y="974"/>
                </a:lnTo>
                <a:lnTo>
                  <a:pt x="2048" y="1062"/>
                </a:lnTo>
                <a:lnTo>
                  <a:pt x="2044" y="1150"/>
                </a:lnTo>
                <a:lnTo>
                  <a:pt x="2035" y="1237"/>
                </a:lnTo>
                <a:lnTo>
                  <a:pt x="2022" y="1322"/>
                </a:lnTo>
                <a:lnTo>
                  <a:pt x="2005" y="1405"/>
                </a:lnTo>
                <a:lnTo>
                  <a:pt x="1927" y="1484"/>
                </a:lnTo>
                <a:lnTo>
                  <a:pt x="1845" y="1555"/>
                </a:lnTo>
                <a:lnTo>
                  <a:pt x="1761" y="1618"/>
                </a:lnTo>
                <a:lnTo>
                  <a:pt x="1673" y="1673"/>
                </a:lnTo>
                <a:lnTo>
                  <a:pt x="1585" y="1721"/>
                </a:lnTo>
                <a:lnTo>
                  <a:pt x="1495" y="1760"/>
                </a:lnTo>
                <a:lnTo>
                  <a:pt x="1404" y="1791"/>
                </a:lnTo>
                <a:lnTo>
                  <a:pt x="1313" y="1814"/>
                </a:lnTo>
                <a:lnTo>
                  <a:pt x="1223" y="1829"/>
                </a:lnTo>
                <a:lnTo>
                  <a:pt x="1134" y="1837"/>
                </a:lnTo>
                <a:lnTo>
                  <a:pt x="1046" y="1837"/>
                </a:lnTo>
                <a:lnTo>
                  <a:pt x="960" y="1829"/>
                </a:lnTo>
                <a:lnTo>
                  <a:pt x="877" y="1814"/>
                </a:lnTo>
                <a:lnTo>
                  <a:pt x="798" y="1793"/>
                </a:lnTo>
                <a:lnTo>
                  <a:pt x="722" y="1764"/>
                </a:lnTo>
                <a:lnTo>
                  <a:pt x="648" y="1729"/>
                </a:lnTo>
                <a:lnTo>
                  <a:pt x="558" y="1726"/>
                </a:lnTo>
                <a:lnTo>
                  <a:pt x="477" y="1705"/>
                </a:lnTo>
                <a:lnTo>
                  <a:pt x="409" y="1666"/>
                </a:lnTo>
                <a:lnTo>
                  <a:pt x="358" y="1616"/>
                </a:lnTo>
                <a:lnTo>
                  <a:pt x="324" y="1558"/>
                </a:lnTo>
                <a:lnTo>
                  <a:pt x="291" y="1616"/>
                </a:lnTo>
                <a:lnTo>
                  <a:pt x="239" y="1666"/>
                </a:lnTo>
                <a:lnTo>
                  <a:pt x="172" y="1705"/>
                </a:lnTo>
                <a:lnTo>
                  <a:pt x="91" y="1726"/>
                </a:lnTo>
                <a:lnTo>
                  <a:pt x="0" y="1729"/>
                </a:lnTo>
                <a:lnTo>
                  <a:pt x="3" y="1638"/>
                </a:lnTo>
                <a:lnTo>
                  <a:pt x="25" y="1558"/>
                </a:lnTo>
                <a:lnTo>
                  <a:pt x="63" y="1490"/>
                </a:lnTo>
                <a:lnTo>
                  <a:pt x="113" y="1439"/>
                </a:lnTo>
                <a:lnTo>
                  <a:pt x="172" y="1405"/>
                </a:lnTo>
                <a:lnTo>
                  <a:pt x="226" y="1379"/>
                </a:lnTo>
                <a:lnTo>
                  <a:pt x="280" y="1380"/>
                </a:lnTo>
                <a:lnTo>
                  <a:pt x="324" y="1405"/>
                </a:lnTo>
                <a:close/>
              </a:path>
            </a:pathLst>
          </a:custGeom>
          <a:noFill/>
          <a:ln w="24120">
            <a:solidFill>
              <a:srgbClr val="7AD151"/>
            </a:solidFill>
            <a:round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2276640" y="4891320"/>
            <a:ext cx="815040" cy="707760"/>
          </a:xfrm>
          <a:custGeom>
            <a:avLst/>
            <a:gdLst/>
            <a:ahLst/>
            <a:rect l="0" t="0" r="r" b="b"/>
            <a:pathLst>
              <a:path w="2264" h="1966">
                <a:moveTo>
                  <a:pt x="505" y="1266"/>
                </a:moveTo>
                <a:lnTo>
                  <a:pt x="518" y="1179"/>
                </a:lnTo>
                <a:lnTo>
                  <a:pt x="537" y="1093"/>
                </a:lnTo>
                <a:lnTo>
                  <a:pt x="562" y="1009"/>
                </a:lnTo>
                <a:lnTo>
                  <a:pt x="593" y="925"/>
                </a:lnTo>
                <a:lnTo>
                  <a:pt x="630" y="844"/>
                </a:lnTo>
                <a:lnTo>
                  <a:pt x="673" y="764"/>
                </a:lnTo>
                <a:lnTo>
                  <a:pt x="722" y="687"/>
                </a:lnTo>
                <a:lnTo>
                  <a:pt x="777" y="613"/>
                </a:lnTo>
                <a:lnTo>
                  <a:pt x="837" y="541"/>
                </a:lnTo>
                <a:lnTo>
                  <a:pt x="902" y="472"/>
                </a:lnTo>
                <a:lnTo>
                  <a:pt x="973" y="407"/>
                </a:lnTo>
                <a:lnTo>
                  <a:pt x="1049" y="346"/>
                </a:lnTo>
                <a:lnTo>
                  <a:pt x="1130" y="289"/>
                </a:lnTo>
                <a:lnTo>
                  <a:pt x="1215" y="236"/>
                </a:lnTo>
                <a:lnTo>
                  <a:pt x="1305" y="188"/>
                </a:lnTo>
                <a:lnTo>
                  <a:pt x="1400" y="145"/>
                </a:lnTo>
                <a:lnTo>
                  <a:pt x="1498" y="107"/>
                </a:lnTo>
                <a:lnTo>
                  <a:pt x="1601" y="74"/>
                </a:lnTo>
                <a:lnTo>
                  <a:pt x="1707" y="47"/>
                </a:lnTo>
                <a:lnTo>
                  <a:pt x="1816" y="25"/>
                </a:lnTo>
                <a:lnTo>
                  <a:pt x="1928" y="10"/>
                </a:lnTo>
                <a:lnTo>
                  <a:pt x="2042" y="0"/>
                </a:lnTo>
                <a:lnTo>
                  <a:pt x="2088" y="94"/>
                </a:lnTo>
                <a:lnTo>
                  <a:pt x="2128" y="189"/>
                </a:lnTo>
                <a:lnTo>
                  <a:pt x="2163" y="285"/>
                </a:lnTo>
                <a:lnTo>
                  <a:pt x="2193" y="381"/>
                </a:lnTo>
                <a:lnTo>
                  <a:pt x="2217" y="477"/>
                </a:lnTo>
                <a:lnTo>
                  <a:pt x="2236" y="572"/>
                </a:lnTo>
                <a:lnTo>
                  <a:pt x="2251" y="668"/>
                </a:lnTo>
                <a:lnTo>
                  <a:pt x="2260" y="762"/>
                </a:lnTo>
                <a:lnTo>
                  <a:pt x="2264" y="855"/>
                </a:lnTo>
                <a:lnTo>
                  <a:pt x="2263" y="947"/>
                </a:lnTo>
                <a:lnTo>
                  <a:pt x="2258" y="1038"/>
                </a:lnTo>
                <a:lnTo>
                  <a:pt x="2248" y="1127"/>
                </a:lnTo>
                <a:lnTo>
                  <a:pt x="2233" y="1214"/>
                </a:lnTo>
                <a:lnTo>
                  <a:pt x="2215" y="1299"/>
                </a:lnTo>
                <a:lnTo>
                  <a:pt x="2192" y="1381"/>
                </a:lnTo>
                <a:lnTo>
                  <a:pt x="2166" y="1460"/>
                </a:lnTo>
                <a:lnTo>
                  <a:pt x="2135" y="1537"/>
                </a:lnTo>
                <a:lnTo>
                  <a:pt x="2053" y="1598"/>
                </a:lnTo>
                <a:lnTo>
                  <a:pt x="1968" y="1652"/>
                </a:lnTo>
                <a:lnTo>
                  <a:pt x="1881" y="1700"/>
                </a:lnTo>
                <a:lnTo>
                  <a:pt x="1794" y="1741"/>
                </a:lnTo>
                <a:lnTo>
                  <a:pt x="1705" y="1775"/>
                </a:lnTo>
                <a:lnTo>
                  <a:pt x="1615" y="1803"/>
                </a:lnTo>
                <a:lnTo>
                  <a:pt x="1525" y="1825"/>
                </a:lnTo>
                <a:lnTo>
                  <a:pt x="1435" y="1839"/>
                </a:lnTo>
                <a:lnTo>
                  <a:pt x="1346" y="1847"/>
                </a:lnTo>
                <a:lnTo>
                  <a:pt x="1258" y="1849"/>
                </a:lnTo>
                <a:lnTo>
                  <a:pt x="1171" y="1844"/>
                </a:lnTo>
                <a:lnTo>
                  <a:pt x="1086" y="1833"/>
                </a:lnTo>
                <a:lnTo>
                  <a:pt x="1003" y="1816"/>
                </a:lnTo>
                <a:lnTo>
                  <a:pt x="922" y="1792"/>
                </a:lnTo>
                <a:lnTo>
                  <a:pt x="844" y="1763"/>
                </a:lnTo>
                <a:lnTo>
                  <a:pt x="817" y="1751"/>
                </a:lnTo>
                <a:lnTo>
                  <a:pt x="824" y="1740"/>
                </a:lnTo>
                <a:lnTo>
                  <a:pt x="844" y="1686"/>
                </a:lnTo>
                <a:lnTo>
                  <a:pt x="855" y="1631"/>
                </a:lnTo>
                <a:lnTo>
                  <a:pt x="858" y="1576"/>
                </a:lnTo>
                <a:lnTo>
                  <a:pt x="852" y="1522"/>
                </a:lnTo>
                <a:lnTo>
                  <a:pt x="838" y="1471"/>
                </a:lnTo>
                <a:lnTo>
                  <a:pt x="817" y="1424"/>
                </a:lnTo>
                <a:lnTo>
                  <a:pt x="790" y="1381"/>
                </a:lnTo>
                <a:lnTo>
                  <a:pt x="757" y="1344"/>
                </a:lnTo>
                <a:lnTo>
                  <a:pt x="719" y="1314"/>
                </a:lnTo>
                <a:lnTo>
                  <a:pt x="678" y="1290"/>
                </a:lnTo>
                <a:lnTo>
                  <a:pt x="636" y="1273"/>
                </a:lnTo>
                <a:lnTo>
                  <a:pt x="592" y="1264"/>
                </a:lnTo>
                <a:lnTo>
                  <a:pt x="548" y="1261"/>
                </a:lnTo>
                <a:lnTo>
                  <a:pt x="505" y="1266"/>
                </a:lnTo>
                <a:moveTo>
                  <a:pt x="769" y="1729"/>
                </a:moveTo>
                <a:lnTo>
                  <a:pt x="697" y="1688"/>
                </a:lnTo>
                <a:lnTo>
                  <a:pt x="629" y="1643"/>
                </a:lnTo>
                <a:lnTo>
                  <a:pt x="565" y="1592"/>
                </a:lnTo>
                <a:lnTo>
                  <a:pt x="505" y="1537"/>
                </a:lnTo>
                <a:lnTo>
                  <a:pt x="497" y="1591"/>
                </a:lnTo>
                <a:lnTo>
                  <a:pt x="472" y="1640"/>
                </a:lnTo>
                <a:lnTo>
                  <a:pt x="431" y="1682"/>
                </a:lnTo>
                <a:lnTo>
                  <a:pt x="378" y="1713"/>
                </a:lnTo>
                <a:lnTo>
                  <a:pt x="314" y="1729"/>
                </a:lnTo>
                <a:lnTo>
                  <a:pt x="330" y="1665"/>
                </a:lnTo>
                <a:lnTo>
                  <a:pt x="360" y="1611"/>
                </a:lnTo>
                <a:lnTo>
                  <a:pt x="402" y="1571"/>
                </a:lnTo>
                <a:lnTo>
                  <a:pt x="452" y="1546"/>
                </a:lnTo>
                <a:lnTo>
                  <a:pt x="505" y="1537"/>
                </a:lnTo>
                <a:lnTo>
                  <a:pt x="445" y="1532"/>
                </a:lnTo>
                <a:lnTo>
                  <a:pt x="387" y="1516"/>
                </a:lnTo>
                <a:lnTo>
                  <a:pt x="331" y="1490"/>
                </a:lnTo>
                <a:lnTo>
                  <a:pt x="279" y="1454"/>
                </a:lnTo>
                <a:lnTo>
                  <a:pt x="232" y="1410"/>
                </a:lnTo>
                <a:lnTo>
                  <a:pt x="192" y="1356"/>
                </a:lnTo>
                <a:lnTo>
                  <a:pt x="159" y="1295"/>
                </a:lnTo>
                <a:lnTo>
                  <a:pt x="136" y="1227"/>
                </a:lnTo>
                <a:lnTo>
                  <a:pt x="122" y="1153"/>
                </a:lnTo>
                <a:lnTo>
                  <a:pt x="74" y="1221"/>
                </a:lnTo>
                <a:lnTo>
                  <a:pt x="37" y="1293"/>
                </a:lnTo>
                <a:lnTo>
                  <a:pt x="13" y="1370"/>
                </a:lnTo>
                <a:lnTo>
                  <a:pt x="0" y="1448"/>
                </a:lnTo>
                <a:lnTo>
                  <a:pt x="0" y="1526"/>
                </a:lnTo>
                <a:lnTo>
                  <a:pt x="12" y="1602"/>
                </a:lnTo>
                <a:lnTo>
                  <a:pt x="35" y="1674"/>
                </a:lnTo>
                <a:lnTo>
                  <a:pt x="68" y="1741"/>
                </a:lnTo>
                <a:lnTo>
                  <a:pt x="110" y="1801"/>
                </a:lnTo>
                <a:lnTo>
                  <a:pt x="161" y="1853"/>
                </a:lnTo>
                <a:lnTo>
                  <a:pt x="217" y="1896"/>
                </a:lnTo>
                <a:lnTo>
                  <a:pt x="279" y="1929"/>
                </a:lnTo>
                <a:lnTo>
                  <a:pt x="344" y="1952"/>
                </a:lnTo>
                <a:lnTo>
                  <a:pt x="411" y="1964"/>
                </a:lnTo>
                <a:lnTo>
                  <a:pt x="477" y="1966"/>
                </a:lnTo>
                <a:lnTo>
                  <a:pt x="542" y="1958"/>
                </a:lnTo>
                <a:lnTo>
                  <a:pt x="604" y="1940"/>
                </a:lnTo>
                <a:lnTo>
                  <a:pt x="661" y="1913"/>
                </a:lnTo>
                <a:lnTo>
                  <a:pt x="713" y="1879"/>
                </a:lnTo>
                <a:lnTo>
                  <a:pt x="758" y="1837"/>
                </a:lnTo>
                <a:lnTo>
                  <a:pt x="795" y="1791"/>
                </a:lnTo>
                <a:lnTo>
                  <a:pt x="817" y="1751"/>
                </a:lnTo>
                <a:lnTo>
                  <a:pt x="769" y="1729"/>
                </a:lnTo>
                <a:close/>
              </a:path>
            </a:pathLst>
          </a:custGeom>
          <a:solidFill>
            <a:srgbClr val="F1B722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2276640" y="4891320"/>
            <a:ext cx="815040" cy="707760"/>
          </a:xfrm>
          <a:custGeom>
            <a:avLst/>
            <a:gdLst/>
            <a:ahLst/>
            <a:rect l="0" t="0" r="r" b="b"/>
            <a:pathLst>
              <a:path w="2264" h="1966">
                <a:moveTo>
                  <a:pt x="505" y="1266"/>
                </a:moveTo>
                <a:lnTo>
                  <a:pt x="518" y="1179"/>
                </a:lnTo>
                <a:lnTo>
                  <a:pt x="537" y="1093"/>
                </a:lnTo>
                <a:lnTo>
                  <a:pt x="562" y="1009"/>
                </a:lnTo>
                <a:lnTo>
                  <a:pt x="593" y="925"/>
                </a:lnTo>
                <a:lnTo>
                  <a:pt x="630" y="844"/>
                </a:lnTo>
                <a:lnTo>
                  <a:pt x="673" y="764"/>
                </a:lnTo>
                <a:lnTo>
                  <a:pt x="722" y="687"/>
                </a:lnTo>
                <a:lnTo>
                  <a:pt x="777" y="613"/>
                </a:lnTo>
                <a:lnTo>
                  <a:pt x="837" y="541"/>
                </a:lnTo>
                <a:lnTo>
                  <a:pt x="902" y="472"/>
                </a:lnTo>
                <a:lnTo>
                  <a:pt x="973" y="407"/>
                </a:lnTo>
                <a:lnTo>
                  <a:pt x="1049" y="346"/>
                </a:lnTo>
                <a:lnTo>
                  <a:pt x="1130" y="289"/>
                </a:lnTo>
                <a:lnTo>
                  <a:pt x="1215" y="236"/>
                </a:lnTo>
                <a:lnTo>
                  <a:pt x="1305" y="188"/>
                </a:lnTo>
                <a:lnTo>
                  <a:pt x="1400" y="145"/>
                </a:lnTo>
                <a:lnTo>
                  <a:pt x="1498" y="107"/>
                </a:lnTo>
                <a:lnTo>
                  <a:pt x="1601" y="74"/>
                </a:lnTo>
                <a:lnTo>
                  <a:pt x="1707" y="47"/>
                </a:lnTo>
                <a:lnTo>
                  <a:pt x="1816" y="25"/>
                </a:lnTo>
                <a:lnTo>
                  <a:pt x="1928" y="10"/>
                </a:lnTo>
                <a:lnTo>
                  <a:pt x="2042" y="0"/>
                </a:lnTo>
                <a:lnTo>
                  <a:pt x="2088" y="94"/>
                </a:lnTo>
                <a:lnTo>
                  <a:pt x="2128" y="189"/>
                </a:lnTo>
                <a:lnTo>
                  <a:pt x="2163" y="285"/>
                </a:lnTo>
                <a:lnTo>
                  <a:pt x="2193" y="381"/>
                </a:lnTo>
                <a:lnTo>
                  <a:pt x="2217" y="477"/>
                </a:lnTo>
                <a:lnTo>
                  <a:pt x="2236" y="572"/>
                </a:lnTo>
                <a:lnTo>
                  <a:pt x="2251" y="668"/>
                </a:lnTo>
                <a:lnTo>
                  <a:pt x="2260" y="762"/>
                </a:lnTo>
                <a:lnTo>
                  <a:pt x="2264" y="855"/>
                </a:lnTo>
                <a:lnTo>
                  <a:pt x="2263" y="947"/>
                </a:lnTo>
                <a:lnTo>
                  <a:pt x="2258" y="1038"/>
                </a:lnTo>
                <a:lnTo>
                  <a:pt x="2248" y="1127"/>
                </a:lnTo>
                <a:lnTo>
                  <a:pt x="2233" y="1214"/>
                </a:lnTo>
                <a:lnTo>
                  <a:pt x="2215" y="1299"/>
                </a:lnTo>
                <a:lnTo>
                  <a:pt x="2192" y="1381"/>
                </a:lnTo>
                <a:lnTo>
                  <a:pt x="2166" y="1460"/>
                </a:lnTo>
                <a:lnTo>
                  <a:pt x="2135" y="1537"/>
                </a:lnTo>
                <a:lnTo>
                  <a:pt x="2053" y="1598"/>
                </a:lnTo>
                <a:lnTo>
                  <a:pt x="1968" y="1652"/>
                </a:lnTo>
                <a:lnTo>
                  <a:pt x="1881" y="1700"/>
                </a:lnTo>
                <a:lnTo>
                  <a:pt x="1794" y="1741"/>
                </a:lnTo>
                <a:lnTo>
                  <a:pt x="1705" y="1775"/>
                </a:lnTo>
                <a:lnTo>
                  <a:pt x="1615" y="1803"/>
                </a:lnTo>
                <a:lnTo>
                  <a:pt x="1525" y="1825"/>
                </a:lnTo>
                <a:lnTo>
                  <a:pt x="1435" y="1839"/>
                </a:lnTo>
                <a:lnTo>
                  <a:pt x="1346" y="1847"/>
                </a:lnTo>
                <a:lnTo>
                  <a:pt x="1258" y="1849"/>
                </a:lnTo>
                <a:lnTo>
                  <a:pt x="1171" y="1844"/>
                </a:lnTo>
                <a:lnTo>
                  <a:pt x="1086" y="1833"/>
                </a:lnTo>
                <a:lnTo>
                  <a:pt x="1003" y="1816"/>
                </a:lnTo>
                <a:lnTo>
                  <a:pt x="922" y="1792"/>
                </a:lnTo>
                <a:lnTo>
                  <a:pt x="844" y="1763"/>
                </a:lnTo>
                <a:lnTo>
                  <a:pt x="769" y="1729"/>
                </a:lnTo>
                <a:lnTo>
                  <a:pt x="697" y="1688"/>
                </a:lnTo>
                <a:lnTo>
                  <a:pt x="629" y="1643"/>
                </a:lnTo>
                <a:lnTo>
                  <a:pt x="565" y="1592"/>
                </a:lnTo>
                <a:lnTo>
                  <a:pt x="505" y="1537"/>
                </a:lnTo>
                <a:lnTo>
                  <a:pt x="497" y="1591"/>
                </a:lnTo>
                <a:lnTo>
                  <a:pt x="472" y="1640"/>
                </a:lnTo>
                <a:lnTo>
                  <a:pt x="431" y="1682"/>
                </a:lnTo>
                <a:lnTo>
                  <a:pt x="378" y="1713"/>
                </a:lnTo>
                <a:lnTo>
                  <a:pt x="314" y="1729"/>
                </a:lnTo>
                <a:lnTo>
                  <a:pt x="330" y="1665"/>
                </a:lnTo>
                <a:lnTo>
                  <a:pt x="360" y="1611"/>
                </a:lnTo>
                <a:lnTo>
                  <a:pt x="402" y="1571"/>
                </a:lnTo>
                <a:lnTo>
                  <a:pt x="452" y="1546"/>
                </a:lnTo>
                <a:lnTo>
                  <a:pt x="505" y="1537"/>
                </a:lnTo>
                <a:lnTo>
                  <a:pt x="445" y="1532"/>
                </a:lnTo>
                <a:lnTo>
                  <a:pt x="387" y="1516"/>
                </a:lnTo>
                <a:lnTo>
                  <a:pt x="331" y="1490"/>
                </a:lnTo>
                <a:lnTo>
                  <a:pt x="279" y="1454"/>
                </a:lnTo>
                <a:lnTo>
                  <a:pt x="232" y="1410"/>
                </a:lnTo>
                <a:lnTo>
                  <a:pt x="192" y="1356"/>
                </a:lnTo>
                <a:lnTo>
                  <a:pt x="159" y="1295"/>
                </a:lnTo>
                <a:lnTo>
                  <a:pt x="136" y="1227"/>
                </a:lnTo>
                <a:lnTo>
                  <a:pt x="122" y="1153"/>
                </a:lnTo>
                <a:lnTo>
                  <a:pt x="74" y="1221"/>
                </a:lnTo>
                <a:lnTo>
                  <a:pt x="37" y="1293"/>
                </a:lnTo>
                <a:lnTo>
                  <a:pt x="13" y="1370"/>
                </a:lnTo>
                <a:lnTo>
                  <a:pt x="0" y="1448"/>
                </a:lnTo>
                <a:lnTo>
                  <a:pt x="0" y="1526"/>
                </a:lnTo>
                <a:lnTo>
                  <a:pt x="12" y="1602"/>
                </a:lnTo>
                <a:lnTo>
                  <a:pt x="35" y="1674"/>
                </a:lnTo>
                <a:lnTo>
                  <a:pt x="68" y="1741"/>
                </a:lnTo>
                <a:lnTo>
                  <a:pt x="110" y="1801"/>
                </a:lnTo>
                <a:lnTo>
                  <a:pt x="161" y="1853"/>
                </a:lnTo>
                <a:lnTo>
                  <a:pt x="217" y="1896"/>
                </a:lnTo>
                <a:lnTo>
                  <a:pt x="279" y="1929"/>
                </a:lnTo>
                <a:lnTo>
                  <a:pt x="344" y="1952"/>
                </a:lnTo>
                <a:lnTo>
                  <a:pt x="411" y="1964"/>
                </a:lnTo>
                <a:lnTo>
                  <a:pt x="477" y="1966"/>
                </a:lnTo>
                <a:lnTo>
                  <a:pt x="542" y="1958"/>
                </a:lnTo>
                <a:lnTo>
                  <a:pt x="604" y="1940"/>
                </a:lnTo>
                <a:lnTo>
                  <a:pt x="661" y="1913"/>
                </a:lnTo>
                <a:lnTo>
                  <a:pt x="713" y="1879"/>
                </a:lnTo>
                <a:lnTo>
                  <a:pt x="758" y="1837"/>
                </a:lnTo>
                <a:lnTo>
                  <a:pt x="795" y="1791"/>
                </a:lnTo>
                <a:lnTo>
                  <a:pt x="824" y="1740"/>
                </a:lnTo>
                <a:lnTo>
                  <a:pt x="844" y="1686"/>
                </a:lnTo>
                <a:lnTo>
                  <a:pt x="855" y="1631"/>
                </a:lnTo>
                <a:lnTo>
                  <a:pt x="858" y="1576"/>
                </a:lnTo>
                <a:lnTo>
                  <a:pt x="852" y="1522"/>
                </a:lnTo>
                <a:lnTo>
                  <a:pt x="838" y="1471"/>
                </a:lnTo>
                <a:lnTo>
                  <a:pt x="817" y="1424"/>
                </a:lnTo>
                <a:lnTo>
                  <a:pt x="790" y="1381"/>
                </a:lnTo>
                <a:lnTo>
                  <a:pt x="757" y="1344"/>
                </a:lnTo>
                <a:lnTo>
                  <a:pt x="719" y="1314"/>
                </a:lnTo>
                <a:lnTo>
                  <a:pt x="678" y="1290"/>
                </a:lnTo>
                <a:lnTo>
                  <a:pt x="636" y="1273"/>
                </a:lnTo>
                <a:lnTo>
                  <a:pt x="592" y="1264"/>
                </a:lnTo>
                <a:lnTo>
                  <a:pt x="548" y="1261"/>
                </a:lnTo>
                <a:lnTo>
                  <a:pt x="505" y="1266"/>
                </a:lnTo>
                <a:close/>
              </a:path>
            </a:pathLst>
          </a:custGeom>
          <a:noFill/>
          <a:ln w="24120">
            <a:solidFill>
              <a:srgbClr val="F1B722"/>
            </a:solidFill>
            <a:round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2225520" y="5124240"/>
            <a:ext cx="783360" cy="554400"/>
          </a:xfrm>
          <a:custGeom>
            <a:avLst/>
            <a:gdLst/>
            <a:ahLst/>
            <a:rect l="0" t="0" r="r" b="b"/>
            <a:pathLst>
              <a:path w="2176" h="1540">
                <a:moveTo>
                  <a:pt x="647" y="278"/>
                </a:moveTo>
                <a:lnTo>
                  <a:pt x="695" y="224"/>
                </a:lnTo>
                <a:lnTo>
                  <a:pt x="750" y="175"/>
                </a:lnTo>
                <a:lnTo>
                  <a:pt x="813" y="129"/>
                </a:lnTo>
                <a:lnTo>
                  <a:pt x="882" y="90"/>
                </a:lnTo>
                <a:lnTo>
                  <a:pt x="958" y="57"/>
                </a:lnTo>
                <a:lnTo>
                  <a:pt x="1040" y="30"/>
                </a:lnTo>
                <a:lnTo>
                  <a:pt x="1126" y="12"/>
                </a:lnTo>
                <a:lnTo>
                  <a:pt x="1218" y="1"/>
                </a:lnTo>
                <a:lnTo>
                  <a:pt x="1313" y="0"/>
                </a:lnTo>
                <a:lnTo>
                  <a:pt x="1411" y="8"/>
                </a:lnTo>
                <a:lnTo>
                  <a:pt x="1512" y="25"/>
                </a:lnTo>
                <a:lnTo>
                  <a:pt x="1581" y="63"/>
                </a:lnTo>
                <a:lnTo>
                  <a:pt x="1647" y="107"/>
                </a:lnTo>
                <a:lnTo>
                  <a:pt x="1712" y="155"/>
                </a:lnTo>
                <a:lnTo>
                  <a:pt x="1774" y="208"/>
                </a:lnTo>
                <a:lnTo>
                  <a:pt x="1834" y="267"/>
                </a:lnTo>
                <a:lnTo>
                  <a:pt x="1891" y="330"/>
                </a:lnTo>
                <a:lnTo>
                  <a:pt x="1945" y="399"/>
                </a:lnTo>
                <a:lnTo>
                  <a:pt x="1994" y="471"/>
                </a:lnTo>
                <a:lnTo>
                  <a:pt x="2040" y="547"/>
                </a:lnTo>
                <a:lnTo>
                  <a:pt x="2081" y="628"/>
                </a:lnTo>
                <a:lnTo>
                  <a:pt x="2118" y="712"/>
                </a:lnTo>
                <a:lnTo>
                  <a:pt x="2149" y="799"/>
                </a:lnTo>
                <a:lnTo>
                  <a:pt x="2176" y="890"/>
                </a:lnTo>
                <a:lnTo>
                  <a:pt x="2092" y="966"/>
                </a:lnTo>
                <a:lnTo>
                  <a:pt x="2005" y="1033"/>
                </a:lnTo>
                <a:lnTo>
                  <a:pt x="1915" y="1091"/>
                </a:lnTo>
                <a:lnTo>
                  <a:pt x="1824" y="1140"/>
                </a:lnTo>
                <a:lnTo>
                  <a:pt x="1730" y="1180"/>
                </a:lnTo>
                <a:lnTo>
                  <a:pt x="1636" y="1211"/>
                </a:lnTo>
                <a:lnTo>
                  <a:pt x="1542" y="1233"/>
                </a:lnTo>
                <a:lnTo>
                  <a:pt x="1448" y="1246"/>
                </a:lnTo>
                <a:lnTo>
                  <a:pt x="1355" y="1251"/>
                </a:lnTo>
                <a:lnTo>
                  <a:pt x="1265" y="1246"/>
                </a:lnTo>
                <a:lnTo>
                  <a:pt x="1177" y="1234"/>
                </a:lnTo>
                <a:lnTo>
                  <a:pt x="1092" y="1213"/>
                </a:lnTo>
                <a:lnTo>
                  <a:pt x="1011" y="1185"/>
                </a:lnTo>
                <a:lnTo>
                  <a:pt x="935" y="1149"/>
                </a:lnTo>
                <a:lnTo>
                  <a:pt x="903" y="1130"/>
                </a:lnTo>
                <a:lnTo>
                  <a:pt x="931" y="1115"/>
                </a:lnTo>
                <a:lnTo>
                  <a:pt x="991" y="1063"/>
                </a:lnTo>
                <a:lnTo>
                  <a:pt x="1041" y="995"/>
                </a:lnTo>
                <a:lnTo>
                  <a:pt x="1077" y="915"/>
                </a:lnTo>
                <a:lnTo>
                  <a:pt x="1095" y="824"/>
                </a:lnTo>
                <a:lnTo>
                  <a:pt x="1094" y="728"/>
                </a:lnTo>
                <a:lnTo>
                  <a:pt x="1071" y="629"/>
                </a:lnTo>
                <a:lnTo>
                  <a:pt x="1026" y="533"/>
                </a:lnTo>
                <a:lnTo>
                  <a:pt x="959" y="445"/>
                </a:lnTo>
                <a:lnTo>
                  <a:pt x="872" y="370"/>
                </a:lnTo>
                <a:lnTo>
                  <a:pt x="766" y="313"/>
                </a:lnTo>
                <a:lnTo>
                  <a:pt x="647" y="278"/>
                </a:lnTo>
                <a:moveTo>
                  <a:pt x="863" y="1106"/>
                </a:moveTo>
                <a:lnTo>
                  <a:pt x="817" y="1144"/>
                </a:lnTo>
                <a:lnTo>
                  <a:pt x="768" y="1170"/>
                </a:lnTo>
                <a:lnTo>
                  <a:pt x="798" y="1169"/>
                </a:lnTo>
                <a:lnTo>
                  <a:pt x="866" y="1150"/>
                </a:lnTo>
                <a:lnTo>
                  <a:pt x="903" y="1130"/>
                </a:lnTo>
                <a:lnTo>
                  <a:pt x="863" y="1106"/>
                </a:lnTo>
                <a:moveTo>
                  <a:pt x="764" y="1172"/>
                </a:moveTo>
                <a:lnTo>
                  <a:pt x="707" y="1190"/>
                </a:lnTo>
                <a:lnTo>
                  <a:pt x="647" y="1196"/>
                </a:lnTo>
                <a:lnTo>
                  <a:pt x="615" y="1262"/>
                </a:lnTo>
                <a:lnTo>
                  <a:pt x="571" y="1325"/>
                </a:lnTo>
                <a:lnTo>
                  <a:pt x="516" y="1382"/>
                </a:lnTo>
                <a:lnTo>
                  <a:pt x="450" y="1432"/>
                </a:lnTo>
                <a:lnTo>
                  <a:pt x="375" y="1474"/>
                </a:lnTo>
                <a:lnTo>
                  <a:pt x="291" y="1507"/>
                </a:lnTo>
                <a:lnTo>
                  <a:pt x="200" y="1529"/>
                </a:lnTo>
                <a:lnTo>
                  <a:pt x="102" y="1540"/>
                </a:lnTo>
                <a:lnTo>
                  <a:pt x="0" y="1538"/>
                </a:lnTo>
                <a:lnTo>
                  <a:pt x="14" y="1451"/>
                </a:lnTo>
                <a:lnTo>
                  <a:pt x="37" y="1368"/>
                </a:lnTo>
                <a:lnTo>
                  <a:pt x="67" y="1291"/>
                </a:lnTo>
                <a:lnTo>
                  <a:pt x="105" y="1218"/>
                </a:lnTo>
                <a:lnTo>
                  <a:pt x="148" y="1152"/>
                </a:lnTo>
                <a:lnTo>
                  <a:pt x="198" y="1093"/>
                </a:lnTo>
                <a:lnTo>
                  <a:pt x="252" y="1040"/>
                </a:lnTo>
                <a:lnTo>
                  <a:pt x="311" y="995"/>
                </a:lnTo>
                <a:lnTo>
                  <a:pt x="374" y="958"/>
                </a:lnTo>
                <a:lnTo>
                  <a:pt x="439" y="928"/>
                </a:lnTo>
                <a:lnTo>
                  <a:pt x="507" y="907"/>
                </a:lnTo>
                <a:lnTo>
                  <a:pt x="552" y="899"/>
                </a:lnTo>
                <a:lnTo>
                  <a:pt x="537" y="916"/>
                </a:lnTo>
                <a:lnTo>
                  <a:pt x="524" y="948"/>
                </a:lnTo>
                <a:lnTo>
                  <a:pt x="520" y="985"/>
                </a:lnTo>
                <a:lnTo>
                  <a:pt x="527" y="1025"/>
                </a:lnTo>
                <a:lnTo>
                  <a:pt x="546" y="1066"/>
                </a:lnTo>
                <a:lnTo>
                  <a:pt x="576" y="1105"/>
                </a:lnTo>
                <a:lnTo>
                  <a:pt x="619" y="1137"/>
                </a:lnTo>
                <a:lnTo>
                  <a:pt x="671" y="1161"/>
                </a:lnTo>
                <a:lnTo>
                  <a:pt x="732" y="1172"/>
                </a:lnTo>
                <a:lnTo>
                  <a:pt x="768" y="1170"/>
                </a:lnTo>
                <a:lnTo>
                  <a:pt x="764" y="1172"/>
                </a:lnTo>
                <a:moveTo>
                  <a:pt x="577" y="894"/>
                </a:moveTo>
                <a:lnTo>
                  <a:pt x="647" y="890"/>
                </a:lnTo>
                <a:lnTo>
                  <a:pt x="629" y="878"/>
                </a:lnTo>
                <a:lnTo>
                  <a:pt x="605" y="873"/>
                </a:lnTo>
                <a:lnTo>
                  <a:pt x="581" y="878"/>
                </a:lnTo>
                <a:lnTo>
                  <a:pt x="557" y="893"/>
                </a:lnTo>
                <a:lnTo>
                  <a:pt x="552" y="899"/>
                </a:lnTo>
                <a:lnTo>
                  <a:pt x="577" y="894"/>
                </a:lnTo>
                <a:close/>
              </a:path>
            </a:pathLst>
          </a:custGeom>
          <a:solidFill>
            <a:srgbClr val="619C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2225520" y="5124240"/>
            <a:ext cx="783360" cy="554400"/>
          </a:xfrm>
          <a:custGeom>
            <a:avLst/>
            <a:gdLst/>
            <a:ahLst/>
            <a:rect l="0" t="0" r="r" b="b"/>
            <a:pathLst>
              <a:path w="2176" h="1540">
                <a:moveTo>
                  <a:pt x="647" y="278"/>
                </a:moveTo>
                <a:lnTo>
                  <a:pt x="695" y="224"/>
                </a:lnTo>
                <a:lnTo>
                  <a:pt x="750" y="175"/>
                </a:lnTo>
                <a:lnTo>
                  <a:pt x="813" y="129"/>
                </a:lnTo>
                <a:lnTo>
                  <a:pt x="882" y="90"/>
                </a:lnTo>
                <a:lnTo>
                  <a:pt x="958" y="57"/>
                </a:lnTo>
                <a:lnTo>
                  <a:pt x="1040" y="30"/>
                </a:lnTo>
                <a:lnTo>
                  <a:pt x="1126" y="12"/>
                </a:lnTo>
                <a:lnTo>
                  <a:pt x="1218" y="1"/>
                </a:lnTo>
                <a:lnTo>
                  <a:pt x="1313" y="0"/>
                </a:lnTo>
                <a:lnTo>
                  <a:pt x="1411" y="8"/>
                </a:lnTo>
                <a:lnTo>
                  <a:pt x="1512" y="25"/>
                </a:lnTo>
                <a:lnTo>
                  <a:pt x="1581" y="63"/>
                </a:lnTo>
                <a:lnTo>
                  <a:pt x="1647" y="107"/>
                </a:lnTo>
                <a:lnTo>
                  <a:pt x="1712" y="155"/>
                </a:lnTo>
                <a:lnTo>
                  <a:pt x="1774" y="208"/>
                </a:lnTo>
                <a:lnTo>
                  <a:pt x="1834" y="267"/>
                </a:lnTo>
                <a:lnTo>
                  <a:pt x="1891" y="330"/>
                </a:lnTo>
                <a:lnTo>
                  <a:pt x="1945" y="399"/>
                </a:lnTo>
                <a:lnTo>
                  <a:pt x="1994" y="471"/>
                </a:lnTo>
                <a:lnTo>
                  <a:pt x="2040" y="547"/>
                </a:lnTo>
                <a:lnTo>
                  <a:pt x="2081" y="628"/>
                </a:lnTo>
                <a:lnTo>
                  <a:pt x="2118" y="712"/>
                </a:lnTo>
                <a:lnTo>
                  <a:pt x="2149" y="799"/>
                </a:lnTo>
                <a:lnTo>
                  <a:pt x="2176" y="890"/>
                </a:lnTo>
                <a:lnTo>
                  <a:pt x="2092" y="966"/>
                </a:lnTo>
                <a:lnTo>
                  <a:pt x="2005" y="1033"/>
                </a:lnTo>
                <a:lnTo>
                  <a:pt x="1915" y="1091"/>
                </a:lnTo>
                <a:lnTo>
                  <a:pt x="1824" y="1140"/>
                </a:lnTo>
                <a:lnTo>
                  <a:pt x="1730" y="1180"/>
                </a:lnTo>
                <a:lnTo>
                  <a:pt x="1636" y="1211"/>
                </a:lnTo>
                <a:lnTo>
                  <a:pt x="1542" y="1233"/>
                </a:lnTo>
                <a:lnTo>
                  <a:pt x="1448" y="1246"/>
                </a:lnTo>
                <a:lnTo>
                  <a:pt x="1355" y="1251"/>
                </a:lnTo>
                <a:lnTo>
                  <a:pt x="1265" y="1246"/>
                </a:lnTo>
                <a:lnTo>
                  <a:pt x="1177" y="1234"/>
                </a:lnTo>
                <a:lnTo>
                  <a:pt x="1092" y="1213"/>
                </a:lnTo>
                <a:lnTo>
                  <a:pt x="1011" y="1185"/>
                </a:lnTo>
                <a:lnTo>
                  <a:pt x="935" y="1149"/>
                </a:lnTo>
                <a:lnTo>
                  <a:pt x="863" y="1106"/>
                </a:lnTo>
                <a:lnTo>
                  <a:pt x="817" y="1144"/>
                </a:lnTo>
                <a:lnTo>
                  <a:pt x="764" y="1172"/>
                </a:lnTo>
                <a:lnTo>
                  <a:pt x="707" y="1190"/>
                </a:lnTo>
                <a:lnTo>
                  <a:pt x="647" y="1196"/>
                </a:lnTo>
                <a:lnTo>
                  <a:pt x="615" y="1262"/>
                </a:lnTo>
                <a:lnTo>
                  <a:pt x="571" y="1325"/>
                </a:lnTo>
                <a:lnTo>
                  <a:pt x="516" y="1382"/>
                </a:lnTo>
                <a:lnTo>
                  <a:pt x="450" y="1432"/>
                </a:lnTo>
                <a:lnTo>
                  <a:pt x="375" y="1474"/>
                </a:lnTo>
                <a:lnTo>
                  <a:pt x="291" y="1507"/>
                </a:lnTo>
                <a:lnTo>
                  <a:pt x="200" y="1529"/>
                </a:lnTo>
                <a:lnTo>
                  <a:pt x="102" y="1540"/>
                </a:lnTo>
                <a:lnTo>
                  <a:pt x="0" y="1538"/>
                </a:lnTo>
                <a:lnTo>
                  <a:pt x="14" y="1451"/>
                </a:lnTo>
                <a:lnTo>
                  <a:pt x="37" y="1368"/>
                </a:lnTo>
                <a:lnTo>
                  <a:pt x="67" y="1291"/>
                </a:lnTo>
                <a:lnTo>
                  <a:pt x="105" y="1218"/>
                </a:lnTo>
                <a:lnTo>
                  <a:pt x="148" y="1152"/>
                </a:lnTo>
                <a:lnTo>
                  <a:pt x="198" y="1093"/>
                </a:lnTo>
                <a:lnTo>
                  <a:pt x="252" y="1040"/>
                </a:lnTo>
                <a:lnTo>
                  <a:pt x="311" y="995"/>
                </a:lnTo>
                <a:lnTo>
                  <a:pt x="374" y="958"/>
                </a:lnTo>
                <a:lnTo>
                  <a:pt x="439" y="928"/>
                </a:lnTo>
                <a:lnTo>
                  <a:pt x="507" y="907"/>
                </a:lnTo>
                <a:lnTo>
                  <a:pt x="577" y="894"/>
                </a:lnTo>
                <a:lnTo>
                  <a:pt x="647" y="890"/>
                </a:lnTo>
                <a:lnTo>
                  <a:pt x="629" y="878"/>
                </a:lnTo>
                <a:lnTo>
                  <a:pt x="605" y="873"/>
                </a:lnTo>
                <a:lnTo>
                  <a:pt x="581" y="878"/>
                </a:lnTo>
                <a:lnTo>
                  <a:pt x="557" y="893"/>
                </a:lnTo>
                <a:lnTo>
                  <a:pt x="537" y="916"/>
                </a:lnTo>
                <a:lnTo>
                  <a:pt x="524" y="948"/>
                </a:lnTo>
                <a:lnTo>
                  <a:pt x="520" y="985"/>
                </a:lnTo>
                <a:lnTo>
                  <a:pt x="527" y="1025"/>
                </a:lnTo>
                <a:lnTo>
                  <a:pt x="546" y="1066"/>
                </a:lnTo>
                <a:lnTo>
                  <a:pt x="576" y="1105"/>
                </a:lnTo>
                <a:lnTo>
                  <a:pt x="619" y="1137"/>
                </a:lnTo>
                <a:lnTo>
                  <a:pt x="671" y="1161"/>
                </a:lnTo>
                <a:lnTo>
                  <a:pt x="732" y="1172"/>
                </a:lnTo>
                <a:lnTo>
                  <a:pt x="798" y="1169"/>
                </a:lnTo>
                <a:lnTo>
                  <a:pt x="866" y="1150"/>
                </a:lnTo>
                <a:lnTo>
                  <a:pt x="931" y="1115"/>
                </a:lnTo>
                <a:lnTo>
                  <a:pt x="991" y="1063"/>
                </a:lnTo>
                <a:lnTo>
                  <a:pt x="1041" y="995"/>
                </a:lnTo>
                <a:lnTo>
                  <a:pt x="1077" y="915"/>
                </a:lnTo>
                <a:lnTo>
                  <a:pt x="1095" y="824"/>
                </a:lnTo>
                <a:lnTo>
                  <a:pt x="1094" y="728"/>
                </a:lnTo>
                <a:lnTo>
                  <a:pt x="1071" y="629"/>
                </a:lnTo>
                <a:lnTo>
                  <a:pt x="1026" y="533"/>
                </a:lnTo>
                <a:lnTo>
                  <a:pt x="959" y="445"/>
                </a:lnTo>
                <a:lnTo>
                  <a:pt x="872" y="370"/>
                </a:lnTo>
                <a:lnTo>
                  <a:pt x="766" y="313"/>
                </a:lnTo>
                <a:lnTo>
                  <a:pt x="647" y="278"/>
                </a:lnTo>
                <a:close/>
              </a:path>
            </a:pathLst>
          </a:custGeom>
          <a:noFill/>
          <a:ln w="24120">
            <a:solidFill>
              <a:srgbClr val="619CFF"/>
            </a:solidFill>
            <a:round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2343240" y="5117400"/>
            <a:ext cx="804960" cy="489600"/>
          </a:xfrm>
          <a:custGeom>
            <a:avLst/>
            <a:gdLst/>
            <a:ahLst/>
            <a:rect l="0" t="0" r="r" b="b"/>
            <a:pathLst>
              <a:path fill="none" w="2236" h="1360">
                <a:moveTo>
                  <a:pt x="320" y="569"/>
                </a:moveTo>
                <a:lnTo>
                  <a:pt x="345" y="497"/>
                </a:lnTo>
                <a:lnTo>
                  <a:pt x="379" y="427"/>
                </a:lnTo>
                <a:lnTo>
                  <a:pt x="421" y="360"/>
                </a:lnTo>
                <a:lnTo>
                  <a:pt x="471" y="297"/>
                </a:lnTo>
                <a:lnTo>
                  <a:pt x="530" y="238"/>
                </a:lnTo>
                <a:lnTo>
                  <a:pt x="596" y="184"/>
                </a:lnTo>
                <a:lnTo>
                  <a:pt x="669" y="135"/>
                </a:lnTo>
                <a:lnTo>
                  <a:pt x="749" y="93"/>
                </a:lnTo>
                <a:lnTo>
                  <a:pt x="835" y="58"/>
                </a:lnTo>
                <a:lnTo>
                  <a:pt x="926" y="30"/>
                </a:lnTo>
                <a:lnTo>
                  <a:pt x="1023" y="11"/>
                </a:lnTo>
                <a:lnTo>
                  <a:pt x="1124" y="1"/>
                </a:lnTo>
                <a:lnTo>
                  <a:pt x="1229" y="0"/>
                </a:lnTo>
                <a:lnTo>
                  <a:pt x="1306" y="20"/>
                </a:lnTo>
                <a:lnTo>
                  <a:pt x="1385" y="48"/>
                </a:lnTo>
                <a:lnTo>
                  <a:pt x="1463" y="80"/>
                </a:lnTo>
                <a:lnTo>
                  <a:pt x="1540" y="118"/>
                </a:lnTo>
                <a:lnTo>
                  <a:pt x="1616" y="162"/>
                </a:lnTo>
                <a:lnTo>
                  <a:pt x="1691" y="212"/>
                </a:lnTo>
                <a:lnTo>
                  <a:pt x="1764" y="267"/>
                </a:lnTo>
                <a:lnTo>
                  <a:pt x="1834" y="328"/>
                </a:lnTo>
                <a:lnTo>
                  <a:pt x="1903" y="395"/>
                </a:lnTo>
                <a:lnTo>
                  <a:pt x="1968" y="468"/>
                </a:lnTo>
                <a:lnTo>
                  <a:pt x="2030" y="546"/>
                </a:lnTo>
                <a:lnTo>
                  <a:pt x="2088" y="629"/>
                </a:lnTo>
                <a:lnTo>
                  <a:pt x="2142" y="718"/>
                </a:lnTo>
                <a:lnTo>
                  <a:pt x="2191" y="811"/>
                </a:lnTo>
                <a:lnTo>
                  <a:pt x="2236" y="909"/>
                </a:lnTo>
                <a:lnTo>
                  <a:pt x="2149" y="989"/>
                </a:lnTo>
                <a:lnTo>
                  <a:pt x="2058" y="1061"/>
                </a:lnTo>
                <a:lnTo>
                  <a:pt x="1966" y="1126"/>
                </a:lnTo>
                <a:lnTo>
                  <a:pt x="1871" y="1182"/>
                </a:lnTo>
                <a:lnTo>
                  <a:pt x="1774" y="1231"/>
                </a:lnTo>
                <a:lnTo>
                  <a:pt x="1676" y="1272"/>
                </a:lnTo>
                <a:lnTo>
                  <a:pt x="1577" y="1305"/>
                </a:lnTo>
                <a:lnTo>
                  <a:pt x="1479" y="1330"/>
                </a:lnTo>
                <a:lnTo>
                  <a:pt x="1380" y="1348"/>
                </a:lnTo>
                <a:lnTo>
                  <a:pt x="1282" y="1357"/>
                </a:lnTo>
                <a:lnTo>
                  <a:pt x="1186" y="1360"/>
                </a:lnTo>
                <a:lnTo>
                  <a:pt x="1091" y="1354"/>
                </a:lnTo>
                <a:lnTo>
                  <a:pt x="999" y="1341"/>
                </a:lnTo>
                <a:lnTo>
                  <a:pt x="910" y="1322"/>
                </a:lnTo>
                <a:lnTo>
                  <a:pt x="823" y="1295"/>
                </a:lnTo>
                <a:lnTo>
                  <a:pt x="741" y="1262"/>
                </a:lnTo>
                <a:lnTo>
                  <a:pt x="662" y="1222"/>
                </a:lnTo>
                <a:lnTo>
                  <a:pt x="588" y="1176"/>
                </a:lnTo>
                <a:lnTo>
                  <a:pt x="499" y="1176"/>
                </a:lnTo>
                <a:lnTo>
                  <a:pt x="422" y="1154"/>
                </a:lnTo>
                <a:lnTo>
                  <a:pt x="361" y="1113"/>
                </a:lnTo>
                <a:lnTo>
                  <a:pt x="320" y="1060"/>
                </a:lnTo>
                <a:lnTo>
                  <a:pt x="287" y="1118"/>
                </a:lnTo>
                <a:lnTo>
                  <a:pt x="236" y="1168"/>
                </a:lnTo>
                <a:lnTo>
                  <a:pt x="169" y="1205"/>
                </a:lnTo>
                <a:lnTo>
                  <a:pt x="90" y="1227"/>
                </a:lnTo>
                <a:lnTo>
                  <a:pt x="0" y="1230"/>
                </a:lnTo>
                <a:lnTo>
                  <a:pt x="7" y="1149"/>
                </a:lnTo>
                <a:lnTo>
                  <a:pt x="30" y="1077"/>
                </a:lnTo>
                <a:lnTo>
                  <a:pt x="64" y="1015"/>
                </a:lnTo>
                <a:lnTo>
                  <a:pt x="110" y="966"/>
                </a:lnTo>
                <a:lnTo>
                  <a:pt x="162" y="930"/>
                </a:lnTo>
                <a:lnTo>
                  <a:pt x="220" y="909"/>
                </a:lnTo>
                <a:lnTo>
                  <a:pt x="170" y="869"/>
                </a:lnTo>
                <a:lnTo>
                  <a:pt x="139" y="804"/>
                </a:lnTo>
                <a:lnTo>
                  <a:pt x="133" y="722"/>
                </a:lnTo>
              </a:path>
            </a:pathLst>
          </a:custGeom>
          <a:ln w="24120">
            <a:solidFill>
              <a:srgbClr val="00BFC4"/>
            </a:solidFill>
            <a:round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2384640" y="5033520"/>
            <a:ext cx="650160" cy="560520"/>
          </a:xfrm>
          <a:custGeom>
            <a:avLst/>
            <a:gdLst/>
            <a:ahLst/>
            <a:rect l="0" t="0" r="r" b="b"/>
            <a:pathLst>
              <a:path fill="none" w="1806" h="1557">
                <a:moveTo>
                  <a:pt x="205" y="519"/>
                </a:moveTo>
                <a:lnTo>
                  <a:pt x="244" y="450"/>
                </a:lnTo>
                <a:lnTo>
                  <a:pt x="291" y="384"/>
                </a:lnTo>
                <a:lnTo>
                  <a:pt x="345" y="321"/>
                </a:lnTo>
                <a:lnTo>
                  <a:pt x="406" y="262"/>
                </a:lnTo>
                <a:lnTo>
                  <a:pt x="474" y="208"/>
                </a:lnTo>
                <a:lnTo>
                  <a:pt x="549" y="159"/>
                </a:lnTo>
                <a:lnTo>
                  <a:pt x="630" y="115"/>
                </a:lnTo>
                <a:lnTo>
                  <a:pt x="718" y="77"/>
                </a:lnTo>
                <a:lnTo>
                  <a:pt x="810" y="47"/>
                </a:lnTo>
                <a:lnTo>
                  <a:pt x="908" y="23"/>
                </a:lnTo>
                <a:lnTo>
                  <a:pt x="1010" y="7"/>
                </a:lnTo>
                <a:lnTo>
                  <a:pt x="1116" y="0"/>
                </a:lnTo>
                <a:lnTo>
                  <a:pt x="1225" y="1"/>
                </a:lnTo>
                <a:lnTo>
                  <a:pt x="1336" y="10"/>
                </a:lnTo>
                <a:lnTo>
                  <a:pt x="1398" y="75"/>
                </a:lnTo>
                <a:lnTo>
                  <a:pt x="1456" y="144"/>
                </a:lnTo>
                <a:lnTo>
                  <a:pt x="1511" y="216"/>
                </a:lnTo>
                <a:lnTo>
                  <a:pt x="1561" y="290"/>
                </a:lnTo>
                <a:lnTo>
                  <a:pt x="1606" y="367"/>
                </a:lnTo>
                <a:lnTo>
                  <a:pt x="1647" y="447"/>
                </a:lnTo>
                <a:lnTo>
                  <a:pt x="1684" y="529"/>
                </a:lnTo>
                <a:lnTo>
                  <a:pt x="1716" y="613"/>
                </a:lnTo>
                <a:lnTo>
                  <a:pt x="1743" y="698"/>
                </a:lnTo>
                <a:lnTo>
                  <a:pt x="1766" y="785"/>
                </a:lnTo>
                <a:lnTo>
                  <a:pt x="1783" y="874"/>
                </a:lnTo>
                <a:lnTo>
                  <a:pt x="1796" y="963"/>
                </a:lnTo>
                <a:lnTo>
                  <a:pt x="1803" y="1052"/>
                </a:lnTo>
                <a:lnTo>
                  <a:pt x="1806" y="1142"/>
                </a:lnTo>
                <a:lnTo>
                  <a:pt x="1727" y="1222"/>
                </a:lnTo>
                <a:lnTo>
                  <a:pt x="1644" y="1293"/>
                </a:lnTo>
                <a:lnTo>
                  <a:pt x="1558" y="1356"/>
                </a:lnTo>
                <a:lnTo>
                  <a:pt x="1469" y="1411"/>
                </a:lnTo>
                <a:lnTo>
                  <a:pt x="1378" y="1456"/>
                </a:lnTo>
                <a:lnTo>
                  <a:pt x="1287" y="1494"/>
                </a:lnTo>
                <a:lnTo>
                  <a:pt x="1195" y="1522"/>
                </a:lnTo>
                <a:lnTo>
                  <a:pt x="1104" y="1542"/>
                </a:lnTo>
                <a:lnTo>
                  <a:pt x="1013" y="1554"/>
                </a:lnTo>
                <a:lnTo>
                  <a:pt x="924" y="1557"/>
                </a:lnTo>
                <a:lnTo>
                  <a:pt x="836" y="1552"/>
                </a:lnTo>
                <a:lnTo>
                  <a:pt x="752" y="1539"/>
                </a:lnTo>
                <a:lnTo>
                  <a:pt x="670" y="1519"/>
                </a:lnTo>
                <a:lnTo>
                  <a:pt x="593" y="1491"/>
                </a:lnTo>
                <a:lnTo>
                  <a:pt x="520" y="1456"/>
                </a:lnTo>
                <a:lnTo>
                  <a:pt x="443" y="1440"/>
                </a:lnTo>
                <a:lnTo>
                  <a:pt x="374" y="1411"/>
                </a:lnTo>
                <a:lnTo>
                  <a:pt x="316" y="1371"/>
                </a:lnTo>
                <a:lnTo>
                  <a:pt x="268" y="1322"/>
                </a:lnTo>
                <a:lnTo>
                  <a:pt x="234" y="1266"/>
                </a:lnTo>
                <a:lnTo>
                  <a:pt x="213" y="1205"/>
                </a:lnTo>
                <a:lnTo>
                  <a:pt x="205" y="1142"/>
                </a:lnTo>
                <a:lnTo>
                  <a:pt x="197" y="1195"/>
                </a:lnTo>
                <a:lnTo>
                  <a:pt x="173" y="1243"/>
                </a:lnTo>
                <a:lnTo>
                  <a:pt x="133" y="1285"/>
                </a:lnTo>
                <a:lnTo>
                  <a:pt x="80" y="1315"/>
                </a:lnTo>
                <a:lnTo>
                  <a:pt x="17" y="1331"/>
                </a:lnTo>
                <a:lnTo>
                  <a:pt x="0" y="1261"/>
                </a:lnTo>
                <a:lnTo>
                  <a:pt x="5" y="1196"/>
                </a:lnTo>
                <a:lnTo>
                  <a:pt x="28" y="1142"/>
                </a:lnTo>
                <a:lnTo>
                  <a:pt x="41" y="1074"/>
                </a:lnTo>
                <a:lnTo>
                  <a:pt x="80" y="1016"/>
                </a:lnTo>
              </a:path>
            </a:pathLst>
          </a:custGeom>
          <a:ln w="24120">
            <a:solidFill>
              <a:srgbClr val="BE84DB"/>
            </a:solidFill>
            <a:round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2307960" y="5252040"/>
            <a:ext cx="1105920" cy="471600"/>
          </a:xfrm>
          <a:custGeom>
            <a:avLst/>
            <a:gdLst/>
            <a:ahLst/>
            <a:rect l="0" t="0" r="r" b="b"/>
            <a:pathLst>
              <a:path fill="none" w="3072" h="1310">
                <a:moveTo>
                  <a:pt x="418" y="535"/>
                </a:moveTo>
                <a:lnTo>
                  <a:pt x="430" y="490"/>
                </a:lnTo>
                <a:lnTo>
                  <a:pt x="465" y="453"/>
                </a:lnTo>
                <a:lnTo>
                  <a:pt x="517" y="435"/>
                </a:lnTo>
                <a:lnTo>
                  <a:pt x="588" y="374"/>
                </a:lnTo>
                <a:lnTo>
                  <a:pt x="662" y="318"/>
                </a:lnTo>
                <a:lnTo>
                  <a:pt x="739" y="265"/>
                </a:lnTo>
                <a:lnTo>
                  <a:pt x="820" y="217"/>
                </a:lnTo>
                <a:lnTo>
                  <a:pt x="904" y="173"/>
                </a:lnTo>
                <a:lnTo>
                  <a:pt x="990" y="134"/>
                </a:lnTo>
                <a:lnTo>
                  <a:pt x="1080" y="99"/>
                </a:lnTo>
                <a:lnTo>
                  <a:pt x="1171" y="70"/>
                </a:lnTo>
                <a:lnTo>
                  <a:pt x="1265" y="45"/>
                </a:lnTo>
                <a:lnTo>
                  <a:pt x="1362" y="26"/>
                </a:lnTo>
                <a:lnTo>
                  <a:pt x="1459" y="12"/>
                </a:lnTo>
                <a:lnTo>
                  <a:pt x="1558" y="3"/>
                </a:lnTo>
                <a:lnTo>
                  <a:pt x="1659" y="0"/>
                </a:lnTo>
                <a:lnTo>
                  <a:pt x="1760" y="1"/>
                </a:lnTo>
                <a:lnTo>
                  <a:pt x="1863" y="9"/>
                </a:lnTo>
                <a:lnTo>
                  <a:pt x="1966" y="22"/>
                </a:lnTo>
                <a:lnTo>
                  <a:pt x="2069" y="40"/>
                </a:lnTo>
                <a:lnTo>
                  <a:pt x="2173" y="64"/>
                </a:lnTo>
                <a:lnTo>
                  <a:pt x="2276" y="94"/>
                </a:lnTo>
                <a:lnTo>
                  <a:pt x="2379" y="129"/>
                </a:lnTo>
                <a:lnTo>
                  <a:pt x="2482" y="170"/>
                </a:lnTo>
                <a:lnTo>
                  <a:pt x="2584" y="217"/>
                </a:lnTo>
                <a:lnTo>
                  <a:pt x="2685" y="269"/>
                </a:lnTo>
                <a:lnTo>
                  <a:pt x="2784" y="327"/>
                </a:lnTo>
                <a:lnTo>
                  <a:pt x="2882" y="391"/>
                </a:lnTo>
                <a:lnTo>
                  <a:pt x="2978" y="460"/>
                </a:lnTo>
                <a:lnTo>
                  <a:pt x="3072" y="535"/>
                </a:lnTo>
                <a:lnTo>
                  <a:pt x="2991" y="631"/>
                </a:lnTo>
                <a:lnTo>
                  <a:pt x="2906" y="721"/>
                </a:lnTo>
                <a:lnTo>
                  <a:pt x="2818" y="805"/>
                </a:lnTo>
                <a:lnTo>
                  <a:pt x="2727" y="883"/>
                </a:lnTo>
                <a:lnTo>
                  <a:pt x="2634" y="954"/>
                </a:lnTo>
                <a:lnTo>
                  <a:pt x="2539" y="1019"/>
                </a:lnTo>
                <a:lnTo>
                  <a:pt x="2442" y="1077"/>
                </a:lnTo>
                <a:lnTo>
                  <a:pt x="2345" y="1129"/>
                </a:lnTo>
                <a:lnTo>
                  <a:pt x="2246" y="1174"/>
                </a:lnTo>
                <a:lnTo>
                  <a:pt x="2146" y="1213"/>
                </a:lnTo>
                <a:lnTo>
                  <a:pt x="2047" y="1245"/>
                </a:lnTo>
                <a:lnTo>
                  <a:pt x="1947" y="1271"/>
                </a:lnTo>
                <a:lnTo>
                  <a:pt x="1848" y="1290"/>
                </a:lnTo>
                <a:lnTo>
                  <a:pt x="1750" y="1303"/>
                </a:lnTo>
                <a:lnTo>
                  <a:pt x="1652" y="1310"/>
                </a:lnTo>
                <a:lnTo>
                  <a:pt x="1557" y="1310"/>
                </a:lnTo>
                <a:lnTo>
                  <a:pt x="1463" y="1305"/>
                </a:lnTo>
                <a:lnTo>
                  <a:pt x="1371" y="1294"/>
                </a:lnTo>
                <a:lnTo>
                  <a:pt x="1281" y="1277"/>
                </a:lnTo>
                <a:lnTo>
                  <a:pt x="1193" y="1254"/>
                </a:lnTo>
                <a:lnTo>
                  <a:pt x="1110" y="1226"/>
                </a:lnTo>
                <a:lnTo>
                  <a:pt x="1008" y="1225"/>
                </a:lnTo>
                <a:lnTo>
                  <a:pt x="911" y="1213"/>
                </a:lnTo>
                <a:lnTo>
                  <a:pt x="820" y="1190"/>
                </a:lnTo>
                <a:lnTo>
                  <a:pt x="735" y="1157"/>
                </a:lnTo>
                <a:lnTo>
                  <a:pt x="659" y="1116"/>
                </a:lnTo>
                <a:lnTo>
                  <a:pt x="591" y="1066"/>
                </a:lnTo>
                <a:lnTo>
                  <a:pt x="533" y="1010"/>
                </a:lnTo>
                <a:lnTo>
                  <a:pt x="484" y="949"/>
                </a:lnTo>
                <a:lnTo>
                  <a:pt x="446" y="883"/>
                </a:lnTo>
                <a:lnTo>
                  <a:pt x="418" y="814"/>
                </a:lnTo>
                <a:lnTo>
                  <a:pt x="370" y="839"/>
                </a:lnTo>
                <a:lnTo>
                  <a:pt x="315" y="854"/>
                </a:lnTo>
                <a:lnTo>
                  <a:pt x="254" y="859"/>
                </a:lnTo>
                <a:lnTo>
                  <a:pt x="189" y="851"/>
                </a:lnTo>
                <a:lnTo>
                  <a:pt x="122" y="831"/>
                </a:lnTo>
                <a:lnTo>
                  <a:pt x="80" y="781"/>
                </a:lnTo>
                <a:lnTo>
                  <a:pt x="45" y="725"/>
                </a:lnTo>
                <a:lnTo>
                  <a:pt x="20" y="665"/>
                </a:lnTo>
                <a:lnTo>
                  <a:pt x="5" y="601"/>
                </a:lnTo>
                <a:lnTo>
                  <a:pt x="0" y="535"/>
                </a:lnTo>
                <a:lnTo>
                  <a:pt x="62" y="495"/>
                </a:lnTo>
                <a:lnTo>
                  <a:pt x="127" y="468"/>
                </a:lnTo>
                <a:lnTo>
                  <a:pt x="192" y="455"/>
                </a:lnTo>
                <a:lnTo>
                  <a:pt x="257" y="456"/>
                </a:lnTo>
                <a:lnTo>
                  <a:pt x="317" y="471"/>
                </a:lnTo>
                <a:lnTo>
                  <a:pt x="372" y="498"/>
                </a:lnTo>
                <a:lnTo>
                  <a:pt x="418" y="535"/>
                </a:lnTo>
              </a:path>
            </a:pathLst>
          </a:custGeom>
          <a:ln w="24120">
            <a:solidFill>
              <a:srgbClr val="F8766D"/>
            </a:solidFill>
            <a:round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2341800" y="4938840"/>
            <a:ext cx="737280" cy="661320"/>
          </a:xfrm>
          <a:custGeom>
            <a:avLst/>
            <a:gdLst/>
            <a:ahLst/>
            <a:rect l="0" t="0" r="r" b="b"/>
            <a:pathLst>
              <a:path fill="none" w="2048" h="1837">
                <a:moveTo>
                  <a:pt x="324" y="1405"/>
                </a:moveTo>
                <a:lnTo>
                  <a:pt x="327" y="1322"/>
                </a:lnTo>
                <a:lnTo>
                  <a:pt x="335" y="1240"/>
                </a:lnTo>
                <a:lnTo>
                  <a:pt x="349" y="1158"/>
                </a:lnTo>
                <a:lnTo>
                  <a:pt x="368" y="1077"/>
                </a:lnTo>
                <a:lnTo>
                  <a:pt x="392" y="997"/>
                </a:lnTo>
                <a:lnTo>
                  <a:pt x="421" y="918"/>
                </a:lnTo>
                <a:lnTo>
                  <a:pt x="456" y="841"/>
                </a:lnTo>
                <a:lnTo>
                  <a:pt x="496" y="766"/>
                </a:lnTo>
                <a:lnTo>
                  <a:pt x="541" y="693"/>
                </a:lnTo>
                <a:lnTo>
                  <a:pt x="590" y="622"/>
                </a:lnTo>
                <a:lnTo>
                  <a:pt x="645" y="553"/>
                </a:lnTo>
                <a:lnTo>
                  <a:pt x="705" y="488"/>
                </a:lnTo>
                <a:lnTo>
                  <a:pt x="769" y="426"/>
                </a:lnTo>
                <a:lnTo>
                  <a:pt x="838" y="366"/>
                </a:lnTo>
                <a:lnTo>
                  <a:pt x="910" y="311"/>
                </a:lnTo>
                <a:lnTo>
                  <a:pt x="987" y="259"/>
                </a:lnTo>
                <a:lnTo>
                  <a:pt x="1068" y="211"/>
                </a:lnTo>
                <a:lnTo>
                  <a:pt x="1153" y="167"/>
                </a:lnTo>
                <a:lnTo>
                  <a:pt x="1241" y="127"/>
                </a:lnTo>
                <a:lnTo>
                  <a:pt x="1333" y="92"/>
                </a:lnTo>
                <a:lnTo>
                  <a:pt x="1427" y="62"/>
                </a:lnTo>
                <a:lnTo>
                  <a:pt x="1525" y="36"/>
                </a:lnTo>
                <a:lnTo>
                  <a:pt x="1626" y="15"/>
                </a:lnTo>
                <a:lnTo>
                  <a:pt x="1729" y="0"/>
                </a:lnTo>
                <a:lnTo>
                  <a:pt x="1782" y="85"/>
                </a:lnTo>
                <a:lnTo>
                  <a:pt x="1831" y="170"/>
                </a:lnTo>
                <a:lnTo>
                  <a:pt x="1874" y="257"/>
                </a:lnTo>
                <a:lnTo>
                  <a:pt x="1913" y="345"/>
                </a:lnTo>
                <a:lnTo>
                  <a:pt x="1946" y="434"/>
                </a:lnTo>
                <a:lnTo>
                  <a:pt x="1975" y="523"/>
                </a:lnTo>
                <a:lnTo>
                  <a:pt x="1999" y="613"/>
                </a:lnTo>
                <a:lnTo>
                  <a:pt x="2019" y="704"/>
                </a:lnTo>
                <a:lnTo>
                  <a:pt x="2033" y="794"/>
                </a:lnTo>
                <a:lnTo>
                  <a:pt x="2043" y="884"/>
                </a:lnTo>
                <a:lnTo>
                  <a:pt x="2048" y="974"/>
                </a:lnTo>
                <a:lnTo>
                  <a:pt x="2048" y="1062"/>
                </a:lnTo>
                <a:lnTo>
                  <a:pt x="2044" y="1150"/>
                </a:lnTo>
                <a:lnTo>
                  <a:pt x="2035" y="1237"/>
                </a:lnTo>
                <a:lnTo>
                  <a:pt x="2022" y="1322"/>
                </a:lnTo>
                <a:lnTo>
                  <a:pt x="2005" y="1405"/>
                </a:lnTo>
                <a:lnTo>
                  <a:pt x="1927" y="1484"/>
                </a:lnTo>
                <a:lnTo>
                  <a:pt x="1845" y="1555"/>
                </a:lnTo>
                <a:lnTo>
                  <a:pt x="1761" y="1618"/>
                </a:lnTo>
                <a:lnTo>
                  <a:pt x="1673" y="1673"/>
                </a:lnTo>
                <a:lnTo>
                  <a:pt x="1585" y="1721"/>
                </a:lnTo>
                <a:lnTo>
                  <a:pt x="1495" y="1760"/>
                </a:lnTo>
                <a:lnTo>
                  <a:pt x="1404" y="1791"/>
                </a:lnTo>
                <a:lnTo>
                  <a:pt x="1313" y="1814"/>
                </a:lnTo>
                <a:lnTo>
                  <a:pt x="1223" y="1829"/>
                </a:lnTo>
                <a:lnTo>
                  <a:pt x="1134" y="1837"/>
                </a:lnTo>
                <a:lnTo>
                  <a:pt x="1046" y="1837"/>
                </a:lnTo>
                <a:lnTo>
                  <a:pt x="960" y="1829"/>
                </a:lnTo>
                <a:lnTo>
                  <a:pt x="877" y="1814"/>
                </a:lnTo>
                <a:lnTo>
                  <a:pt x="798" y="1793"/>
                </a:lnTo>
                <a:lnTo>
                  <a:pt x="722" y="1764"/>
                </a:lnTo>
                <a:lnTo>
                  <a:pt x="648" y="1729"/>
                </a:lnTo>
                <a:lnTo>
                  <a:pt x="558" y="1726"/>
                </a:lnTo>
                <a:lnTo>
                  <a:pt x="477" y="1705"/>
                </a:lnTo>
                <a:lnTo>
                  <a:pt x="409" y="1666"/>
                </a:lnTo>
                <a:lnTo>
                  <a:pt x="358" y="1616"/>
                </a:lnTo>
                <a:lnTo>
                  <a:pt x="324" y="1558"/>
                </a:lnTo>
                <a:lnTo>
                  <a:pt x="291" y="1616"/>
                </a:lnTo>
                <a:lnTo>
                  <a:pt x="239" y="1666"/>
                </a:lnTo>
                <a:lnTo>
                  <a:pt x="172" y="1705"/>
                </a:lnTo>
                <a:lnTo>
                  <a:pt x="91" y="1726"/>
                </a:lnTo>
                <a:lnTo>
                  <a:pt x="0" y="1729"/>
                </a:lnTo>
                <a:lnTo>
                  <a:pt x="3" y="1638"/>
                </a:lnTo>
                <a:lnTo>
                  <a:pt x="25" y="1558"/>
                </a:lnTo>
                <a:lnTo>
                  <a:pt x="63" y="1490"/>
                </a:lnTo>
                <a:lnTo>
                  <a:pt x="113" y="1439"/>
                </a:lnTo>
                <a:lnTo>
                  <a:pt x="172" y="1405"/>
                </a:lnTo>
                <a:lnTo>
                  <a:pt x="226" y="1379"/>
                </a:lnTo>
                <a:lnTo>
                  <a:pt x="280" y="1380"/>
                </a:lnTo>
                <a:lnTo>
                  <a:pt x="324" y="1405"/>
                </a:lnTo>
              </a:path>
            </a:pathLst>
          </a:custGeom>
          <a:ln w="24120">
            <a:solidFill>
              <a:srgbClr val="7AD151"/>
            </a:solidFill>
            <a:round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2320560" y="4891320"/>
            <a:ext cx="771120" cy="665640"/>
          </a:xfrm>
          <a:custGeom>
            <a:avLst/>
            <a:gdLst/>
            <a:ahLst/>
            <a:rect l="0" t="0" r="r" b="b"/>
            <a:pathLst>
              <a:path fill="none" w="2142" h="1849">
                <a:moveTo>
                  <a:pt x="383" y="1266"/>
                </a:moveTo>
                <a:lnTo>
                  <a:pt x="396" y="1179"/>
                </a:lnTo>
                <a:lnTo>
                  <a:pt x="415" y="1094"/>
                </a:lnTo>
                <a:lnTo>
                  <a:pt x="440" y="1010"/>
                </a:lnTo>
                <a:lnTo>
                  <a:pt x="471" y="926"/>
                </a:lnTo>
                <a:lnTo>
                  <a:pt x="508" y="845"/>
                </a:lnTo>
                <a:lnTo>
                  <a:pt x="551" y="765"/>
                </a:lnTo>
                <a:lnTo>
                  <a:pt x="600" y="688"/>
                </a:lnTo>
                <a:lnTo>
                  <a:pt x="655" y="614"/>
                </a:lnTo>
                <a:lnTo>
                  <a:pt x="715" y="542"/>
                </a:lnTo>
                <a:lnTo>
                  <a:pt x="780" y="473"/>
                </a:lnTo>
                <a:lnTo>
                  <a:pt x="851" y="408"/>
                </a:lnTo>
                <a:lnTo>
                  <a:pt x="927" y="347"/>
                </a:lnTo>
                <a:lnTo>
                  <a:pt x="1008" y="290"/>
                </a:lnTo>
                <a:lnTo>
                  <a:pt x="1094" y="236"/>
                </a:lnTo>
                <a:lnTo>
                  <a:pt x="1184" y="188"/>
                </a:lnTo>
                <a:lnTo>
                  <a:pt x="1279" y="145"/>
                </a:lnTo>
                <a:lnTo>
                  <a:pt x="1377" y="107"/>
                </a:lnTo>
                <a:lnTo>
                  <a:pt x="1479" y="74"/>
                </a:lnTo>
                <a:lnTo>
                  <a:pt x="1585" y="47"/>
                </a:lnTo>
                <a:lnTo>
                  <a:pt x="1694" y="25"/>
                </a:lnTo>
                <a:lnTo>
                  <a:pt x="1806" y="10"/>
                </a:lnTo>
                <a:lnTo>
                  <a:pt x="1920" y="0"/>
                </a:lnTo>
                <a:lnTo>
                  <a:pt x="1966" y="94"/>
                </a:lnTo>
                <a:lnTo>
                  <a:pt x="2006" y="189"/>
                </a:lnTo>
                <a:lnTo>
                  <a:pt x="2041" y="286"/>
                </a:lnTo>
                <a:lnTo>
                  <a:pt x="2071" y="382"/>
                </a:lnTo>
                <a:lnTo>
                  <a:pt x="2095" y="478"/>
                </a:lnTo>
                <a:lnTo>
                  <a:pt x="2114" y="573"/>
                </a:lnTo>
                <a:lnTo>
                  <a:pt x="2129" y="669"/>
                </a:lnTo>
                <a:lnTo>
                  <a:pt x="2138" y="763"/>
                </a:lnTo>
                <a:lnTo>
                  <a:pt x="2142" y="856"/>
                </a:lnTo>
                <a:lnTo>
                  <a:pt x="2141" y="948"/>
                </a:lnTo>
                <a:lnTo>
                  <a:pt x="2136" y="1039"/>
                </a:lnTo>
                <a:lnTo>
                  <a:pt x="2126" y="1128"/>
                </a:lnTo>
                <a:lnTo>
                  <a:pt x="2111" y="1214"/>
                </a:lnTo>
                <a:lnTo>
                  <a:pt x="2093" y="1299"/>
                </a:lnTo>
                <a:lnTo>
                  <a:pt x="2070" y="1381"/>
                </a:lnTo>
                <a:lnTo>
                  <a:pt x="2044" y="1460"/>
                </a:lnTo>
                <a:lnTo>
                  <a:pt x="2013" y="1537"/>
                </a:lnTo>
                <a:lnTo>
                  <a:pt x="1931" y="1598"/>
                </a:lnTo>
                <a:lnTo>
                  <a:pt x="1846" y="1652"/>
                </a:lnTo>
                <a:lnTo>
                  <a:pt x="1759" y="1700"/>
                </a:lnTo>
                <a:lnTo>
                  <a:pt x="1672" y="1741"/>
                </a:lnTo>
                <a:lnTo>
                  <a:pt x="1583" y="1775"/>
                </a:lnTo>
                <a:lnTo>
                  <a:pt x="1493" y="1803"/>
                </a:lnTo>
                <a:lnTo>
                  <a:pt x="1404" y="1825"/>
                </a:lnTo>
                <a:lnTo>
                  <a:pt x="1314" y="1839"/>
                </a:lnTo>
                <a:lnTo>
                  <a:pt x="1225" y="1847"/>
                </a:lnTo>
                <a:lnTo>
                  <a:pt x="1137" y="1849"/>
                </a:lnTo>
                <a:lnTo>
                  <a:pt x="1050" y="1844"/>
                </a:lnTo>
                <a:lnTo>
                  <a:pt x="964" y="1833"/>
                </a:lnTo>
                <a:lnTo>
                  <a:pt x="881" y="1816"/>
                </a:lnTo>
                <a:lnTo>
                  <a:pt x="800" y="1792"/>
                </a:lnTo>
                <a:lnTo>
                  <a:pt x="722" y="1763"/>
                </a:lnTo>
                <a:lnTo>
                  <a:pt x="647" y="1729"/>
                </a:lnTo>
                <a:lnTo>
                  <a:pt x="575" y="1688"/>
                </a:lnTo>
                <a:lnTo>
                  <a:pt x="507" y="1643"/>
                </a:lnTo>
                <a:lnTo>
                  <a:pt x="443" y="1592"/>
                </a:lnTo>
                <a:lnTo>
                  <a:pt x="383" y="1537"/>
                </a:lnTo>
                <a:lnTo>
                  <a:pt x="375" y="1591"/>
                </a:lnTo>
                <a:lnTo>
                  <a:pt x="350" y="1640"/>
                </a:lnTo>
                <a:lnTo>
                  <a:pt x="309" y="1682"/>
                </a:lnTo>
                <a:lnTo>
                  <a:pt x="256" y="1713"/>
                </a:lnTo>
                <a:lnTo>
                  <a:pt x="192" y="1729"/>
                </a:lnTo>
                <a:lnTo>
                  <a:pt x="208" y="1665"/>
                </a:lnTo>
                <a:lnTo>
                  <a:pt x="238" y="1611"/>
                </a:lnTo>
                <a:lnTo>
                  <a:pt x="280" y="1571"/>
                </a:lnTo>
                <a:lnTo>
                  <a:pt x="330" y="1546"/>
                </a:lnTo>
                <a:lnTo>
                  <a:pt x="383" y="1537"/>
                </a:lnTo>
                <a:lnTo>
                  <a:pt x="323" y="1532"/>
                </a:lnTo>
                <a:lnTo>
                  <a:pt x="265" y="1516"/>
                </a:lnTo>
                <a:lnTo>
                  <a:pt x="209" y="1490"/>
                </a:lnTo>
                <a:lnTo>
                  <a:pt x="157" y="1454"/>
                </a:lnTo>
                <a:lnTo>
                  <a:pt x="110" y="1410"/>
                </a:lnTo>
                <a:lnTo>
                  <a:pt x="70" y="1356"/>
                </a:lnTo>
                <a:lnTo>
                  <a:pt x="37" y="1295"/>
                </a:lnTo>
                <a:lnTo>
                  <a:pt x="14" y="1227"/>
                </a:lnTo>
                <a:lnTo>
                  <a:pt x="0" y="1153"/>
                </a:lnTo>
              </a:path>
            </a:pathLst>
          </a:custGeom>
          <a:ln w="24120">
            <a:solidFill>
              <a:srgbClr val="F1B722"/>
            </a:solidFill>
            <a:round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2225520" y="5124240"/>
            <a:ext cx="783360" cy="554400"/>
          </a:xfrm>
          <a:custGeom>
            <a:avLst/>
            <a:gdLst/>
            <a:ahLst/>
            <a:rect l="0" t="0" r="r" b="b"/>
            <a:pathLst>
              <a:path fill="none" w="2176" h="1540">
                <a:moveTo>
                  <a:pt x="647" y="278"/>
                </a:moveTo>
                <a:lnTo>
                  <a:pt x="695" y="224"/>
                </a:lnTo>
                <a:lnTo>
                  <a:pt x="750" y="175"/>
                </a:lnTo>
                <a:lnTo>
                  <a:pt x="813" y="129"/>
                </a:lnTo>
                <a:lnTo>
                  <a:pt x="882" y="90"/>
                </a:lnTo>
                <a:lnTo>
                  <a:pt x="958" y="57"/>
                </a:lnTo>
                <a:lnTo>
                  <a:pt x="1040" y="30"/>
                </a:lnTo>
                <a:lnTo>
                  <a:pt x="1126" y="12"/>
                </a:lnTo>
                <a:lnTo>
                  <a:pt x="1218" y="1"/>
                </a:lnTo>
                <a:lnTo>
                  <a:pt x="1313" y="0"/>
                </a:lnTo>
                <a:lnTo>
                  <a:pt x="1411" y="8"/>
                </a:lnTo>
                <a:lnTo>
                  <a:pt x="1512" y="25"/>
                </a:lnTo>
                <a:lnTo>
                  <a:pt x="1581" y="63"/>
                </a:lnTo>
                <a:lnTo>
                  <a:pt x="1647" y="107"/>
                </a:lnTo>
                <a:lnTo>
                  <a:pt x="1712" y="155"/>
                </a:lnTo>
                <a:lnTo>
                  <a:pt x="1774" y="208"/>
                </a:lnTo>
                <a:lnTo>
                  <a:pt x="1834" y="267"/>
                </a:lnTo>
                <a:lnTo>
                  <a:pt x="1891" y="330"/>
                </a:lnTo>
                <a:lnTo>
                  <a:pt x="1945" y="399"/>
                </a:lnTo>
                <a:lnTo>
                  <a:pt x="1994" y="471"/>
                </a:lnTo>
                <a:lnTo>
                  <a:pt x="2040" y="547"/>
                </a:lnTo>
                <a:lnTo>
                  <a:pt x="2081" y="628"/>
                </a:lnTo>
                <a:lnTo>
                  <a:pt x="2118" y="712"/>
                </a:lnTo>
                <a:lnTo>
                  <a:pt x="2149" y="799"/>
                </a:lnTo>
                <a:lnTo>
                  <a:pt x="2176" y="890"/>
                </a:lnTo>
                <a:lnTo>
                  <a:pt x="2092" y="966"/>
                </a:lnTo>
                <a:lnTo>
                  <a:pt x="2005" y="1033"/>
                </a:lnTo>
                <a:lnTo>
                  <a:pt x="1915" y="1091"/>
                </a:lnTo>
                <a:lnTo>
                  <a:pt x="1824" y="1140"/>
                </a:lnTo>
                <a:lnTo>
                  <a:pt x="1730" y="1180"/>
                </a:lnTo>
                <a:lnTo>
                  <a:pt x="1636" y="1211"/>
                </a:lnTo>
                <a:lnTo>
                  <a:pt x="1542" y="1233"/>
                </a:lnTo>
                <a:lnTo>
                  <a:pt x="1448" y="1246"/>
                </a:lnTo>
                <a:lnTo>
                  <a:pt x="1355" y="1251"/>
                </a:lnTo>
                <a:lnTo>
                  <a:pt x="1265" y="1246"/>
                </a:lnTo>
                <a:lnTo>
                  <a:pt x="1177" y="1234"/>
                </a:lnTo>
                <a:lnTo>
                  <a:pt x="1092" y="1213"/>
                </a:lnTo>
                <a:lnTo>
                  <a:pt x="1011" y="1185"/>
                </a:lnTo>
                <a:lnTo>
                  <a:pt x="935" y="1149"/>
                </a:lnTo>
                <a:lnTo>
                  <a:pt x="863" y="1106"/>
                </a:lnTo>
                <a:lnTo>
                  <a:pt x="817" y="1144"/>
                </a:lnTo>
                <a:lnTo>
                  <a:pt x="764" y="1172"/>
                </a:lnTo>
                <a:lnTo>
                  <a:pt x="707" y="1190"/>
                </a:lnTo>
                <a:lnTo>
                  <a:pt x="647" y="1196"/>
                </a:lnTo>
                <a:lnTo>
                  <a:pt x="615" y="1262"/>
                </a:lnTo>
                <a:lnTo>
                  <a:pt x="571" y="1325"/>
                </a:lnTo>
                <a:lnTo>
                  <a:pt x="516" y="1382"/>
                </a:lnTo>
                <a:lnTo>
                  <a:pt x="450" y="1432"/>
                </a:lnTo>
                <a:lnTo>
                  <a:pt x="375" y="1474"/>
                </a:lnTo>
                <a:lnTo>
                  <a:pt x="291" y="1507"/>
                </a:lnTo>
                <a:lnTo>
                  <a:pt x="200" y="1529"/>
                </a:lnTo>
                <a:lnTo>
                  <a:pt x="102" y="1540"/>
                </a:lnTo>
                <a:lnTo>
                  <a:pt x="0" y="1538"/>
                </a:lnTo>
                <a:lnTo>
                  <a:pt x="14" y="1451"/>
                </a:lnTo>
                <a:lnTo>
                  <a:pt x="37" y="1368"/>
                </a:lnTo>
                <a:lnTo>
                  <a:pt x="67" y="1291"/>
                </a:lnTo>
                <a:lnTo>
                  <a:pt x="105" y="1218"/>
                </a:lnTo>
                <a:lnTo>
                  <a:pt x="148" y="1152"/>
                </a:lnTo>
                <a:lnTo>
                  <a:pt x="198" y="1093"/>
                </a:lnTo>
                <a:lnTo>
                  <a:pt x="252" y="1040"/>
                </a:lnTo>
                <a:lnTo>
                  <a:pt x="311" y="995"/>
                </a:lnTo>
                <a:lnTo>
                  <a:pt x="374" y="958"/>
                </a:lnTo>
                <a:lnTo>
                  <a:pt x="439" y="928"/>
                </a:lnTo>
                <a:lnTo>
                  <a:pt x="507" y="907"/>
                </a:lnTo>
                <a:lnTo>
                  <a:pt x="577" y="894"/>
                </a:lnTo>
                <a:lnTo>
                  <a:pt x="647" y="890"/>
                </a:lnTo>
              </a:path>
            </a:pathLst>
          </a:custGeom>
          <a:ln w="24120">
            <a:solidFill>
              <a:srgbClr val="619CFF"/>
            </a:solidFill>
            <a:round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2425680" y="52891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2425680" y="52891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2752560" y="508428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2752560" y="508428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311472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311472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2521800" y="5507640"/>
            <a:ext cx="66240" cy="66600"/>
          </a:xfrm>
          <a:custGeom>
            <a:avLst/>
            <a:gdLst/>
            <a:ahLst/>
            <a:rect l="0" t="0" r="r" b="b"/>
            <a:pathLst>
              <a:path w="184" h="185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2521800" y="5507640"/>
            <a:ext cx="66240" cy="66600"/>
          </a:xfrm>
          <a:custGeom>
            <a:avLst/>
            <a:gdLst/>
            <a:ahLst/>
            <a:rect l="0" t="0" r="r" b="b"/>
            <a:pathLst>
              <a:path fill="none" w="184" h="185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2425680" y="546588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0"/>
                  <a:pt x="184" y="-30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2425680" y="546588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0"/>
                  <a:pt x="184" y="-30"/>
                  <a:pt x="184" y="92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2310120" y="55267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0"/>
                  <a:pt x="184" y="-30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2310120" y="55267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0"/>
                  <a:pt x="184" y="-30"/>
                  <a:pt x="184" y="92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238932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238932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2358360" y="534384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2358360" y="534384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2425680" y="518760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0"/>
                  <a:pt x="184" y="-30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2425680" y="518760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0"/>
                  <a:pt x="184" y="-30"/>
                  <a:pt x="184" y="92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2832840" y="500436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0"/>
                  <a:pt x="184" y="-30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2832840" y="500436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0"/>
                  <a:pt x="184" y="-30"/>
                  <a:pt x="184" y="92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300132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300132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2538720" y="552456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0"/>
                  <a:pt x="184" y="-30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2538720" y="552456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0"/>
                  <a:pt x="184" y="-30"/>
                  <a:pt x="184" y="92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2357640" y="5479200"/>
            <a:ext cx="66240" cy="66600"/>
          </a:xfrm>
          <a:custGeom>
            <a:avLst/>
            <a:gdLst/>
            <a:ahLst/>
            <a:rect l="0" t="0" r="r" b="b"/>
            <a:pathLst>
              <a:path w="184" h="185">
                <a:moveTo>
                  <a:pt x="0" y="93"/>
                </a:moveTo>
                <a:cubicBezTo>
                  <a:pt x="0" y="-31"/>
                  <a:pt x="184" y="-31"/>
                  <a:pt x="184" y="93"/>
                </a:cubicBezTo>
                <a:cubicBezTo>
                  <a:pt x="184" y="215"/>
                  <a:pt x="0" y="215"/>
                  <a:pt x="0" y="93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2357640" y="5479200"/>
            <a:ext cx="66240" cy="66600"/>
          </a:xfrm>
          <a:custGeom>
            <a:avLst/>
            <a:gdLst/>
            <a:ahLst/>
            <a:rect l="0" t="0" r="r" b="b"/>
            <a:pathLst>
              <a:path fill="none" w="184" h="185">
                <a:moveTo>
                  <a:pt x="184" y="93"/>
                </a:moveTo>
                <a:cubicBezTo>
                  <a:pt x="184" y="215"/>
                  <a:pt x="0" y="215"/>
                  <a:pt x="0" y="93"/>
                </a:cubicBezTo>
                <a:cubicBezTo>
                  <a:pt x="0" y="-31"/>
                  <a:pt x="184" y="-31"/>
                  <a:pt x="184" y="93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236160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236160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2380320" y="5366160"/>
            <a:ext cx="66240" cy="66600"/>
          </a:xfrm>
          <a:custGeom>
            <a:avLst/>
            <a:gdLst/>
            <a:ahLst/>
            <a:rect l="0" t="0" r="r" b="b"/>
            <a:pathLst>
              <a:path w="184" h="185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2380320" y="5366160"/>
            <a:ext cx="66240" cy="66600"/>
          </a:xfrm>
          <a:custGeom>
            <a:avLst/>
            <a:gdLst/>
            <a:ahLst/>
            <a:rect l="0" t="0" r="r" b="b"/>
            <a:pathLst>
              <a:path fill="none" w="184" h="185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2461320" y="5375880"/>
            <a:ext cx="66240" cy="66600"/>
          </a:xfrm>
          <a:custGeom>
            <a:avLst/>
            <a:gdLst/>
            <a:ahLst/>
            <a:rect l="0" t="0" r="r" b="b"/>
            <a:pathLst>
              <a:path w="184" h="185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2461320" y="5375880"/>
            <a:ext cx="66240" cy="66600"/>
          </a:xfrm>
          <a:custGeom>
            <a:avLst/>
            <a:gdLst/>
            <a:ahLst/>
            <a:rect l="0" t="0" r="r" b="b"/>
            <a:pathLst>
              <a:path fill="none" w="184" h="185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338076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338076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2674440" y="566028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0"/>
                  <a:pt x="184" y="-30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2674440" y="566028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0"/>
                  <a:pt x="184" y="-30"/>
                  <a:pt x="184" y="92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2425680" y="5511960"/>
            <a:ext cx="66240" cy="66600"/>
          </a:xfrm>
          <a:custGeom>
            <a:avLst/>
            <a:gdLst/>
            <a:ahLst/>
            <a:rect l="0" t="0" r="r" b="b"/>
            <a:pathLst>
              <a:path w="184" h="185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2425680" y="5511960"/>
            <a:ext cx="66240" cy="66600"/>
          </a:xfrm>
          <a:custGeom>
            <a:avLst/>
            <a:gdLst/>
            <a:ahLst/>
            <a:rect l="0" t="0" r="r" b="b"/>
            <a:pathLst>
              <a:path fill="none" w="184" h="185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2319120" y="551808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0"/>
                  <a:pt x="184" y="-30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2319120" y="551808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0"/>
                  <a:pt x="184" y="-30"/>
                  <a:pt x="184" y="92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227484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227484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2931120" y="4906080"/>
            <a:ext cx="66240" cy="66600"/>
          </a:xfrm>
          <a:custGeom>
            <a:avLst/>
            <a:gdLst/>
            <a:ahLst/>
            <a:rect l="0" t="0" r="r" b="b"/>
            <a:pathLst>
              <a:path w="184" h="185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2931120" y="4906080"/>
            <a:ext cx="66240" cy="66600"/>
          </a:xfrm>
          <a:custGeom>
            <a:avLst/>
            <a:gdLst/>
            <a:ahLst/>
            <a:rect l="0" t="0" r="r" b="b"/>
            <a:pathLst>
              <a:path fill="none" w="184" h="185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303048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303048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2542320" y="552780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0"/>
                  <a:pt x="184" y="-30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2542320" y="552780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0"/>
                  <a:pt x="184" y="-30"/>
                  <a:pt x="184" y="92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2425680" y="546624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0"/>
                  <a:pt x="184" y="-30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2425680" y="546624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0"/>
                  <a:pt x="184" y="-30"/>
                  <a:pt x="184" y="92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2309040" y="552780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0"/>
                  <a:pt x="184" y="-30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2309040" y="552780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0"/>
                  <a:pt x="184" y="-30"/>
                  <a:pt x="184" y="92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237060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237060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2425680" y="5313600"/>
            <a:ext cx="66240" cy="66600"/>
          </a:xfrm>
          <a:custGeom>
            <a:avLst/>
            <a:gdLst/>
            <a:ahLst/>
            <a:rect l="0" t="0" r="r" b="b"/>
            <a:pathLst>
              <a:path w="184" h="185">
                <a:moveTo>
                  <a:pt x="0" y="93"/>
                </a:moveTo>
                <a:cubicBezTo>
                  <a:pt x="0" y="-31"/>
                  <a:pt x="184" y="-31"/>
                  <a:pt x="184" y="93"/>
                </a:cubicBezTo>
                <a:cubicBezTo>
                  <a:pt x="184" y="216"/>
                  <a:pt x="0" y="216"/>
                  <a:pt x="0" y="93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2425680" y="5313600"/>
            <a:ext cx="66240" cy="66600"/>
          </a:xfrm>
          <a:custGeom>
            <a:avLst/>
            <a:gdLst/>
            <a:ahLst/>
            <a:rect l="0" t="0" r="r" b="b"/>
            <a:pathLst>
              <a:path fill="none" w="184" h="185">
                <a:moveTo>
                  <a:pt x="184" y="93"/>
                </a:moveTo>
                <a:cubicBezTo>
                  <a:pt x="184" y="216"/>
                  <a:pt x="0" y="216"/>
                  <a:pt x="0" y="93"/>
                </a:cubicBezTo>
                <a:cubicBezTo>
                  <a:pt x="0" y="-31"/>
                  <a:pt x="184" y="-31"/>
                  <a:pt x="184" y="93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2978640" y="485856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0"/>
                  <a:pt x="184" y="-30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2978640" y="485856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0"/>
                  <a:pt x="184" y="-30"/>
                  <a:pt x="184" y="92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301212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301212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2356560" y="548064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2356560" y="548064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2287440" y="527328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2287440" y="527328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2425680" y="519156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0"/>
                  <a:pt x="184" y="-30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2425680" y="519156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0"/>
                  <a:pt x="184" y="-30"/>
                  <a:pt x="184" y="92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2736720" y="5100480"/>
            <a:ext cx="66240" cy="66600"/>
          </a:xfrm>
          <a:custGeom>
            <a:avLst/>
            <a:gdLst/>
            <a:ahLst/>
            <a:rect l="0" t="0" r="r" b="b"/>
            <a:pathLst>
              <a:path w="184" h="185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2736720" y="5100480"/>
            <a:ext cx="66240" cy="66600"/>
          </a:xfrm>
          <a:custGeom>
            <a:avLst/>
            <a:gdLst/>
            <a:ahLst/>
            <a:rect l="0" t="0" r="r" b="b"/>
            <a:pathLst>
              <a:path fill="none" w="184" h="185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297540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297540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2503440" y="548928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2503440" y="548928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2425680" y="5521320"/>
            <a:ext cx="66240" cy="66600"/>
          </a:xfrm>
          <a:custGeom>
            <a:avLst/>
            <a:gdLst/>
            <a:ahLst/>
            <a:rect l="0" t="0" r="r" b="b"/>
            <a:pathLst>
              <a:path w="184" h="185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2425680" y="5521320"/>
            <a:ext cx="66240" cy="66600"/>
          </a:xfrm>
          <a:custGeom>
            <a:avLst/>
            <a:gdLst/>
            <a:ahLst/>
            <a:rect l="0" t="0" r="r" b="b"/>
            <a:pathLst>
              <a:path fill="none" w="184" h="185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2192400" y="564444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0"/>
                  <a:pt x="184" y="-30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2192400" y="564444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0"/>
                  <a:pt x="184" y="-30"/>
                  <a:pt x="184" y="92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2425680" y="5411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2321640" y="13932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2350800" y="4218840"/>
            <a:ext cx="23544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3101760" y="4566600"/>
            <a:ext cx="4168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3551040" y="5406480"/>
            <a:ext cx="19296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3088800" y="6246000"/>
            <a:ext cx="433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2338200" y="6593760"/>
            <a:ext cx="25164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1403280" y="6246000"/>
            <a:ext cx="44892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1163160" y="5406480"/>
            <a:ext cx="21924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1415880" y="4566600"/>
            <a:ext cx="433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898920" y="5048280"/>
            <a:ext cx="1656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737373"/>
                </a:solidFill>
                <a:effectLst/>
                <a:uFillTx/>
                <a:latin typeface="Arial"/>
                <a:ea typeface="Arial"/>
              </a:rPr>
              <a:t>20%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898920" y="4696200"/>
            <a:ext cx="1656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737373"/>
                </a:solidFill>
                <a:effectLst/>
                <a:uFillTx/>
                <a:latin typeface="Arial"/>
                <a:ea typeface="Arial"/>
              </a:rPr>
              <a:t>40%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4559400" y="5138280"/>
            <a:ext cx="175680" cy="0"/>
          </a:xfrm>
          <a:prstGeom prst="line">
            <a:avLst/>
          </a:prstGeom>
          <a:ln w="24120">
            <a:solidFill>
              <a:srgbClr val="00B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80" tIns="-11880" rIns="11880" bIns="-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4614120" y="5105520"/>
            <a:ext cx="66240" cy="66600"/>
          </a:xfrm>
          <a:custGeom>
            <a:avLst/>
            <a:gdLst/>
            <a:ahLst/>
            <a:rect l="0" t="0" r="r" b="b"/>
            <a:pathLst>
              <a:path w="184" h="185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4614120" y="5105520"/>
            <a:ext cx="66240" cy="66600"/>
          </a:xfrm>
          <a:custGeom>
            <a:avLst/>
            <a:gdLst/>
            <a:ahLst/>
            <a:rect l="0" t="0" r="r" b="b"/>
            <a:pathLst>
              <a:path fill="none" w="184" h="185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4559400" y="5260680"/>
            <a:ext cx="175680" cy="0"/>
          </a:xfrm>
          <a:prstGeom prst="line">
            <a:avLst/>
          </a:prstGeom>
          <a:ln w="24120">
            <a:solidFill>
              <a:srgbClr val="BE84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80" tIns="-11880" rIns="11880" bIns="-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4614120" y="5227920"/>
            <a:ext cx="66240" cy="66600"/>
          </a:xfrm>
          <a:custGeom>
            <a:avLst/>
            <a:gdLst/>
            <a:ahLst/>
            <a:rect l="0" t="0" r="r" b="b"/>
            <a:pathLst>
              <a:path w="184" h="185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4614120" y="5227920"/>
            <a:ext cx="66240" cy="66600"/>
          </a:xfrm>
          <a:custGeom>
            <a:avLst/>
            <a:gdLst/>
            <a:ahLst/>
            <a:rect l="0" t="0" r="r" b="b"/>
            <a:pathLst>
              <a:path fill="none" w="184" h="185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4559400" y="5383080"/>
            <a:ext cx="175680" cy="0"/>
          </a:xfrm>
          <a:prstGeom prst="line">
            <a:avLst/>
          </a:prstGeom>
          <a:ln w="24120">
            <a:solidFill>
              <a:srgbClr val="F87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80" tIns="-11880" rIns="11880" bIns="-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4614120" y="53503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4614120" y="53503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4559400" y="5505480"/>
            <a:ext cx="175680" cy="0"/>
          </a:xfrm>
          <a:prstGeom prst="line">
            <a:avLst/>
          </a:prstGeom>
          <a:ln w="24120">
            <a:solidFill>
              <a:srgbClr val="7AD1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80" tIns="-11880" rIns="11880" bIns="-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4614120" y="54727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1"/>
                  <a:pt x="184" y="-31"/>
                  <a:pt x="184" y="92"/>
                </a:cubicBezTo>
                <a:cubicBezTo>
                  <a:pt x="184" y="214"/>
                  <a:pt x="0" y="214"/>
                  <a:pt x="0" y="92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4614120" y="54727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4"/>
                  <a:pt x="0" y="214"/>
                  <a:pt x="0" y="92"/>
                </a:cubicBezTo>
                <a:cubicBezTo>
                  <a:pt x="0" y="-31"/>
                  <a:pt x="184" y="-31"/>
                  <a:pt x="184" y="92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4559400" y="5627880"/>
            <a:ext cx="175680" cy="0"/>
          </a:xfrm>
          <a:prstGeom prst="line">
            <a:avLst/>
          </a:prstGeom>
          <a:ln w="24120">
            <a:solidFill>
              <a:srgbClr val="F1B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80" tIns="-11880" rIns="11880" bIns="-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4614120" y="559476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0"/>
                  <a:pt x="184" y="-30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4614120" y="559476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0"/>
                  <a:pt x="184" y="-30"/>
                  <a:pt x="184" y="92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4559400" y="5750280"/>
            <a:ext cx="175680" cy="0"/>
          </a:xfrm>
          <a:prstGeom prst="line">
            <a:avLst/>
          </a:prstGeom>
          <a:ln w="24120">
            <a:solidFill>
              <a:srgbClr val="61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80" tIns="-11880" rIns="11880" bIns="-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4614120" y="571752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0" y="92"/>
                </a:moveTo>
                <a:cubicBezTo>
                  <a:pt x="0" y="-30"/>
                  <a:pt x="184" y="-30"/>
                  <a:pt x="184" y="92"/>
                </a:cubicBezTo>
                <a:cubicBezTo>
                  <a:pt x="184" y="215"/>
                  <a:pt x="0" y="215"/>
                  <a:pt x="0" y="92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4614120" y="5717520"/>
            <a:ext cx="66240" cy="66240"/>
          </a:xfrm>
          <a:custGeom>
            <a:avLst/>
            <a:gdLst/>
            <a:ahLst/>
            <a:rect l="0" t="0" r="r" b="b"/>
            <a:pathLst>
              <a:path fill="none" w="184" h="184">
                <a:moveTo>
                  <a:pt x="184" y="92"/>
                </a:moveTo>
                <a:cubicBezTo>
                  <a:pt x="184" y="215"/>
                  <a:pt x="0" y="215"/>
                  <a:pt x="0" y="92"/>
                </a:cubicBezTo>
                <a:cubicBezTo>
                  <a:pt x="0" y="-30"/>
                  <a:pt x="184" y="-30"/>
                  <a:pt x="184" y="92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898920" y="4344480"/>
            <a:ext cx="1656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737373"/>
                </a:solidFill>
                <a:effectLst/>
                <a:uFillTx/>
                <a:latin typeface="Arial"/>
                <a:ea typeface="Arial"/>
              </a:rPr>
              <a:t>60%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4826520" y="5100480"/>
            <a:ext cx="15040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Passeriformes (388 records, 222 spp.)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4826520" y="5222880"/>
            <a:ext cx="14205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Accipitriformes (55 records, 22 spp.)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4826520" y="5345280"/>
            <a:ext cx="13615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Anseriformes (35 records, 16 spp.)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4826520" y="5467680"/>
            <a:ext cx="14695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Charadriiformes (32 records, 18 spp.)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4826520" y="5590080"/>
            <a:ext cx="13860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Columbiformes (18 records, 9 spp.)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4826520" y="5712480"/>
            <a:ext cx="12286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Gruiformes (16 records, 9 spp.)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272160" y="400428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Figure6</dc:title>
</cp:coreProperties>
</file>